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9" r:id="rId4"/>
  </p:sldMasterIdLst>
  <p:notesMasterIdLst>
    <p:notesMasterId r:id="rId20"/>
  </p:notesMasterIdLst>
  <p:handoutMasterIdLst>
    <p:handoutMasterId r:id="rId21"/>
  </p:handoutMasterIdLst>
  <p:sldIdLst>
    <p:sldId id="4182" r:id="rId5"/>
    <p:sldId id="2147473126" r:id="rId6"/>
    <p:sldId id="2147473175" r:id="rId7"/>
    <p:sldId id="2147473176" r:id="rId8"/>
    <p:sldId id="2147473177" r:id="rId9"/>
    <p:sldId id="2147473178" r:id="rId10"/>
    <p:sldId id="2147473179" r:id="rId11"/>
    <p:sldId id="2147473180" r:id="rId12"/>
    <p:sldId id="2147473181" r:id="rId13"/>
    <p:sldId id="2147473182" r:id="rId14"/>
    <p:sldId id="2147473183" r:id="rId15"/>
    <p:sldId id="2147473184" r:id="rId16"/>
    <p:sldId id="2147473185" r:id="rId17"/>
    <p:sldId id="2147473186" r:id="rId18"/>
    <p:sldId id="2147473099" r:id="rId1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FF"/>
    <a:srgbClr val="013793"/>
    <a:srgbClr val="595959"/>
    <a:srgbClr val="5A99D2"/>
    <a:srgbClr val="0D1D50"/>
    <a:srgbClr val="3B74A3"/>
    <a:srgbClr val="898989"/>
    <a:srgbClr val="3C76A5"/>
    <a:srgbClr val="3B75A4"/>
    <a:srgbClr val="6565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956C50-FB61-4820-82BF-D67260B9D679}" v="73" dt="2026-02-06T21:25:09.4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854" autoAdjust="0"/>
    <p:restoredTop sz="94660"/>
  </p:normalViewPr>
  <p:slideViewPr>
    <p:cSldViewPr snapToGrid="0" showGuides="1">
      <p:cViewPr varScale="1">
        <p:scale>
          <a:sx n="87" d="100"/>
          <a:sy n="87" d="100"/>
        </p:scale>
        <p:origin x="516" y="28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howGuides="1">
      <p:cViewPr>
        <p:scale>
          <a:sx n="100" d="100"/>
          <a:sy n="100" d="100"/>
        </p:scale>
        <p:origin x="954" y="-287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commentAuthors" Target="commentAuthors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SUS ROCHA SALAZAR" userId="4e0323458c84468b" providerId="LiveId" clId="{DC2CD160-77F3-4A47-9FD0-6C2276FF51A8}"/>
    <pc:docChg chg="custSel addSld delSld modSld">
      <pc:chgData name="JESUS ROCHA SALAZAR" userId="4e0323458c84468b" providerId="LiveId" clId="{DC2CD160-77F3-4A47-9FD0-6C2276FF51A8}" dt="2026-02-06T21:25:29.432" v="259" actId="1076"/>
      <pc:docMkLst>
        <pc:docMk/>
      </pc:docMkLst>
      <pc:sldChg chg="modSp">
        <pc:chgData name="JESUS ROCHA SALAZAR" userId="4e0323458c84468b" providerId="LiveId" clId="{DC2CD160-77F3-4A47-9FD0-6C2276FF51A8}" dt="2026-02-06T20:05:45.690" v="14" actId="20577"/>
        <pc:sldMkLst>
          <pc:docMk/>
          <pc:sldMk cId="1433306844" sldId="4182"/>
        </pc:sldMkLst>
        <pc:spChg chg="mod">
          <ac:chgData name="JESUS ROCHA SALAZAR" userId="4e0323458c84468b" providerId="LiveId" clId="{DC2CD160-77F3-4A47-9FD0-6C2276FF51A8}" dt="2026-02-06T20:05:45.690" v="14" actId="20577"/>
          <ac:spMkLst>
            <pc:docMk/>
            <pc:sldMk cId="1433306844" sldId="4182"/>
            <ac:spMk id="17" creationId="{78CDE5D4-BED1-4679-97DB-6E2E6F8D48DB}"/>
          </ac:spMkLst>
        </pc:spChg>
      </pc:sldChg>
      <pc:sldChg chg="addSp delSp modSp mod">
        <pc:chgData name="JESUS ROCHA SALAZAR" userId="4e0323458c84468b" providerId="LiveId" clId="{DC2CD160-77F3-4A47-9FD0-6C2276FF51A8}" dt="2026-02-06T21:06:19.071" v="42" actId="1076"/>
        <pc:sldMkLst>
          <pc:docMk/>
          <pc:sldMk cId="268863807" sldId="2147473126"/>
        </pc:sldMkLst>
        <pc:spChg chg="add mod">
          <ac:chgData name="JESUS ROCHA SALAZAR" userId="4e0323458c84468b" providerId="LiveId" clId="{DC2CD160-77F3-4A47-9FD0-6C2276FF51A8}" dt="2026-02-06T21:06:15.160" v="40" actId="1076"/>
          <ac:spMkLst>
            <pc:docMk/>
            <pc:sldMk cId="268863807" sldId="2147473126"/>
            <ac:spMk id="2" creationId="{B4770EEE-29F2-580E-9A00-741EC0E06E8C}"/>
          </ac:spMkLst>
        </pc:spChg>
        <pc:spChg chg="del">
          <ac:chgData name="JESUS ROCHA SALAZAR" userId="4e0323458c84468b" providerId="LiveId" clId="{DC2CD160-77F3-4A47-9FD0-6C2276FF51A8}" dt="2026-02-06T21:05:28.325" v="15" actId="478"/>
          <ac:spMkLst>
            <pc:docMk/>
            <pc:sldMk cId="268863807" sldId="2147473126"/>
            <ac:spMk id="4" creationId="{E320F5B5-2ADD-13AA-479B-5FB387ECC2C5}"/>
          </ac:spMkLst>
        </pc:spChg>
        <pc:spChg chg="mod">
          <ac:chgData name="JESUS ROCHA SALAZAR" userId="4e0323458c84468b" providerId="LiveId" clId="{DC2CD160-77F3-4A47-9FD0-6C2276FF51A8}" dt="2026-02-06T21:05:42.185" v="31" actId="20577"/>
          <ac:spMkLst>
            <pc:docMk/>
            <pc:sldMk cId="268863807" sldId="2147473126"/>
            <ac:spMk id="5" creationId="{2A7A5529-7021-BAD2-DAC5-E597EEB05092}"/>
          </ac:spMkLst>
        </pc:spChg>
        <pc:graphicFrameChg chg="add mod">
          <ac:chgData name="JESUS ROCHA SALAZAR" userId="4e0323458c84468b" providerId="LiveId" clId="{DC2CD160-77F3-4A47-9FD0-6C2276FF51A8}" dt="2026-02-06T21:06:19.071" v="42" actId="1076"/>
          <ac:graphicFrameMkLst>
            <pc:docMk/>
            <pc:sldMk cId="268863807" sldId="2147473126"/>
            <ac:graphicFrameMk id="3" creationId="{5F637D5F-9C42-301A-A578-BA631B0A08F4}"/>
          </ac:graphicFrameMkLst>
        </pc:graphicFrameChg>
      </pc:sldChg>
      <pc:sldChg chg="del">
        <pc:chgData name="JESUS ROCHA SALAZAR" userId="4e0323458c84468b" providerId="LiveId" clId="{DC2CD160-77F3-4A47-9FD0-6C2276FF51A8}" dt="2026-02-06T21:07:36.742" v="54" actId="2696"/>
        <pc:sldMkLst>
          <pc:docMk/>
          <pc:sldMk cId="1379114806" sldId="2147473157"/>
        </pc:sldMkLst>
      </pc:sldChg>
      <pc:sldChg chg="del">
        <pc:chgData name="JESUS ROCHA SALAZAR" userId="4e0323458c84468b" providerId="LiveId" clId="{DC2CD160-77F3-4A47-9FD0-6C2276FF51A8}" dt="2026-02-06T21:07:36.742" v="54" actId="2696"/>
        <pc:sldMkLst>
          <pc:docMk/>
          <pc:sldMk cId="2628615141" sldId="2147473158"/>
        </pc:sldMkLst>
      </pc:sldChg>
      <pc:sldChg chg="del">
        <pc:chgData name="JESUS ROCHA SALAZAR" userId="4e0323458c84468b" providerId="LiveId" clId="{DC2CD160-77F3-4A47-9FD0-6C2276FF51A8}" dt="2026-02-06T21:07:36.742" v="54" actId="2696"/>
        <pc:sldMkLst>
          <pc:docMk/>
          <pc:sldMk cId="4119268786" sldId="2147473159"/>
        </pc:sldMkLst>
      </pc:sldChg>
      <pc:sldChg chg="del">
        <pc:chgData name="JESUS ROCHA SALAZAR" userId="4e0323458c84468b" providerId="LiveId" clId="{DC2CD160-77F3-4A47-9FD0-6C2276FF51A8}" dt="2026-02-06T21:07:36.742" v="54" actId="2696"/>
        <pc:sldMkLst>
          <pc:docMk/>
          <pc:sldMk cId="3678263431" sldId="2147473160"/>
        </pc:sldMkLst>
      </pc:sldChg>
      <pc:sldChg chg="del">
        <pc:chgData name="JESUS ROCHA SALAZAR" userId="4e0323458c84468b" providerId="LiveId" clId="{DC2CD160-77F3-4A47-9FD0-6C2276FF51A8}" dt="2026-02-06T21:07:36.742" v="54" actId="2696"/>
        <pc:sldMkLst>
          <pc:docMk/>
          <pc:sldMk cId="2634923446" sldId="2147473161"/>
        </pc:sldMkLst>
      </pc:sldChg>
      <pc:sldChg chg="del">
        <pc:chgData name="JESUS ROCHA SALAZAR" userId="4e0323458c84468b" providerId="LiveId" clId="{DC2CD160-77F3-4A47-9FD0-6C2276FF51A8}" dt="2026-02-06T21:07:27.187" v="53" actId="2696"/>
        <pc:sldMkLst>
          <pc:docMk/>
          <pc:sldMk cId="276472456" sldId="2147473162"/>
        </pc:sldMkLst>
      </pc:sldChg>
      <pc:sldChg chg="del">
        <pc:chgData name="JESUS ROCHA SALAZAR" userId="4e0323458c84468b" providerId="LiveId" clId="{DC2CD160-77F3-4A47-9FD0-6C2276FF51A8}" dt="2026-02-06T21:07:27.187" v="53" actId="2696"/>
        <pc:sldMkLst>
          <pc:docMk/>
          <pc:sldMk cId="3750647384" sldId="2147473163"/>
        </pc:sldMkLst>
      </pc:sldChg>
      <pc:sldChg chg="del">
        <pc:chgData name="JESUS ROCHA SALAZAR" userId="4e0323458c84468b" providerId="LiveId" clId="{DC2CD160-77F3-4A47-9FD0-6C2276FF51A8}" dt="2026-02-06T21:07:27.187" v="53" actId="2696"/>
        <pc:sldMkLst>
          <pc:docMk/>
          <pc:sldMk cId="1363345627" sldId="2147473164"/>
        </pc:sldMkLst>
      </pc:sldChg>
      <pc:sldChg chg="del">
        <pc:chgData name="JESUS ROCHA SALAZAR" userId="4e0323458c84468b" providerId="LiveId" clId="{DC2CD160-77F3-4A47-9FD0-6C2276FF51A8}" dt="2026-02-06T21:07:27.187" v="53" actId="2696"/>
        <pc:sldMkLst>
          <pc:docMk/>
          <pc:sldMk cId="2940205714" sldId="2147473165"/>
        </pc:sldMkLst>
      </pc:sldChg>
      <pc:sldChg chg="del">
        <pc:chgData name="JESUS ROCHA SALAZAR" userId="4e0323458c84468b" providerId="LiveId" clId="{DC2CD160-77F3-4A47-9FD0-6C2276FF51A8}" dt="2026-02-06T21:07:27.187" v="53" actId="2696"/>
        <pc:sldMkLst>
          <pc:docMk/>
          <pc:sldMk cId="560640956" sldId="2147473166"/>
        </pc:sldMkLst>
      </pc:sldChg>
      <pc:sldChg chg="del">
        <pc:chgData name="JESUS ROCHA SALAZAR" userId="4e0323458c84468b" providerId="LiveId" clId="{DC2CD160-77F3-4A47-9FD0-6C2276FF51A8}" dt="2026-02-06T21:07:27.187" v="53" actId="2696"/>
        <pc:sldMkLst>
          <pc:docMk/>
          <pc:sldMk cId="3945497324" sldId="2147473167"/>
        </pc:sldMkLst>
      </pc:sldChg>
      <pc:sldChg chg="del">
        <pc:chgData name="JESUS ROCHA SALAZAR" userId="4e0323458c84468b" providerId="LiveId" clId="{DC2CD160-77F3-4A47-9FD0-6C2276FF51A8}" dt="2026-02-06T21:07:27.187" v="53" actId="2696"/>
        <pc:sldMkLst>
          <pc:docMk/>
          <pc:sldMk cId="3539785889" sldId="2147473168"/>
        </pc:sldMkLst>
      </pc:sldChg>
      <pc:sldChg chg="del">
        <pc:chgData name="JESUS ROCHA SALAZAR" userId="4e0323458c84468b" providerId="LiveId" clId="{DC2CD160-77F3-4A47-9FD0-6C2276FF51A8}" dt="2026-02-06T21:07:27.187" v="53" actId="2696"/>
        <pc:sldMkLst>
          <pc:docMk/>
          <pc:sldMk cId="785060771" sldId="2147473169"/>
        </pc:sldMkLst>
      </pc:sldChg>
      <pc:sldChg chg="del">
        <pc:chgData name="JESUS ROCHA SALAZAR" userId="4e0323458c84468b" providerId="LiveId" clId="{DC2CD160-77F3-4A47-9FD0-6C2276FF51A8}" dt="2026-02-06T21:07:27.187" v="53" actId="2696"/>
        <pc:sldMkLst>
          <pc:docMk/>
          <pc:sldMk cId="2786888412" sldId="2147473170"/>
        </pc:sldMkLst>
      </pc:sldChg>
      <pc:sldChg chg="del">
        <pc:chgData name="JESUS ROCHA SALAZAR" userId="4e0323458c84468b" providerId="LiveId" clId="{DC2CD160-77F3-4A47-9FD0-6C2276FF51A8}" dt="2026-02-06T21:07:27.187" v="53" actId="2696"/>
        <pc:sldMkLst>
          <pc:docMk/>
          <pc:sldMk cId="4056989490" sldId="2147473171"/>
        </pc:sldMkLst>
      </pc:sldChg>
      <pc:sldChg chg="del">
        <pc:chgData name="JESUS ROCHA SALAZAR" userId="4e0323458c84468b" providerId="LiveId" clId="{DC2CD160-77F3-4A47-9FD0-6C2276FF51A8}" dt="2026-02-06T21:07:27.187" v="53" actId="2696"/>
        <pc:sldMkLst>
          <pc:docMk/>
          <pc:sldMk cId="97691441" sldId="2147473172"/>
        </pc:sldMkLst>
      </pc:sldChg>
      <pc:sldChg chg="del">
        <pc:chgData name="JESUS ROCHA SALAZAR" userId="4e0323458c84468b" providerId="LiveId" clId="{DC2CD160-77F3-4A47-9FD0-6C2276FF51A8}" dt="2026-02-06T21:07:27.187" v="53" actId="2696"/>
        <pc:sldMkLst>
          <pc:docMk/>
          <pc:sldMk cId="1954204120" sldId="2147473173"/>
        </pc:sldMkLst>
      </pc:sldChg>
      <pc:sldChg chg="del">
        <pc:chgData name="JESUS ROCHA SALAZAR" userId="4e0323458c84468b" providerId="LiveId" clId="{DC2CD160-77F3-4A47-9FD0-6C2276FF51A8}" dt="2026-02-06T21:07:27.187" v="53" actId="2696"/>
        <pc:sldMkLst>
          <pc:docMk/>
          <pc:sldMk cId="4258986089" sldId="2147473174"/>
        </pc:sldMkLst>
      </pc:sldChg>
      <pc:sldChg chg="addSp delSp modSp add mod">
        <pc:chgData name="JESUS ROCHA SALAZAR" userId="4e0323458c84468b" providerId="LiveId" clId="{DC2CD160-77F3-4A47-9FD0-6C2276FF51A8}" dt="2026-02-06T21:23:34.060" v="253" actId="14100"/>
        <pc:sldMkLst>
          <pc:docMk/>
          <pc:sldMk cId="2716747430" sldId="2147473175"/>
        </pc:sldMkLst>
        <pc:spChg chg="del">
          <ac:chgData name="JESUS ROCHA SALAZAR" userId="4e0323458c84468b" providerId="LiveId" clId="{DC2CD160-77F3-4A47-9FD0-6C2276FF51A8}" dt="2026-02-06T21:06:40.893" v="46" actId="478"/>
          <ac:spMkLst>
            <pc:docMk/>
            <pc:sldMk cId="2716747430" sldId="2147473175"/>
            <ac:spMk id="2" creationId="{200FE82F-C27F-D4FD-A079-F42569BA7050}"/>
          </ac:spMkLst>
        </pc:spChg>
        <pc:spChg chg="add mod">
          <ac:chgData name="JESUS ROCHA SALAZAR" userId="4e0323458c84468b" providerId="LiveId" clId="{DC2CD160-77F3-4A47-9FD0-6C2276FF51A8}" dt="2026-02-06T21:06:52.354" v="49" actId="1076"/>
          <ac:spMkLst>
            <pc:docMk/>
            <pc:sldMk cId="2716747430" sldId="2147473175"/>
            <ac:spMk id="4" creationId="{E55BCA00-F654-C1A6-1C67-4A2FCFAF7681}"/>
          </ac:spMkLst>
        </pc:spChg>
        <pc:graphicFrameChg chg="del">
          <ac:chgData name="JESUS ROCHA SALAZAR" userId="4e0323458c84468b" providerId="LiveId" clId="{DC2CD160-77F3-4A47-9FD0-6C2276FF51A8}" dt="2026-02-06T21:06:36.575" v="44" actId="478"/>
          <ac:graphicFrameMkLst>
            <pc:docMk/>
            <pc:sldMk cId="2716747430" sldId="2147473175"/>
            <ac:graphicFrameMk id="3" creationId="{135AA651-6A29-BC41-1A3E-29984B0699A6}"/>
          </ac:graphicFrameMkLst>
        </pc:graphicFrameChg>
        <pc:picChg chg="add mod">
          <ac:chgData name="JESUS ROCHA SALAZAR" userId="4e0323458c84468b" providerId="LiveId" clId="{DC2CD160-77F3-4A47-9FD0-6C2276FF51A8}" dt="2026-02-06T21:23:34.060" v="253" actId="14100"/>
          <ac:picMkLst>
            <pc:docMk/>
            <pc:sldMk cId="2716747430" sldId="2147473175"/>
            <ac:picMk id="7" creationId="{C8967F64-2CB2-755D-DA2F-ABCB6AC426D0}"/>
          </ac:picMkLst>
        </pc:picChg>
      </pc:sldChg>
      <pc:sldChg chg="addSp delSp modSp add mod">
        <pc:chgData name="JESUS ROCHA SALAZAR" userId="4e0323458c84468b" providerId="LiveId" clId="{DC2CD160-77F3-4A47-9FD0-6C2276FF51A8}" dt="2026-02-06T21:08:48.618" v="75" actId="1076"/>
        <pc:sldMkLst>
          <pc:docMk/>
          <pc:sldMk cId="1276120309" sldId="2147473176"/>
        </pc:sldMkLst>
        <pc:spChg chg="add mod">
          <ac:chgData name="JESUS ROCHA SALAZAR" userId="4e0323458c84468b" providerId="LiveId" clId="{DC2CD160-77F3-4A47-9FD0-6C2276FF51A8}" dt="2026-02-06T21:08:48.618" v="75" actId="1076"/>
          <ac:spMkLst>
            <pc:docMk/>
            <pc:sldMk cId="1276120309" sldId="2147473176"/>
            <ac:spMk id="2" creationId="{948E2E11-28D8-F732-0C4A-BD5536F9DF36}"/>
          </ac:spMkLst>
        </pc:spChg>
        <pc:spChg chg="del">
          <ac:chgData name="JESUS ROCHA SALAZAR" userId="4e0323458c84468b" providerId="LiveId" clId="{DC2CD160-77F3-4A47-9FD0-6C2276FF51A8}" dt="2026-02-06T21:08:23.705" v="64" actId="478"/>
          <ac:spMkLst>
            <pc:docMk/>
            <pc:sldMk cId="1276120309" sldId="2147473176"/>
            <ac:spMk id="4" creationId="{B1F3BDCB-AD82-0E8E-83EF-979D652C4E6E}"/>
          </ac:spMkLst>
        </pc:spChg>
        <pc:spChg chg="mod">
          <ac:chgData name="JESUS ROCHA SALAZAR" userId="4e0323458c84468b" providerId="LiveId" clId="{DC2CD160-77F3-4A47-9FD0-6C2276FF51A8}" dt="2026-02-06T21:08:07.281" v="63" actId="20577"/>
          <ac:spMkLst>
            <pc:docMk/>
            <pc:sldMk cId="1276120309" sldId="2147473176"/>
            <ac:spMk id="5" creationId="{77571EE9-82C1-6DDD-7DDA-49A5444074B7}"/>
          </ac:spMkLst>
        </pc:spChg>
        <pc:graphicFrameChg chg="add mod">
          <ac:chgData name="JESUS ROCHA SALAZAR" userId="4e0323458c84468b" providerId="LiveId" clId="{DC2CD160-77F3-4A47-9FD0-6C2276FF51A8}" dt="2026-02-06T21:08:43.232" v="73" actId="1076"/>
          <ac:graphicFrameMkLst>
            <pc:docMk/>
            <pc:sldMk cId="1276120309" sldId="2147473176"/>
            <ac:graphicFrameMk id="3" creationId="{B3B154BC-551F-7BE3-1DBA-E021FF30E053}"/>
          </ac:graphicFrameMkLst>
        </pc:graphicFrameChg>
        <pc:picChg chg="del">
          <ac:chgData name="JESUS ROCHA SALAZAR" userId="4e0323458c84468b" providerId="LiveId" clId="{DC2CD160-77F3-4A47-9FD0-6C2276FF51A8}" dt="2026-02-06T21:08:32.918" v="69" actId="478"/>
          <ac:picMkLst>
            <pc:docMk/>
            <pc:sldMk cId="1276120309" sldId="2147473176"/>
            <ac:picMk id="7" creationId="{702C7903-5ACB-2356-BB47-FDB48447F97C}"/>
          </ac:picMkLst>
        </pc:picChg>
      </pc:sldChg>
      <pc:sldChg chg="addSp delSp modSp add mod">
        <pc:chgData name="JESUS ROCHA SALAZAR" userId="4e0323458c84468b" providerId="LiveId" clId="{DC2CD160-77F3-4A47-9FD0-6C2276FF51A8}" dt="2026-02-06T21:10:08.024" v="87" actId="1076"/>
        <pc:sldMkLst>
          <pc:docMk/>
          <pc:sldMk cId="2790956395" sldId="2147473177"/>
        </pc:sldMkLst>
        <pc:spChg chg="del">
          <ac:chgData name="JESUS ROCHA SALAZAR" userId="4e0323458c84468b" providerId="LiveId" clId="{DC2CD160-77F3-4A47-9FD0-6C2276FF51A8}" dt="2026-02-06T21:09:28.885" v="77" actId="478"/>
          <ac:spMkLst>
            <pc:docMk/>
            <pc:sldMk cId="2790956395" sldId="2147473177"/>
            <ac:spMk id="2" creationId="{733B6369-BC9B-498D-7CC1-49B5DD1964DF}"/>
          </ac:spMkLst>
        </pc:spChg>
        <pc:spChg chg="add mod">
          <ac:chgData name="JESUS ROCHA SALAZAR" userId="4e0323458c84468b" providerId="LiveId" clId="{DC2CD160-77F3-4A47-9FD0-6C2276FF51A8}" dt="2026-02-06T21:10:02.984" v="86" actId="1076"/>
          <ac:spMkLst>
            <pc:docMk/>
            <pc:sldMk cId="2790956395" sldId="2147473177"/>
            <ac:spMk id="4" creationId="{A9213EA2-ECE0-826E-9251-BD93AF479D10}"/>
          </ac:spMkLst>
        </pc:spChg>
        <pc:graphicFrameChg chg="del">
          <ac:chgData name="JESUS ROCHA SALAZAR" userId="4e0323458c84468b" providerId="LiveId" clId="{DC2CD160-77F3-4A47-9FD0-6C2276FF51A8}" dt="2026-02-06T21:09:30.458" v="78" actId="478"/>
          <ac:graphicFrameMkLst>
            <pc:docMk/>
            <pc:sldMk cId="2790956395" sldId="2147473177"/>
            <ac:graphicFrameMk id="3" creationId="{87C04674-52EE-A430-7127-6922393E4F8A}"/>
          </ac:graphicFrameMkLst>
        </pc:graphicFrameChg>
        <pc:graphicFrameChg chg="add mod">
          <ac:chgData name="JESUS ROCHA SALAZAR" userId="4e0323458c84468b" providerId="LiveId" clId="{DC2CD160-77F3-4A47-9FD0-6C2276FF51A8}" dt="2026-02-06T21:10:08.024" v="87" actId="1076"/>
          <ac:graphicFrameMkLst>
            <pc:docMk/>
            <pc:sldMk cId="2790956395" sldId="2147473177"/>
            <ac:graphicFrameMk id="7" creationId="{580C7E0A-EE6A-6FFD-A0C4-FF81A563B1CD}"/>
          </ac:graphicFrameMkLst>
        </pc:graphicFrameChg>
      </pc:sldChg>
      <pc:sldChg chg="addSp delSp modSp add mod">
        <pc:chgData name="JESUS ROCHA SALAZAR" userId="4e0323458c84468b" providerId="LiveId" clId="{DC2CD160-77F3-4A47-9FD0-6C2276FF51A8}" dt="2026-02-06T21:11:44.747" v="108" actId="1076"/>
        <pc:sldMkLst>
          <pc:docMk/>
          <pc:sldMk cId="620814691" sldId="2147473178"/>
        </pc:sldMkLst>
        <pc:spChg chg="add mod">
          <ac:chgData name="JESUS ROCHA SALAZAR" userId="4e0323458c84468b" providerId="LiveId" clId="{DC2CD160-77F3-4A47-9FD0-6C2276FF51A8}" dt="2026-02-06T21:11:11.613" v="100" actId="1076"/>
          <ac:spMkLst>
            <pc:docMk/>
            <pc:sldMk cId="620814691" sldId="2147473178"/>
            <ac:spMk id="2" creationId="{B1C9F5CD-A331-EC7D-30D7-289933A1A209}"/>
          </ac:spMkLst>
        </pc:spChg>
        <pc:spChg chg="add mod">
          <ac:chgData name="JESUS ROCHA SALAZAR" userId="4e0323458c84468b" providerId="LiveId" clId="{DC2CD160-77F3-4A47-9FD0-6C2276FF51A8}" dt="2026-02-06T21:11:18.484" v="102" actId="1076"/>
          <ac:spMkLst>
            <pc:docMk/>
            <pc:sldMk cId="620814691" sldId="2147473178"/>
            <ac:spMk id="3" creationId="{71D05A58-9059-978E-09FC-5C520EE7773E}"/>
          </ac:spMkLst>
        </pc:spChg>
        <pc:spChg chg="del">
          <ac:chgData name="JESUS ROCHA SALAZAR" userId="4e0323458c84468b" providerId="LiveId" clId="{DC2CD160-77F3-4A47-9FD0-6C2276FF51A8}" dt="2026-02-06T21:10:16.449" v="89" actId="478"/>
          <ac:spMkLst>
            <pc:docMk/>
            <pc:sldMk cId="620814691" sldId="2147473178"/>
            <ac:spMk id="4" creationId="{DFC6F540-4AEC-AA75-870F-BDDE2C77025C}"/>
          </ac:spMkLst>
        </pc:spChg>
        <pc:spChg chg="add mod">
          <ac:chgData name="JESUS ROCHA SALAZAR" userId="4e0323458c84468b" providerId="LiveId" clId="{DC2CD160-77F3-4A47-9FD0-6C2276FF51A8}" dt="2026-02-06T21:11:29.530" v="105" actId="14100"/>
          <ac:spMkLst>
            <pc:docMk/>
            <pc:sldMk cId="620814691" sldId="2147473178"/>
            <ac:spMk id="8" creationId="{A4DF0CE6-7D28-7BD8-1B01-1004952DC252}"/>
          </ac:spMkLst>
        </pc:spChg>
        <pc:graphicFrameChg chg="del">
          <ac:chgData name="JESUS ROCHA SALAZAR" userId="4e0323458c84468b" providerId="LiveId" clId="{DC2CD160-77F3-4A47-9FD0-6C2276FF51A8}" dt="2026-02-06T21:10:17.980" v="90" actId="478"/>
          <ac:graphicFrameMkLst>
            <pc:docMk/>
            <pc:sldMk cId="620814691" sldId="2147473178"/>
            <ac:graphicFrameMk id="7" creationId="{814F08A1-9EC2-5419-567D-9C172FDA2CDB}"/>
          </ac:graphicFrameMkLst>
        </pc:graphicFrameChg>
        <pc:graphicFrameChg chg="add mod">
          <ac:chgData name="JESUS ROCHA SALAZAR" userId="4e0323458c84468b" providerId="LiveId" clId="{DC2CD160-77F3-4A47-9FD0-6C2276FF51A8}" dt="2026-02-06T21:11:44.747" v="108" actId="1076"/>
          <ac:graphicFrameMkLst>
            <pc:docMk/>
            <pc:sldMk cId="620814691" sldId="2147473178"/>
            <ac:graphicFrameMk id="9" creationId="{0B68314F-CB04-17A7-F0A6-9AFECB25C444}"/>
          </ac:graphicFrameMkLst>
        </pc:graphicFrameChg>
      </pc:sldChg>
      <pc:sldChg chg="addSp delSp modSp add mod">
        <pc:chgData name="JESUS ROCHA SALAZAR" userId="4e0323458c84468b" providerId="LiveId" clId="{DC2CD160-77F3-4A47-9FD0-6C2276FF51A8}" dt="2026-02-06T21:12:43.473" v="121" actId="1076"/>
        <pc:sldMkLst>
          <pc:docMk/>
          <pc:sldMk cId="3741944382" sldId="2147473179"/>
        </pc:sldMkLst>
        <pc:spChg chg="del">
          <ac:chgData name="JESUS ROCHA SALAZAR" userId="4e0323458c84468b" providerId="LiveId" clId="{DC2CD160-77F3-4A47-9FD0-6C2276FF51A8}" dt="2026-02-06T21:12:09.731" v="110" actId="478"/>
          <ac:spMkLst>
            <pc:docMk/>
            <pc:sldMk cId="3741944382" sldId="2147473179"/>
            <ac:spMk id="2" creationId="{3FA77312-DE1C-3265-484D-1B358AF4F1C2}"/>
          </ac:spMkLst>
        </pc:spChg>
        <pc:spChg chg="del">
          <ac:chgData name="JESUS ROCHA SALAZAR" userId="4e0323458c84468b" providerId="LiveId" clId="{DC2CD160-77F3-4A47-9FD0-6C2276FF51A8}" dt="2026-02-06T21:12:11.894" v="111" actId="478"/>
          <ac:spMkLst>
            <pc:docMk/>
            <pc:sldMk cId="3741944382" sldId="2147473179"/>
            <ac:spMk id="3" creationId="{D95BA055-56F0-2FE0-AA4E-43B8DCB76E73}"/>
          </ac:spMkLst>
        </pc:spChg>
        <pc:spChg chg="add mod">
          <ac:chgData name="JESUS ROCHA SALAZAR" userId="4e0323458c84468b" providerId="LiveId" clId="{DC2CD160-77F3-4A47-9FD0-6C2276FF51A8}" dt="2026-02-06T21:12:41.014" v="120" actId="1076"/>
          <ac:spMkLst>
            <pc:docMk/>
            <pc:sldMk cId="3741944382" sldId="2147473179"/>
            <ac:spMk id="4" creationId="{36C90C01-4297-71A2-EC37-5215C1D230A8}"/>
          </ac:spMkLst>
        </pc:spChg>
        <pc:spChg chg="add mod">
          <ac:chgData name="JESUS ROCHA SALAZAR" userId="4e0323458c84468b" providerId="LiveId" clId="{DC2CD160-77F3-4A47-9FD0-6C2276FF51A8}" dt="2026-02-06T21:12:43.473" v="121" actId="1076"/>
          <ac:spMkLst>
            <pc:docMk/>
            <pc:sldMk cId="3741944382" sldId="2147473179"/>
            <ac:spMk id="7" creationId="{62994BE3-B526-7FA9-7307-E933D2ABB485}"/>
          </ac:spMkLst>
        </pc:spChg>
        <pc:spChg chg="del">
          <ac:chgData name="JESUS ROCHA SALAZAR" userId="4e0323458c84468b" providerId="LiveId" clId="{DC2CD160-77F3-4A47-9FD0-6C2276FF51A8}" dt="2026-02-06T21:12:14.337" v="112" actId="478"/>
          <ac:spMkLst>
            <pc:docMk/>
            <pc:sldMk cId="3741944382" sldId="2147473179"/>
            <ac:spMk id="8" creationId="{CA78393A-7209-BB4C-4F26-2AF16A82B5C9}"/>
          </ac:spMkLst>
        </pc:spChg>
      </pc:sldChg>
      <pc:sldChg chg="addSp delSp modSp add mod">
        <pc:chgData name="JESUS ROCHA SALAZAR" userId="4e0323458c84468b" providerId="LiveId" clId="{DC2CD160-77F3-4A47-9FD0-6C2276FF51A8}" dt="2026-02-06T21:13:56.836" v="142" actId="1076"/>
        <pc:sldMkLst>
          <pc:docMk/>
          <pc:sldMk cId="1383887681" sldId="2147473180"/>
        </pc:sldMkLst>
        <pc:spChg chg="add mod">
          <ac:chgData name="JESUS ROCHA SALAZAR" userId="4e0323458c84468b" providerId="LiveId" clId="{DC2CD160-77F3-4A47-9FD0-6C2276FF51A8}" dt="2026-02-06T21:13:33.253" v="133" actId="1076"/>
          <ac:spMkLst>
            <pc:docMk/>
            <pc:sldMk cId="1383887681" sldId="2147473180"/>
            <ac:spMk id="2" creationId="{0478E436-82FE-19EC-8529-F8877FAAEB60}"/>
          </ac:spMkLst>
        </pc:spChg>
        <pc:spChg chg="add mod">
          <ac:chgData name="JESUS ROCHA SALAZAR" userId="4e0323458c84468b" providerId="LiveId" clId="{DC2CD160-77F3-4A47-9FD0-6C2276FF51A8}" dt="2026-02-06T21:13:43.662" v="137" actId="1076"/>
          <ac:spMkLst>
            <pc:docMk/>
            <pc:sldMk cId="1383887681" sldId="2147473180"/>
            <ac:spMk id="3" creationId="{46BB0D7E-47A5-DB59-661E-6A8A650F7E3C}"/>
          </ac:spMkLst>
        </pc:spChg>
        <pc:spChg chg="del">
          <ac:chgData name="JESUS ROCHA SALAZAR" userId="4e0323458c84468b" providerId="LiveId" clId="{DC2CD160-77F3-4A47-9FD0-6C2276FF51A8}" dt="2026-02-06T21:12:57.035" v="123" actId="478"/>
          <ac:spMkLst>
            <pc:docMk/>
            <pc:sldMk cId="1383887681" sldId="2147473180"/>
            <ac:spMk id="4" creationId="{CF29EAA4-5FDE-6D5E-BBF6-F724288C175F}"/>
          </ac:spMkLst>
        </pc:spChg>
        <pc:spChg chg="del">
          <ac:chgData name="JESUS ROCHA SALAZAR" userId="4e0323458c84468b" providerId="LiveId" clId="{DC2CD160-77F3-4A47-9FD0-6C2276FF51A8}" dt="2026-02-06T21:12:59.149" v="124" actId="478"/>
          <ac:spMkLst>
            <pc:docMk/>
            <pc:sldMk cId="1383887681" sldId="2147473180"/>
            <ac:spMk id="7" creationId="{3C95BE0B-DEC1-7DF6-079E-06D896E66510}"/>
          </ac:spMkLst>
        </pc:spChg>
        <pc:spChg chg="add mod">
          <ac:chgData name="JESUS ROCHA SALAZAR" userId="4e0323458c84468b" providerId="LiveId" clId="{DC2CD160-77F3-4A47-9FD0-6C2276FF51A8}" dt="2026-02-06T21:13:56.836" v="142" actId="1076"/>
          <ac:spMkLst>
            <pc:docMk/>
            <pc:sldMk cId="1383887681" sldId="2147473180"/>
            <ac:spMk id="8" creationId="{A8F983D5-5C3D-D1FB-7B8F-48B05BE62DEA}"/>
          </ac:spMkLst>
        </pc:spChg>
      </pc:sldChg>
      <pc:sldChg chg="addSp delSp modSp add mod modAnim">
        <pc:chgData name="JESUS ROCHA SALAZAR" userId="4e0323458c84468b" providerId="LiveId" clId="{DC2CD160-77F3-4A47-9FD0-6C2276FF51A8}" dt="2026-02-06T21:16:05.050" v="162" actId="1076"/>
        <pc:sldMkLst>
          <pc:docMk/>
          <pc:sldMk cId="2851787557" sldId="2147473181"/>
        </pc:sldMkLst>
        <pc:spChg chg="del">
          <ac:chgData name="JESUS ROCHA SALAZAR" userId="4e0323458c84468b" providerId="LiveId" clId="{DC2CD160-77F3-4A47-9FD0-6C2276FF51A8}" dt="2026-02-06T21:14:21.015" v="147" actId="478"/>
          <ac:spMkLst>
            <pc:docMk/>
            <pc:sldMk cId="2851787557" sldId="2147473181"/>
            <ac:spMk id="2" creationId="{DE7520ED-86F4-9F2C-C7D1-1F227C75F656}"/>
          </ac:spMkLst>
        </pc:spChg>
        <pc:spChg chg="del">
          <ac:chgData name="JESUS ROCHA SALAZAR" userId="4e0323458c84468b" providerId="LiveId" clId="{DC2CD160-77F3-4A47-9FD0-6C2276FF51A8}" dt="2026-02-06T21:14:13.909" v="144" actId="478"/>
          <ac:spMkLst>
            <pc:docMk/>
            <pc:sldMk cId="2851787557" sldId="2147473181"/>
            <ac:spMk id="3" creationId="{B62A0574-88CD-F060-838D-99DC217D728E}"/>
          </ac:spMkLst>
        </pc:spChg>
        <pc:spChg chg="add del mod">
          <ac:chgData name="JESUS ROCHA SALAZAR" userId="4e0323458c84468b" providerId="LiveId" clId="{DC2CD160-77F3-4A47-9FD0-6C2276FF51A8}" dt="2026-02-06T21:15:04.599" v="152" actId="478"/>
          <ac:spMkLst>
            <pc:docMk/>
            <pc:sldMk cId="2851787557" sldId="2147473181"/>
            <ac:spMk id="4" creationId="{DB2B11E1-0497-8795-9A08-72F769BB2077}"/>
          </ac:spMkLst>
        </pc:spChg>
        <pc:spChg chg="add mod">
          <ac:chgData name="JESUS ROCHA SALAZAR" userId="4e0323458c84468b" providerId="LiveId" clId="{DC2CD160-77F3-4A47-9FD0-6C2276FF51A8}" dt="2026-02-06T21:15:20.814" v="155" actId="1076"/>
          <ac:spMkLst>
            <pc:docMk/>
            <pc:sldMk cId="2851787557" sldId="2147473181"/>
            <ac:spMk id="7" creationId="{EBE45864-2BB3-E9B9-E66E-BD6CF4A0016B}"/>
          </ac:spMkLst>
        </pc:spChg>
        <pc:spChg chg="del">
          <ac:chgData name="JESUS ROCHA SALAZAR" userId="4e0323458c84468b" providerId="LiveId" clId="{DC2CD160-77F3-4A47-9FD0-6C2276FF51A8}" dt="2026-02-06T21:14:16.069" v="145" actId="478"/>
          <ac:spMkLst>
            <pc:docMk/>
            <pc:sldMk cId="2851787557" sldId="2147473181"/>
            <ac:spMk id="8" creationId="{A2EDD380-6EF8-10A8-1D2B-C3832151982D}"/>
          </ac:spMkLst>
        </pc:spChg>
        <pc:spChg chg="add mod">
          <ac:chgData name="JESUS ROCHA SALAZAR" userId="4e0323458c84468b" providerId="LiveId" clId="{DC2CD160-77F3-4A47-9FD0-6C2276FF51A8}" dt="2026-02-06T21:15:27.015" v="156" actId="20577"/>
          <ac:spMkLst>
            <pc:docMk/>
            <pc:sldMk cId="2851787557" sldId="2147473181"/>
            <ac:spMk id="10" creationId="{831FDEEC-F539-4D20-FBD6-D03B215F75FB}"/>
          </ac:spMkLst>
        </pc:spChg>
        <pc:spChg chg="add mod">
          <ac:chgData name="JESUS ROCHA SALAZAR" userId="4e0323458c84468b" providerId="LiveId" clId="{DC2CD160-77F3-4A47-9FD0-6C2276FF51A8}" dt="2026-02-06T21:15:20.814" v="155" actId="1076"/>
          <ac:spMkLst>
            <pc:docMk/>
            <pc:sldMk cId="2851787557" sldId="2147473181"/>
            <ac:spMk id="11" creationId="{8D3FA965-4AC1-07D7-E44F-DACD8888DAAA}"/>
          </ac:spMkLst>
        </pc:spChg>
        <pc:spChg chg="add mod">
          <ac:chgData name="JESUS ROCHA SALAZAR" userId="4e0323458c84468b" providerId="LiveId" clId="{DC2CD160-77F3-4A47-9FD0-6C2276FF51A8}" dt="2026-02-06T21:16:05.050" v="162" actId="1076"/>
          <ac:spMkLst>
            <pc:docMk/>
            <pc:sldMk cId="2851787557" sldId="2147473181"/>
            <ac:spMk id="15" creationId="{57D7E543-3E07-4B7D-EFEF-87E881D13B16}"/>
          </ac:spMkLst>
        </pc:spChg>
        <pc:spChg chg="add mod">
          <ac:chgData name="JESUS ROCHA SALAZAR" userId="4e0323458c84468b" providerId="LiveId" clId="{DC2CD160-77F3-4A47-9FD0-6C2276FF51A8}" dt="2026-02-06T21:15:31.965" v="157" actId="1076"/>
          <ac:spMkLst>
            <pc:docMk/>
            <pc:sldMk cId="2851787557" sldId="2147473181"/>
            <ac:spMk id="16" creationId="{1528A5D2-505F-D0EA-6494-AE2DC127732E}"/>
          </ac:spMkLst>
        </pc:spChg>
        <pc:spChg chg="add mod">
          <ac:chgData name="JESUS ROCHA SALAZAR" userId="4e0323458c84468b" providerId="LiveId" clId="{DC2CD160-77F3-4A47-9FD0-6C2276FF51A8}" dt="2026-02-06T21:15:58.878" v="161" actId="20577"/>
          <ac:spMkLst>
            <pc:docMk/>
            <pc:sldMk cId="2851787557" sldId="2147473181"/>
            <ac:spMk id="18" creationId="{66DA61A1-D3D9-AFC3-C72F-A9E1D48C9EB9}"/>
          </ac:spMkLst>
        </pc:spChg>
        <pc:cxnChg chg="add mod">
          <ac:chgData name="JESUS ROCHA SALAZAR" userId="4e0323458c84468b" providerId="LiveId" clId="{DC2CD160-77F3-4A47-9FD0-6C2276FF51A8}" dt="2026-02-06T21:15:45.828" v="159" actId="14100"/>
          <ac:cxnSpMkLst>
            <pc:docMk/>
            <pc:sldMk cId="2851787557" sldId="2147473181"/>
            <ac:cxnSpMk id="17" creationId="{579C24E8-FA7E-8497-332D-064A94D4EC23}"/>
          </ac:cxnSpMkLst>
        </pc:cxnChg>
      </pc:sldChg>
      <pc:sldChg chg="addSp delSp modSp add mod delAnim">
        <pc:chgData name="JESUS ROCHA SALAZAR" userId="4e0323458c84468b" providerId="LiveId" clId="{DC2CD160-77F3-4A47-9FD0-6C2276FF51A8}" dt="2026-02-06T21:17:20.249" v="181" actId="1076"/>
        <pc:sldMkLst>
          <pc:docMk/>
          <pc:sldMk cId="1326375213" sldId="2147473182"/>
        </pc:sldMkLst>
        <pc:spChg chg="add mod">
          <ac:chgData name="JESUS ROCHA SALAZAR" userId="4e0323458c84468b" providerId="LiveId" clId="{DC2CD160-77F3-4A47-9FD0-6C2276FF51A8}" dt="2026-02-06T21:16:49.647" v="174" actId="1076"/>
          <ac:spMkLst>
            <pc:docMk/>
            <pc:sldMk cId="1326375213" sldId="2147473182"/>
            <ac:spMk id="2" creationId="{A9536CED-B75B-2705-09F4-FD6F63E76017}"/>
          </ac:spMkLst>
        </pc:spChg>
        <pc:spChg chg="add mod">
          <ac:chgData name="JESUS ROCHA SALAZAR" userId="4e0323458c84468b" providerId="LiveId" clId="{DC2CD160-77F3-4A47-9FD0-6C2276FF51A8}" dt="2026-02-06T21:16:49.647" v="174" actId="1076"/>
          <ac:spMkLst>
            <pc:docMk/>
            <pc:sldMk cId="1326375213" sldId="2147473182"/>
            <ac:spMk id="3" creationId="{A30131DA-73CE-F53E-C6A8-7488736E5135}"/>
          </ac:spMkLst>
        </pc:spChg>
        <pc:spChg chg="add mod">
          <ac:chgData name="JESUS ROCHA SALAZAR" userId="4e0323458c84468b" providerId="LiveId" clId="{DC2CD160-77F3-4A47-9FD0-6C2276FF51A8}" dt="2026-02-06T21:16:53.380" v="175" actId="1076"/>
          <ac:spMkLst>
            <pc:docMk/>
            <pc:sldMk cId="1326375213" sldId="2147473182"/>
            <ac:spMk id="4" creationId="{3C9CC04C-DF27-6290-624A-667B9E2ABDD0}"/>
          </ac:spMkLst>
        </pc:spChg>
        <pc:spChg chg="del">
          <ac:chgData name="JESUS ROCHA SALAZAR" userId="4e0323458c84468b" providerId="LiveId" clId="{DC2CD160-77F3-4A47-9FD0-6C2276FF51A8}" dt="2026-02-06T21:16:15.182" v="164" actId="478"/>
          <ac:spMkLst>
            <pc:docMk/>
            <pc:sldMk cId="1326375213" sldId="2147473182"/>
            <ac:spMk id="7" creationId="{E1917601-505B-A62D-90AA-00AD268CFF7C}"/>
          </ac:spMkLst>
        </pc:spChg>
        <pc:spChg chg="add mod">
          <ac:chgData name="JESUS ROCHA SALAZAR" userId="4e0323458c84468b" providerId="LiveId" clId="{DC2CD160-77F3-4A47-9FD0-6C2276FF51A8}" dt="2026-02-06T21:16:56.258" v="176" actId="1076"/>
          <ac:spMkLst>
            <pc:docMk/>
            <pc:sldMk cId="1326375213" sldId="2147473182"/>
            <ac:spMk id="8" creationId="{8A655DD3-26F2-D8CF-95A2-F041FA7FA5FB}"/>
          </ac:spMkLst>
        </pc:spChg>
        <pc:spChg chg="del">
          <ac:chgData name="JESUS ROCHA SALAZAR" userId="4e0323458c84468b" providerId="LiveId" clId="{DC2CD160-77F3-4A47-9FD0-6C2276FF51A8}" dt="2026-02-06T21:16:17.664" v="166" actId="478"/>
          <ac:spMkLst>
            <pc:docMk/>
            <pc:sldMk cId="1326375213" sldId="2147473182"/>
            <ac:spMk id="10" creationId="{4499095E-7763-94B0-DEAF-8264914B1632}"/>
          </ac:spMkLst>
        </pc:spChg>
        <pc:spChg chg="del">
          <ac:chgData name="JESUS ROCHA SALAZAR" userId="4e0323458c84468b" providerId="LiveId" clId="{DC2CD160-77F3-4A47-9FD0-6C2276FF51A8}" dt="2026-02-06T21:16:16.599" v="165" actId="478"/>
          <ac:spMkLst>
            <pc:docMk/>
            <pc:sldMk cId="1326375213" sldId="2147473182"/>
            <ac:spMk id="11" creationId="{A7B1F2F3-74E0-01B1-EAB1-F0BE9F6AB67A}"/>
          </ac:spMkLst>
        </pc:spChg>
        <pc:spChg chg="del">
          <ac:chgData name="JESUS ROCHA SALAZAR" userId="4e0323458c84468b" providerId="LiveId" clId="{DC2CD160-77F3-4A47-9FD0-6C2276FF51A8}" dt="2026-02-06T21:16:25.522" v="170" actId="478"/>
          <ac:spMkLst>
            <pc:docMk/>
            <pc:sldMk cId="1326375213" sldId="2147473182"/>
            <ac:spMk id="15" creationId="{444FC981-48DB-F941-B154-2C57E63A0804}"/>
          </ac:spMkLst>
        </pc:spChg>
        <pc:spChg chg="del">
          <ac:chgData name="JESUS ROCHA SALAZAR" userId="4e0323458c84468b" providerId="LiveId" clId="{DC2CD160-77F3-4A47-9FD0-6C2276FF51A8}" dt="2026-02-06T21:16:19.424" v="167" actId="478"/>
          <ac:spMkLst>
            <pc:docMk/>
            <pc:sldMk cId="1326375213" sldId="2147473182"/>
            <ac:spMk id="16" creationId="{8E68DD48-ED59-978E-9BF5-5F73973DF871}"/>
          </ac:spMkLst>
        </pc:spChg>
        <pc:spChg chg="del">
          <ac:chgData name="JESUS ROCHA SALAZAR" userId="4e0323458c84468b" providerId="LiveId" clId="{DC2CD160-77F3-4A47-9FD0-6C2276FF51A8}" dt="2026-02-06T21:16:24.731" v="169" actId="478"/>
          <ac:spMkLst>
            <pc:docMk/>
            <pc:sldMk cId="1326375213" sldId="2147473182"/>
            <ac:spMk id="18" creationId="{E1F02BDD-0886-A94C-D3CA-FC703173CF97}"/>
          </ac:spMkLst>
        </pc:spChg>
        <pc:spChg chg="add mod">
          <ac:chgData name="JESUS ROCHA SALAZAR" userId="4e0323458c84468b" providerId="LiveId" clId="{DC2CD160-77F3-4A47-9FD0-6C2276FF51A8}" dt="2026-02-06T21:17:20.249" v="181" actId="1076"/>
          <ac:spMkLst>
            <pc:docMk/>
            <pc:sldMk cId="1326375213" sldId="2147473182"/>
            <ac:spMk id="19" creationId="{C6CCAAE4-B840-9E7C-CEE5-D32AA126DB5D}"/>
          </ac:spMkLst>
        </pc:spChg>
        <pc:cxnChg chg="del">
          <ac:chgData name="JESUS ROCHA SALAZAR" userId="4e0323458c84468b" providerId="LiveId" clId="{DC2CD160-77F3-4A47-9FD0-6C2276FF51A8}" dt="2026-02-06T21:16:23.034" v="168" actId="478"/>
          <ac:cxnSpMkLst>
            <pc:docMk/>
            <pc:sldMk cId="1326375213" sldId="2147473182"/>
            <ac:cxnSpMk id="17" creationId="{5CA3D4BF-97CA-486A-31DA-926352B85BC2}"/>
          </ac:cxnSpMkLst>
        </pc:cxnChg>
      </pc:sldChg>
      <pc:sldChg chg="addSp delSp modSp add mod modAnim">
        <pc:chgData name="JESUS ROCHA SALAZAR" userId="4e0323458c84468b" providerId="LiveId" clId="{DC2CD160-77F3-4A47-9FD0-6C2276FF51A8}" dt="2026-02-06T21:24:59.076" v="256" actId="1076"/>
        <pc:sldMkLst>
          <pc:docMk/>
          <pc:sldMk cId="3083692072" sldId="2147473183"/>
        </pc:sldMkLst>
        <pc:spChg chg="del">
          <ac:chgData name="JESUS ROCHA SALAZAR" userId="4e0323458c84468b" providerId="LiveId" clId="{DC2CD160-77F3-4A47-9FD0-6C2276FF51A8}" dt="2026-02-06T21:17:38.060" v="187" actId="478"/>
          <ac:spMkLst>
            <pc:docMk/>
            <pc:sldMk cId="3083692072" sldId="2147473183"/>
            <ac:spMk id="2" creationId="{5D51A533-4FE9-F950-B4D3-AE68CE56E0A1}"/>
          </ac:spMkLst>
        </pc:spChg>
        <pc:spChg chg="del">
          <ac:chgData name="JESUS ROCHA SALAZAR" userId="4e0323458c84468b" providerId="LiveId" clId="{DC2CD160-77F3-4A47-9FD0-6C2276FF51A8}" dt="2026-02-06T21:17:26.713" v="183" actId="478"/>
          <ac:spMkLst>
            <pc:docMk/>
            <pc:sldMk cId="3083692072" sldId="2147473183"/>
            <ac:spMk id="3" creationId="{9BE62D4D-CF2A-7E7B-FFE9-C2B53249902B}"/>
          </ac:spMkLst>
        </pc:spChg>
        <pc:spChg chg="del">
          <ac:chgData name="JESUS ROCHA SALAZAR" userId="4e0323458c84468b" providerId="LiveId" clId="{DC2CD160-77F3-4A47-9FD0-6C2276FF51A8}" dt="2026-02-06T21:17:30.700" v="184" actId="478"/>
          <ac:spMkLst>
            <pc:docMk/>
            <pc:sldMk cId="3083692072" sldId="2147473183"/>
            <ac:spMk id="4" creationId="{6195ECE1-6735-8BEE-00E4-6C7DA983210B}"/>
          </ac:spMkLst>
        </pc:spChg>
        <pc:spChg chg="add mod">
          <ac:chgData name="JESUS ROCHA SALAZAR" userId="4e0323458c84468b" providerId="LiveId" clId="{DC2CD160-77F3-4A47-9FD0-6C2276FF51A8}" dt="2026-02-06T21:24:59.076" v="256" actId="1076"/>
          <ac:spMkLst>
            <pc:docMk/>
            <pc:sldMk cId="3083692072" sldId="2147473183"/>
            <ac:spMk id="7" creationId="{CA802D80-064A-A986-FFF1-A5E8EF3384BC}"/>
          </ac:spMkLst>
        </pc:spChg>
        <pc:spChg chg="del">
          <ac:chgData name="JESUS ROCHA SALAZAR" userId="4e0323458c84468b" providerId="LiveId" clId="{DC2CD160-77F3-4A47-9FD0-6C2276FF51A8}" dt="2026-02-06T21:17:26.713" v="183" actId="478"/>
          <ac:spMkLst>
            <pc:docMk/>
            <pc:sldMk cId="3083692072" sldId="2147473183"/>
            <ac:spMk id="8" creationId="{63DFD8AB-20D7-C986-E188-1CB414913319}"/>
          </ac:spMkLst>
        </pc:spChg>
        <pc:spChg chg="add mod">
          <ac:chgData name="JESUS ROCHA SALAZAR" userId="4e0323458c84468b" providerId="LiveId" clId="{DC2CD160-77F3-4A47-9FD0-6C2276FF51A8}" dt="2026-02-06T21:24:46.264" v="254" actId="1076"/>
          <ac:spMkLst>
            <pc:docMk/>
            <pc:sldMk cId="3083692072" sldId="2147473183"/>
            <ac:spMk id="10" creationId="{8E33509F-6878-3169-5037-BD6E925107BF}"/>
          </ac:spMkLst>
        </pc:spChg>
        <pc:spChg chg="add mod">
          <ac:chgData name="JESUS ROCHA SALAZAR" userId="4e0323458c84468b" providerId="LiveId" clId="{DC2CD160-77F3-4A47-9FD0-6C2276FF51A8}" dt="2026-02-06T21:18:37.319" v="195" actId="1076"/>
          <ac:spMkLst>
            <pc:docMk/>
            <pc:sldMk cId="3083692072" sldId="2147473183"/>
            <ac:spMk id="11" creationId="{C1C88C04-4DBB-F071-CA42-C19D7313D178}"/>
          </ac:spMkLst>
        </pc:spChg>
        <pc:spChg chg="add mod">
          <ac:chgData name="JESUS ROCHA SALAZAR" userId="4e0323458c84468b" providerId="LiveId" clId="{DC2CD160-77F3-4A47-9FD0-6C2276FF51A8}" dt="2026-02-06T21:24:53.714" v="255" actId="1076"/>
          <ac:spMkLst>
            <pc:docMk/>
            <pc:sldMk cId="3083692072" sldId="2147473183"/>
            <ac:spMk id="15" creationId="{A7B0F409-6BB3-35D9-0B72-D61330C63269}"/>
          </ac:spMkLst>
        </pc:spChg>
        <pc:spChg chg="add mod">
          <ac:chgData name="JESUS ROCHA SALAZAR" userId="4e0323458c84468b" providerId="LiveId" clId="{DC2CD160-77F3-4A47-9FD0-6C2276FF51A8}" dt="2026-02-06T21:19:11.385" v="200" actId="1076"/>
          <ac:spMkLst>
            <pc:docMk/>
            <pc:sldMk cId="3083692072" sldId="2147473183"/>
            <ac:spMk id="16" creationId="{812E97A4-D57C-FACB-624F-BD0FF8B19685}"/>
          </ac:spMkLst>
        </pc:spChg>
        <pc:spChg chg="add mod">
          <ac:chgData name="JESUS ROCHA SALAZAR" userId="4e0323458c84468b" providerId="LiveId" clId="{DC2CD160-77F3-4A47-9FD0-6C2276FF51A8}" dt="2026-02-06T21:18:51.466" v="199" actId="1076"/>
          <ac:spMkLst>
            <pc:docMk/>
            <pc:sldMk cId="3083692072" sldId="2147473183"/>
            <ac:spMk id="17" creationId="{56F57288-2ECD-C77D-900F-C892038EFBE4}"/>
          </ac:spMkLst>
        </pc:spChg>
        <pc:spChg chg="del mod">
          <ac:chgData name="JESUS ROCHA SALAZAR" userId="4e0323458c84468b" providerId="LiveId" clId="{DC2CD160-77F3-4A47-9FD0-6C2276FF51A8}" dt="2026-02-06T21:17:35.575" v="186" actId="478"/>
          <ac:spMkLst>
            <pc:docMk/>
            <pc:sldMk cId="3083692072" sldId="2147473183"/>
            <ac:spMk id="19" creationId="{3CFCAEB2-A6D2-020E-27CC-C77EEDBF909C}"/>
          </ac:spMkLst>
        </pc:spChg>
      </pc:sldChg>
      <pc:sldChg chg="addSp delSp modSp add mod delAnim">
        <pc:chgData name="JESUS ROCHA SALAZAR" userId="4e0323458c84468b" providerId="LiveId" clId="{DC2CD160-77F3-4A47-9FD0-6C2276FF51A8}" dt="2026-02-06T21:25:29.432" v="259" actId="1076"/>
        <pc:sldMkLst>
          <pc:docMk/>
          <pc:sldMk cId="2377358384" sldId="2147473184"/>
        </pc:sldMkLst>
        <pc:spChg chg="add mod">
          <ac:chgData name="JESUS ROCHA SALAZAR" userId="4e0323458c84468b" providerId="LiveId" clId="{DC2CD160-77F3-4A47-9FD0-6C2276FF51A8}" dt="2026-02-06T21:20:10.493" v="212" actId="1076"/>
          <ac:spMkLst>
            <pc:docMk/>
            <pc:sldMk cId="2377358384" sldId="2147473184"/>
            <ac:spMk id="2" creationId="{0F6690EB-A5B5-4069-7D63-A96ECD530A02}"/>
          </ac:spMkLst>
        </pc:spChg>
        <pc:spChg chg="add mod">
          <ac:chgData name="JESUS ROCHA SALAZAR" userId="4e0323458c84468b" providerId="LiveId" clId="{DC2CD160-77F3-4A47-9FD0-6C2276FF51A8}" dt="2026-02-06T21:20:12.657" v="213" actId="1076"/>
          <ac:spMkLst>
            <pc:docMk/>
            <pc:sldMk cId="2377358384" sldId="2147473184"/>
            <ac:spMk id="3" creationId="{DE52F676-1767-EC48-CED4-750EA7C9D04C}"/>
          </ac:spMkLst>
        </pc:spChg>
        <pc:spChg chg="add mod">
          <ac:chgData name="JESUS ROCHA SALAZAR" userId="4e0323458c84468b" providerId="LiveId" clId="{DC2CD160-77F3-4A47-9FD0-6C2276FF51A8}" dt="2026-02-06T21:20:21.567" v="216" actId="14100"/>
          <ac:spMkLst>
            <pc:docMk/>
            <pc:sldMk cId="2377358384" sldId="2147473184"/>
            <ac:spMk id="4" creationId="{7C5FA628-D4F8-FC25-BCD9-207D275209C9}"/>
          </ac:spMkLst>
        </pc:spChg>
        <pc:spChg chg="del">
          <ac:chgData name="JESUS ROCHA SALAZAR" userId="4e0323458c84468b" providerId="LiveId" clId="{DC2CD160-77F3-4A47-9FD0-6C2276FF51A8}" dt="2026-02-06T21:19:34.232" v="207" actId="478"/>
          <ac:spMkLst>
            <pc:docMk/>
            <pc:sldMk cId="2377358384" sldId="2147473184"/>
            <ac:spMk id="7" creationId="{E94AAB6E-1208-FE13-A0C1-6B0F34E786A8}"/>
          </ac:spMkLst>
        </pc:spChg>
        <pc:spChg chg="add mod">
          <ac:chgData name="JESUS ROCHA SALAZAR" userId="4e0323458c84468b" providerId="LiveId" clId="{DC2CD160-77F3-4A47-9FD0-6C2276FF51A8}" dt="2026-02-06T21:25:29.432" v="259" actId="1076"/>
          <ac:spMkLst>
            <pc:docMk/>
            <pc:sldMk cId="2377358384" sldId="2147473184"/>
            <ac:spMk id="8" creationId="{BC4E2223-FC83-EA6B-560C-812E063113ED}"/>
          </ac:spMkLst>
        </pc:spChg>
        <pc:spChg chg="del">
          <ac:chgData name="JESUS ROCHA SALAZAR" userId="4e0323458c84468b" providerId="LiveId" clId="{DC2CD160-77F3-4A47-9FD0-6C2276FF51A8}" dt="2026-02-06T21:19:23.192" v="202" actId="478"/>
          <ac:spMkLst>
            <pc:docMk/>
            <pc:sldMk cId="2377358384" sldId="2147473184"/>
            <ac:spMk id="10" creationId="{1DFA5FC7-99F8-CB7D-7397-14A10C97DA72}"/>
          </ac:spMkLst>
        </pc:spChg>
        <pc:spChg chg="del">
          <ac:chgData name="JESUS ROCHA SALAZAR" userId="4e0323458c84468b" providerId="LiveId" clId="{DC2CD160-77F3-4A47-9FD0-6C2276FF51A8}" dt="2026-02-06T21:19:31.532" v="206" actId="478"/>
          <ac:spMkLst>
            <pc:docMk/>
            <pc:sldMk cId="2377358384" sldId="2147473184"/>
            <ac:spMk id="11" creationId="{EF6D72DB-10DD-0E66-8F3D-E1554CC99727}"/>
          </ac:spMkLst>
        </pc:spChg>
        <pc:spChg chg="del">
          <ac:chgData name="JESUS ROCHA SALAZAR" userId="4e0323458c84468b" providerId="LiveId" clId="{DC2CD160-77F3-4A47-9FD0-6C2276FF51A8}" dt="2026-02-06T21:19:25.204" v="203" actId="478"/>
          <ac:spMkLst>
            <pc:docMk/>
            <pc:sldMk cId="2377358384" sldId="2147473184"/>
            <ac:spMk id="15" creationId="{4FDB60A3-E13D-DCA8-0D86-BBFABD8AFA2B}"/>
          </ac:spMkLst>
        </pc:spChg>
        <pc:spChg chg="del">
          <ac:chgData name="JESUS ROCHA SALAZAR" userId="4e0323458c84468b" providerId="LiveId" clId="{DC2CD160-77F3-4A47-9FD0-6C2276FF51A8}" dt="2026-02-06T21:19:27.435" v="204" actId="478"/>
          <ac:spMkLst>
            <pc:docMk/>
            <pc:sldMk cId="2377358384" sldId="2147473184"/>
            <ac:spMk id="16" creationId="{8D6660CB-C634-93D3-558C-09040E9CE6A9}"/>
          </ac:spMkLst>
        </pc:spChg>
        <pc:spChg chg="del">
          <ac:chgData name="JESUS ROCHA SALAZAR" userId="4e0323458c84468b" providerId="LiveId" clId="{DC2CD160-77F3-4A47-9FD0-6C2276FF51A8}" dt="2026-02-06T21:19:29.210" v="205" actId="478"/>
          <ac:spMkLst>
            <pc:docMk/>
            <pc:sldMk cId="2377358384" sldId="2147473184"/>
            <ac:spMk id="17" creationId="{699636C6-E1EF-9B32-F89F-CD4B1F8FDED8}"/>
          </ac:spMkLst>
        </pc:spChg>
      </pc:sldChg>
      <pc:sldChg chg="addSp delSp modSp add mod">
        <pc:chgData name="JESUS ROCHA SALAZAR" userId="4e0323458c84468b" providerId="LiveId" clId="{DC2CD160-77F3-4A47-9FD0-6C2276FF51A8}" dt="2026-02-06T21:21:21.995" v="231" actId="1076"/>
        <pc:sldMkLst>
          <pc:docMk/>
          <pc:sldMk cId="3723268993" sldId="2147473185"/>
        </pc:sldMkLst>
        <pc:spChg chg="del">
          <ac:chgData name="JESUS ROCHA SALAZAR" userId="4e0323458c84468b" providerId="LiveId" clId="{DC2CD160-77F3-4A47-9FD0-6C2276FF51A8}" dt="2026-02-06T21:20:39.225" v="219" actId="478"/>
          <ac:spMkLst>
            <pc:docMk/>
            <pc:sldMk cId="3723268993" sldId="2147473185"/>
            <ac:spMk id="2" creationId="{0DAC1D85-3B06-7119-FCDF-5E9827F3A38C}"/>
          </ac:spMkLst>
        </pc:spChg>
        <pc:spChg chg="del">
          <ac:chgData name="JESUS ROCHA SALAZAR" userId="4e0323458c84468b" providerId="LiveId" clId="{DC2CD160-77F3-4A47-9FD0-6C2276FF51A8}" dt="2026-02-06T21:20:38" v="218" actId="478"/>
          <ac:spMkLst>
            <pc:docMk/>
            <pc:sldMk cId="3723268993" sldId="2147473185"/>
            <ac:spMk id="3" creationId="{6CC06A62-F496-0C1E-BFD4-45792C90A5FA}"/>
          </ac:spMkLst>
        </pc:spChg>
        <pc:spChg chg="del">
          <ac:chgData name="JESUS ROCHA SALAZAR" userId="4e0323458c84468b" providerId="LiveId" clId="{DC2CD160-77F3-4A47-9FD0-6C2276FF51A8}" dt="2026-02-06T21:20:41.474" v="221" actId="478"/>
          <ac:spMkLst>
            <pc:docMk/>
            <pc:sldMk cId="3723268993" sldId="2147473185"/>
            <ac:spMk id="4" creationId="{27F29C39-FF42-4495-8406-E8F66AAD5F13}"/>
          </ac:spMkLst>
        </pc:spChg>
        <pc:spChg chg="add mod">
          <ac:chgData name="JESUS ROCHA SALAZAR" userId="4e0323458c84468b" providerId="LiveId" clId="{DC2CD160-77F3-4A47-9FD0-6C2276FF51A8}" dt="2026-02-06T21:21:18.787" v="230" actId="1076"/>
          <ac:spMkLst>
            <pc:docMk/>
            <pc:sldMk cId="3723268993" sldId="2147473185"/>
            <ac:spMk id="7" creationId="{C01A0392-AF5F-12CE-4CDB-43B8AEF2270F}"/>
          </ac:spMkLst>
        </pc:spChg>
        <pc:spChg chg="del">
          <ac:chgData name="JESUS ROCHA SALAZAR" userId="4e0323458c84468b" providerId="LiveId" clId="{DC2CD160-77F3-4A47-9FD0-6C2276FF51A8}" dt="2026-02-06T21:20:40.451" v="220" actId="478"/>
          <ac:spMkLst>
            <pc:docMk/>
            <pc:sldMk cId="3723268993" sldId="2147473185"/>
            <ac:spMk id="8" creationId="{04A0CDB2-AF87-33C3-9AE7-6DC1AB2571D6}"/>
          </ac:spMkLst>
        </pc:spChg>
        <pc:spChg chg="add mod">
          <ac:chgData name="JESUS ROCHA SALAZAR" userId="4e0323458c84468b" providerId="LiveId" clId="{DC2CD160-77F3-4A47-9FD0-6C2276FF51A8}" dt="2026-02-06T21:21:21.995" v="231" actId="1076"/>
          <ac:spMkLst>
            <pc:docMk/>
            <pc:sldMk cId="3723268993" sldId="2147473185"/>
            <ac:spMk id="10" creationId="{B1B09029-7008-5FD9-CA11-F52571E5FFE1}"/>
          </ac:spMkLst>
        </pc:spChg>
        <pc:spChg chg="add mod">
          <ac:chgData name="JESUS ROCHA SALAZAR" userId="4e0323458c84468b" providerId="LiveId" clId="{DC2CD160-77F3-4A47-9FD0-6C2276FF51A8}" dt="2026-02-06T21:21:07.242" v="226" actId="1076"/>
          <ac:spMkLst>
            <pc:docMk/>
            <pc:sldMk cId="3723268993" sldId="2147473185"/>
            <ac:spMk id="11" creationId="{CDC10043-A60D-4CBD-43D9-DC43D65C17D5}"/>
          </ac:spMkLst>
        </pc:spChg>
        <pc:spChg chg="add mod">
          <ac:chgData name="JESUS ROCHA SALAZAR" userId="4e0323458c84468b" providerId="LiveId" clId="{DC2CD160-77F3-4A47-9FD0-6C2276FF51A8}" dt="2026-02-06T21:21:09.364" v="227" actId="1076"/>
          <ac:spMkLst>
            <pc:docMk/>
            <pc:sldMk cId="3723268993" sldId="2147473185"/>
            <ac:spMk id="15" creationId="{CAFEFE74-C3CB-41D2-7D13-0B86CDFADD43}"/>
          </ac:spMkLst>
        </pc:spChg>
        <pc:spChg chg="add mod">
          <ac:chgData name="JESUS ROCHA SALAZAR" userId="4e0323458c84468b" providerId="LiveId" clId="{DC2CD160-77F3-4A47-9FD0-6C2276FF51A8}" dt="2026-02-06T21:21:12.409" v="228" actId="1076"/>
          <ac:spMkLst>
            <pc:docMk/>
            <pc:sldMk cId="3723268993" sldId="2147473185"/>
            <ac:spMk id="16" creationId="{6C2D3276-6D7D-0A5B-CCD7-B98960C8944B}"/>
          </ac:spMkLst>
        </pc:spChg>
        <pc:spChg chg="add mod">
          <ac:chgData name="JESUS ROCHA SALAZAR" userId="4e0323458c84468b" providerId="LiveId" clId="{DC2CD160-77F3-4A47-9FD0-6C2276FF51A8}" dt="2026-02-06T21:21:16.141" v="229" actId="1076"/>
          <ac:spMkLst>
            <pc:docMk/>
            <pc:sldMk cId="3723268993" sldId="2147473185"/>
            <ac:spMk id="17" creationId="{7F71FF77-AECB-923E-53A0-34E2CBAB9037}"/>
          </ac:spMkLst>
        </pc:spChg>
      </pc:sldChg>
      <pc:sldChg chg="addSp delSp modSp add mod">
        <pc:chgData name="JESUS ROCHA SALAZAR" userId="4e0323458c84468b" providerId="LiveId" clId="{DC2CD160-77F3-4A47-9FD0-6C2276FF51A8}" dt="2026-02-06T21:22:56.518" v="252" actId="1076"/>
        <pc:sldMkLst>
          <pc:docMk/>
          <pc:sldMk cId="4149389634" sldId="2147473186"/>
        </pc:sldMkLst>
        <pc:spChg chg="add mod">
          <ac:chgData name="JESUS ROCHA SALAZAR" userId="4e0323458c84468b" providerId="LiveId" clId="{DC2CD160-77F3-4A47-9FD0-6C2276FF51A8}" dt="2026-02-06T21:22:53.377" v="251" actId="1076"/>
          <ac:spMkLst>
            <pc:docMk/>
            <pc:sldMk cId="4149389634" sldId="2147473186"/>
            <ac:spMk id="2" creationId="{B17B582D-1458-2662-C44E-D7B178E275DA}"/>
          </ac:spMkLst>
        </pc:spChg>
        <pc:spChg chg="add mod">
          <ac:chgData name="JESUS ROCHA SALAZAR" userId="4e0323458c84468b" providerId="LiveId" clId="{DC2CD160-77F3-4A47-9FD0-6C2276FF51A8}" dt="2026-02-06T21:22:11.542" v="243" actId="1076"/>
          <ac:spMkLst>
            <pc:docMk/>
            <pc:sldMk cId="4149389634" sldId="2147473186"/>
            <ac:spMk id="3" creationId="{AA300B06-21AE-B894-16BA-8EE6C0784A71}"/>
          </ac:spMkLst>
        </pc:spChg>
        <pc:spChg chg="add mod">
          <ac:chgData name="JESUS ROCHA SALAZAR" userId="4e0323458c84468b" providerId="LiveId" clId="{DC2CD160-77F3-4A47-9FD0-6C2276FF51A8}" dt="2026-02-06T21:22:56.518" v="252" actId="1076"/>
          <ac:spMkLst>
            <pc:docMk/>
            <pc:sldMk cId="4149389634" sldId="2147473186"/>
            <ac:spMk id="4" creationId="{6D301FDC-9AD9-C6E9-71B8-36CD1F1A0AA7}"/>
          </ac:spMkLst>
        </pc:spChg>
        <pc:spChg chg="del">
          <ac:chgData name="JESUS ROCHA SALAZAR" userId="4e0323458c84468b" providerId="LiveId" clId="{DC2CD160-77F3-4A47-9FD0-6C2276FF51A8}" dt="2026-02-06T21:21:31.538" v="234" actId="478"/>
          <ac:spMkLst>
            <pc:docMk/>
            <pc:sldMk cId="4149389634" sldId="2147473186"/>
            <ac:spMk id="7" creationId="{A72792C7-4CC7-89EE-4574-6832859CDFF1}"/>
          </ac:spMkLst>
        </pc:spChg>
        <pc:spChg chg="add mod">
          <ac:chgData name="JESUS ROCHA SALAZAR" userId="4e0323458c84468b" providerId="LiveId" clId="{DC2CD160-77F3-4A47-9FD0-6C2276FF51A8}" dt="2026-02-06T21:22:32.283" v="246" actId="1076"/>
          <ac:spMkLst>
            <pc:docMk/>
            <pc:sldMk cId="4149389634" sldId="2147473186"/>
            <ac:spMk id="8" creationId="{E9D40A6F-F6E2-07E1-5F24-E4D47EF4ADE0}"/>
          </ac:spMkLst>
        </pc:spChg>
        <pc:spChg chg="del">
          <ac:chgData name="JESUS ROCHA SALAZAR" userId="4e0323458c84468b" providerId="LiveId" clId="{DC2CD160-77F3-4A47-9FD0-6C2276FF51A8}" dt="2026-02-06T21:21:30.836" v="233" actId="478"/>
          <ac:spMkLst>
            <pc:docMk/>
            <pc:sldMk cId="4149389634" sldId="2147473186"/>
            <ac:spMk id="10" creationId="{5E333BD5-38D8-41F9-E0C2-89399903DD21}"/>
          </ac:spMkLst>
        </pc:spChg>
        <pc:spChg chg="del">
          <ac:chgData name="JESUS ROCHA SALAZAR" userId="4e0323458c84468b" providerId="LiveId" clId="{DC2CD160-77F3-4A47-9FD0-6C2276FF51A8}" dt="2026-02-06T21:21:33.207" v="235" actId="478"/>
          <ac:spMkLst>
            <pc:docMk/>
            <pc:sldMk cId="4149389634" sldId="2147473186"/>
            <ac:spMk id="11" creationId="{EA1E79DC-BF3E-1177-4330-22C27464E732}"/>
          </ac:spMkLst>
        </pc:spChg>
        <pc:spChg chg="del">
          <ac:chgData name="JESUS ROCHA SALAZAR" userId="4e0323458c84468b" providerId="LiveId" clId="{DC2CD160-77F3-4A47-9FD0-6C2276FF51A8}" dt="2026-02-06T21:21:35.245" v="237" actId="478"/>
          <ac:spMkLst>
            <pc:docMk/>
            <pc:sldMk cId="4149389634" sldId="2147473186"/>
            <ac:spMk id="15" creationId="{6F2BA2E9-95E3-1920-5AC0-3249948C06BC}"/>
          </ac:spMkLst>
        </pc:spChg>
        <pc:spChg chg="del">
          <ac:chgData name="JESUS ROCHA SALAZAR" userId="4e0323458c84468b" providerId="LiveId" clId="{DC2CD160-77F3-4A47-9FD0-6C2276FF51A8}" dt="2026-02-06T21:21:34.252" v="236" actId="478"/>
          <ac:spMkLst>
            <pc:docMk/>
            <pc:sldMk cId="4149389634" sldId="2147473186"/>
            <ac:spMk id="16" creationId="{7A5341E6-6CFB-33D3-68D2-7C5AAE4FEF83}"/>
          </ac:spMkLst>
        </pc:spChg>
        <pc:spChg chg="del">
          <ac:chgData name="JESUS ROCHA SALAZAR" userId="4e0323458c84468b" providerId="LiveId" clId="{DC2CD160-77F3-4A47-9FD0-6C2276FF51A8}" dt="2026-02-06T21:21:36.724" v="238" actId="478"/>
          <ac:spMkLst>
            <pc:docMk/>
            <pc:sldMk cId="4149389634" sldId="2147473186"/>
            <ac:spMk id="17" creationId="{A10000BF-1BB0-F1DB-1ADD-33DBB15464BC}"/>
          </ac:spMkLst>
        </pc:spChg>
        <pc:spChg chg="add mod">
          <ac:chgData name="JESUS ROCHA SALAZAR" userId="4e0323458c84468b" providerId="LiveId" clId="{DC2CD160-77F3-4A47-9FD0-6C2276FF51A8}" dt="2026-02-06T21:22:36.555" v="247" actId="1076"/>
          <ac:spMkLst>
            <pc:docMk/>
            <pc:sldMk cId="4149389634" sldId="2147473186"/>
            <ac:spMk id="18" creationId="{CF73289B-99A9-BC51-A0A9-C756D737A525}"/>
          </ac:spMkLst>
        </pc:spChg>
        <pc:spChg chg="add mod">
          <ac:chgData name="JESUS ROCHA SALAZAR" userId="4e0323458c84468b" providerId="LiveId" clId="{DC2CD160-77F3-4A47-9FD0-6C2276FF51A8}" dt="2026-02-06T21:22:39.381" v="248" actId="1076"/>
          <ac:spMkLst>
            <pc:docMk/>
            <pc:sldMk cId="4149389634" sldId="2147473186"/>
            <ac:spMk id="19" creationId="{44DB7ACD-B3C1-4273-028B-36D55DCB2A5D}"/>
          </ac:spMkLst>
        </pc:spChg>
        <pc:spChg chg="add mod">
          <ac:chgData name="JESUS ROCHA SALAZAR" userId="4e0323458c84468b" providerId="LiveId" clId="{DC2CD160-77F3-4A47-9FD0-6C2276FF51A8}" dt="2026-02-06T21:22:42.187" v="249" actId="1076"/>
          <ac:spMkLst>
            <pc:docMk/>
            <pc:sldMk cId="4149389634" sldId="2147473186"/>
            <ac:spMk id="20" creationId="{CDF318DB-296B-F37D-DEB2-D5BC034B7038}"/>
          </ac:spMkLst>
        </pc:spChg>
        <pc:spChg chg="add mod">
          <ac:chgData name="JESUS ROCHA SALAZAR" userId="4e0323458c84468b" providerId="LiveId" clId="{DC2CD160-77F3-4A47-9FD0-6C2276FF51A8}" dt="2026-02-06T21:22:50.955" v="250" actId="1076"/>
          <ac:spMkLst>
            <pc:docMk/>
            <pc:sldMk cId="4149389634" sldId="2147473186"/>
            <ac:spMk id="21" creationId="{57269D75-05C7-CBCD-2371-4FFF015E1A1B}"/>
          </ac:spMkLst>
        </pc:spChg>
        <pc:graphicFrameChg chg="del">
          <ac:chgData name="JESUS ROCHA SALAZAR" userId="4e0323458c84468b" providerId="LiveId" clId="{DC2CD160-77F3-4A47-9FD0-6C2276FF51A8}" dt="2026-02-06T21:21:59.367" v="239" actId="478"/>
          <ac:graphicFrameMkLst>
            <pc:docMk/>
            <pc:sldMk cId="4149389634" sldId="2147473186"/>
            <ac:graphicFrameMk id="9" creationId="{E32AAF5E-E4BA-5180-949D-0C1BB65F56FF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DCED173-ADBB-4F9F-B250-DBABF25F80A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1577A6-3A17-4A5C-A609-081116AC9E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218887-2D2A-4A91-964F-CFEC368559CF}" type="datetimeFigureOut">
              <a:rPr lang="id-ID" smtClean="0"/>
              <a:t>06/02/2026</a:t>
            </a:fld>
            <a:endParaRPr lang="id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4AE15E-7F83-4886-8F16-92BED6547A0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F1E6D5-D5B6-465F-B770-981EF131B7E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C52C4C-E201-45A0-BB4F-991A321561A1}" type="slidenum">
              <a:rPr lang="id-ID" smtClean="0"/>
              <a:t>‹Nº›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32642870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489312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805690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083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157444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0944071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12196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249713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3338803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42795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6147293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660358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4943135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CFB66A83-33E3-495A-BA40-8310A7896BD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70086" y="1169704"/>
            <a:ext cx="4052723" cy="2800964"/>
          </a:xfrm>
          <a:custGeom>
            <a:avLst/>
            <a:gdLst>
              <a:gd name="connsiteX0" fmla="*/ 1867310 w 5403630"/>
              <a:gd name="connsiteY0" fmla="*/ 0 h 3734619"/>
              <a:gd name="connsiteX1" fmla="*/ 2212207 w 5403630"/>
              <a:gd name="connsiteY1" fmla="*/ 142862 h 3734619"/>
              <a:gd name="connsiteX2" fmla="*/ 2701815 w 5403630"/>
              <a:gd name="connsiteY2" fmla="*/ 632470 h 3734619"/>
              <a:gd name="connsiteX3" fmla="*/ 3191423 w 5403630"/>
              <a:gd name="connsiteY3" fmla="*/ 142862 h 3734619"/>
              <a:gd name="connsiteX4" fmla="*/ 3881218 w 5403630"/>
              <a:gd name="connsiteY4" fmla="*/ 142862 h 3734619"/>
              <a:gd name="connsiteX5" fmla="*/ 5260769 w 5403630"/>
              <a:gd name="connsiteY5" fmla="*/ 1522412 h 3734619"/>
              <a:gd name="connsiteX6" fmla="*/ 5260769 w 5403630"/>
              <a:gd name="connsiteY6" fmla="*/ 2212208 h 3734619"/>
              <a:gd name="connsiteX7" fmla="*/ 3881218 w 5403630"/>
              <a:gd name="connsiteY7" fmla="*/ 3591758 h 3734619"/>
              <a:gd name="connsiteX8" fmla="*/ 3191423 w 5403630"/>
              <a:gd name="connsiteY8" fmla="*/ 3591758 h 3734619"/>
              <a:gd name="connsiteX9" fmla="*/ 2701815 w 5403630"/>
              <a:gd name="connsiteY9" fmla="*/ 3102151 h 3734619"/>
              <a:gd name="connsiteX10" fmla="*/ 2212207 w 5403630"/>
              <a:gd name="connsiteY10" fmla="*/ 3591758 h 3734619"/>
              <a:gd name="connsiteX11" fmla="*/ 1522412 w 5403630"/>
              <a:gd name="connsiteY11" fmla="*/ 3591758 h 3734619"/>
              <a:gd name="connsiteX12" fmla="*/ 142862 w 5403630"/>
              <a:gd name="connsiteY12" fmla="*/ 2212208 h 3734619"/>
              <a:gd name="connsiteX13" fmla="*/ 142862 w 5403630"/>
              <a:gd name="connsiteY13" fmla="*/ 1522412 h 3734619"/>
              <a:gd name="connsiteX14" fmla="*/ 1522412 w 5403630"/>
              <a:gd name="connsiteY14" fmla="*/ 142862 h 3734619"/>
              <a:gd name="connsiteX15" fmla="*/ 1867310 w 5403630"/>
              <a:gd name="connsiteY15" fmla="*/ 0 h 3734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03630" h="3734619">
                <a:moveTo>
                  <a:pt x="1867310" y="0"/>
                </a:moveTo>
                <a:cubicBezTo>
                  <a:pt x="1992138" y="0"/>
                  <a:pt x="2116967" y="47621"/>
                  <a:pt x="2212207" y="142862"/>
                </a:cubicBezTo>
                <a:lnTo>
                  <a:pt x="2701815" y="632470"/>
                </a:lnTo>
                <a:lnTo>
                  <a:pt x="3191423" y="142862"/>
                </a:lnTo>
                <a:cubicBezTo>
                  <a:pt x="3381905" y="-47620"/>
                  <a:pt x="3690736" y="-47620"/>
                  <a:pt x="3881218" y="142862"/>
                </a:cubicBezTo>
                <a:lnTo>
                  <a:pt x="5260769" y="1522412"/>
                </a:lnTo>
                <a:cubicBezTo>
                  <a:pt x="5451251" y="1712894"/>
                  <a:pt x="5451251" y="2021726"/>
                  <a:pt x="5260769" y="2212208"/>
                </a:cubicBezTo>
                <a:lnTo>
                  <a:pt x="3881218" y="3591758"/>
                </a:lnTo>
                <a:cubicBezTo>
                  <a:pt x="3690736" y="3782240"/>
                  <a:pt x="3381905" y="3782240"/>
                  <a:pt x="3191423" y="3591758"/>
                </a:cubicBezTo>
                <a:lnTo>
                  <a:pt x="2701815" y="3102151"/>
                </a:lnTo>
                <a:lnTo>
                  <a:pt x="2212207" y="3591758"/>
                </a:lnTo>
                <a:cubicBezTo>
                  <a:pt x="2021726" y="3782240"/>
                  <a:pt x="1712894" y="3782240"/>
                  <a:pt x="1522412" y="3591758"/>
                </a:cubicBezTo>
                <a:lnTo>
                  <a:pt x="142862" y="2212208"/>
                </a:lnTo>
                <a:cubicBezTo>
                  <a:pt x="-47620" y="2021726"/>
                  <a:pt x="-47620" y="1712894"/>
                  <a:pt x="142862" y="1522412"/>
                </a:cubicBezTo>
                <a:lnTo>
                  <a:pt x="1522412" y="142862"/>
                </a:lnTo>
                <a:cubicBezTo>
                  <a:pt x="1617653" y="47621"/>
                  <a:pt x="1742481" y="0"/>
                  <a:pt x="186731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951658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85942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54C0F3D-A00C-408A-8FDD-34AAD6BE09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360924" cy="4402394"/>
          </a:xfrm>
          <a:custGeom>
            <a:avLst/>
            <a:gdLst>
              <a:gd name="connsiteX0" fmla="*/ 0 w 8481232"/>
              <a:gd name="connsiteY0" fmla="*/ 0 h 5869858"/>
              <a:gd name="connsiteX1" fmla="*/ 6316990 w 8481232"/>
              <a:gd name="connsiteY1" fmla="*/ 0 h 5869858"/>
              <a:gd name="connsiteX2" fmla="*/ 8271790 w 8481232"/>
              <a:gd name="connsiteY2" fmla="*/ 1963035 h 5869858"/>
              <a:gd name="connsiteX3" fmla="*/ 8271790 w 8481232"/>
              <a:gd name="connsiteY3" fmla="*/ 2963797 h 5869858"/>
              <a:gd name="connsiteX4" fmla="*/ 5575514 w 8481232"/>
              <a:gd name="connsiteY4" fmla="*/ 5658158 h 5869858"/>
              <a:gd name="connsiteX5" fmla="*/ 5074777 w 8481232"/>
              <a:gd name="connsiteY5" fmla="*/ 5869858 h 5869858"/>
              <a:gd name="connsiteX6" fmla="*/ 0 w 8481232"/>
              <a:gd name="connsiteY6" fmla="*/ 5869858 h 5869858"/>
              <a:gd name="connsiteX7" fmla="*/ 0 w 8481232"/>
              <a:gd name="connsiteY7" fmla="*/ 0 h 5869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481232" h="5869858">
                <a:moveTo>
                  <a:pt x="0" y="0"/>
                </a:moveTo>
                <a:cubicBezTo>
                  <a:pt x="0" y="0"/>
                  <a:pt x="0" y="0"/>
                  <a:pt x="6316990" y="0"/>
                </a:cubicBezTo>
                <a:cubicBezTo>
                  <a:pt x="6316990" y="0"/>
                  <a:pt x="6316990" y="0"/>
                  <a:pt x="8271790" y="1963035"/>
                </a:cubicBezTo>
                <a:cubicBezTo>
                  <a:pt x="8551047" y="2232471"/>
                  <a:pt x="8551047" y="2684738"/>
                  <a:pt x="8271790" y="2963797"/>
                </a:cubicBezTo>
                <a:cubicBezTo>
                  <a:pt x="8271790" y="2963797"/>
                  <a:pt x="8271790" y="2963797"/>
                  <a:pt x="5575514" y="5658158"/>
                </a:cubicBezTo>
                <a:cubicBezTo>
                  <a:pt x="5440700" y="5792877"/>
                  <a:pt x="5267368" y="5869858"/>
                  <a:pt x="5074777" y="5869858"/>
                </a:cubicBezTo>
                <a:cubicBezTo>
                  <a:pt x="5074777" y="5869858"/>
                  <a:pt x="5074777" y="5869858"/>
                  <a:pt x="0" y="5869858"/>
                </a:cubicBezTo>
                <a:cubicBezTo>
                  <a:pt x="0" y="5869858"/>
                  <a:pt x="0" y="5869858"/>
                  <a:pt x="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830468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A653CF1-82BD-4689-BEBA-D371BB41555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95164" y="1653072"/>
            <a:ext cx="7945787" cy="3490432"/>
          </a:xfrm>
          <a:custGeom>
            <a:avLst/>
            <a:gdLst>
              <a:gd name="connsiteX0" fmla="*/ 5047666 w 10594382"/>
              <a:gd name="connsiteY0" fmla="*/ 0 h 4653909"/>
              <a:gd name="connsiteX1" fmla="*/ 10594382 w 10594382"/>
              <a:gd name="connsiteY1" fmla="*/ 0 h 4653909"/>
              <a:gd name="connsiteX2" fmla="*/ 10594382 w 10594382"/>
              <a:gd name="connsiteY2" fmla="*/ 4653909 h 4653909"/>
              <a:gd name="connsiteX3" fmla="*/ 0 w 10594382"/>
              <a:gd name="connsiteY3" fmla="*/ 4653909 h 4653909"/>
              <a:gd name="connsiteX4" fmla="*/ 6284 w 10594382"/>
              <a:gd name="connsiteY4" fmla="*/ 4647620 h 4653909"/>
              <a:gd name="connsiteX5" fmla="*/ 4370949 w 10594382"/>
              <a:gd name="connsiteY5" fmla="*/ 278907 h 4653909"/>
              <a:gd name="connsiteX6" fmla="*/ 5047666 w 10594382"/>
              <a:gd name="connsiteY6" fmla="*/ 0 h 4653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594382" h="4653909">
                <a:moveTo>
                  <a:pt x="5047666" y="0"/>
                </a:moveTo>
                <a:lnTo>
                  <a:pt x="10594382" y="0"/>
                </a:lnTo>
                <a:lnTo>
                  <a:pt x="10594382" y="4653909"/>
                </a:lnTo>
                <a:lnTo>
                  <a:pt x="0" y="4653909"/>
                </a:lnTo>
                <a:lnTo>
                  <a:pt x="6284" y="4647620"/>
                </a:lnTo>
                <a:cubicBezTo>
                  <a:pt x="411253" y="4242275"/>
                  <a:pt x="1491170" y="3161356"/>
                  <a:pt x="4370949" y="278907"/>
                </a:cubicBezTo>
                <a:cubicBezTo>
                  <a:pt x="4550080" y="99610"/>
                  <a:pt x="4788921" y="0"/>
                  <a:pt x="504766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747185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7055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0" r:id="rId1"/>
    <p:sldLayoutId id="2147483911" r:id="rId2"/>
    <p:sldLayoutId id="2147483912" r:id="rId3"/>
    <p:sldLayoutId id="2147483913" r:id="rId4"/>
    <p:sldLayoutId id="2147483914" r:id="rId5"/>
    <p:sldLayoutId id="2147483915" r:id="rId6"/>
    <p:sldLayoutId id="2147483916" r:id="rId7"/>
    <p:sldLayoutId id="2147483917" r:id="rId8"/>
    <p:sldLayoutId id="2147483918" r:id="rId9"/>
    <p:sldLayoutId id="2147483919" r:id="rId10"/>
    <p:sldLayoutId id="2147483920" r:id="rId11"/>
    <p:sldLayoutId id="2147483716" r:id="rId12"/>
    <p:sldLayoutId id="2147483714" r:id="rId13"/>
    <p:sldLayoutId id="2147483650" r:id="rId14"/>
    <p:sldLayoutId id="2147483921" r:id="rId15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3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4.wmf"/><Relationship Id="rId7" Type="http://schemas.openxmlformats.org/officeDocument/2006/relationships/image" Target="../media/image14.png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7" Type="http://schemas.openxmlformats.org/officeDocument/2006/relationships/image" Target="../media/image19.png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7" Type="http://schemas.openxmlformats.org/officeDocument/2006/relationships/image" Target="../media/image23.png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4.wmf"/><Relationship Id="rId7" Type="http://schemas.openxmlformats.org/officeDocument/2006/relationships/image" Target="../media/image30.png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9">
            <a:extLst>
              <a:ext uri="{FF2B5EF4-FFF2-40B4-BE49-F238E27FC236}">
                <a16:creationId xmlns:a16="http://schemas.microsoft.com/office/drawing/2014/main" id="{CF82F7C9-E76F-44A6-8028-2DF626E91C6D}"/>
              </a:ext>
            </a:extLst>
          </p:cNvPr>
          <p:cNvSpPr>
            <a:spLocks/>
          </p:cNvSpPr>
          <p:nvPr/>
        </p:nvSpPr>
        <p:spPr bwMode="auto">
          <a:xfrm>
            <a:off x="6924660" y="-2371"/>
            <a:ext cx="2219340" cy="3147527"/>
          </a:xfrm>
          <a:custGeom>
            <a:avLst/>
            <a:gdLst>
              <a:gd name="T0" fmla="*/ 350 w 350"/>
              <a:gd name="T1" fmla="*/ 0 h 499"/>
              <a:gd name="T2" fmla="*/ 12 w 350"/>
              <a:gd name="T3" fmla="*/ 338 h 499"/>
              <a:gd name="T4" fmla="*/ 12 w 350"/>
              <a:gd name="T5" fmla="*/ 383 h 499"/>
              <a:gd name="T6" fmla="*/ 117 w 350"/>
              <a:gd name="T7" fmla="*/ 487 h 499"/>
              <a:gd name="T8" fmla="*/ 161 w 350"/>
              <a:gd name="T9" fmla="*/ 487 h 499"/>
              <a:gd name="T10" fmla="*/ 350 w 350"/>
              <a:gd name="T11" fmla="*/ 298 h 499"/>
              <a:gd name="T12" fmla="*/ 350 w 350"/>
              <a:gd name="T13" fmla="*/ 0 h 4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50" h="499">
                <a:moveTo>
                  <a:pt x="350" y="0"/>
                </a:moveTo>
                <a:cubicBezTo>
                  <a:pt x="12" y="338"/>
                  <a:pt x="12" y="338"/>
                  <a:pt x="12" y="338"/>
                </a:cubicBezTo>
                <a:cubicBezTo>
                  <a:pt x="0" y="350"/>
                  <a:pt x="0" y="370"/>
                  <a:pt x="12" y="383"/>
                </a:cubicBezTo>
                <a:cubicBezTo>
                  <a:pt x="117" y="487"/>
                  <a:pt x="117" y="487"/>
                  <a:pt x="117" y="487"/>
                </a:cubicBezTo>
                <a:cubicBezTo>
                  <a:pt x="129" y="499"/>
                  <a:pt x="149" y="499"/>
                  <a:pt x="161" y="487"/>
                </a:cubicBezTo>
                <a:cubicBezTo>
                  <a:pt x="350" y="298"/>
                  <a:pt x="350" y="298"/>
                  <a:pt x="350" y="298"/>
                </a:cubicBezTo>
                <a:lnTo>
                  <a:pt x="350" y="0"/>
                </a:lnTo>
                <a:close/>
              </a:path>
            </a:pathLst>
          </a:custGeom>
          <a:gradFill>
            <a:gsLst>
              <a:gs pos="100000">
                <a:srgbClr val="09193C"/>
              </a:gs>
              <a:gs pos="0">
                <a:srgbClr val="003CA3"/>
              </a:gs>
            </a:gsLst>
            <a:lin ang="5400000" scaled="1"/>
          </a:gra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id-ID" sz="1013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F676D53E-7427-4631-81F2-DB85070D41B3}"/>
              </a:ext>
            </a:extLst>
          </p:cNvPr>
          <p:cNvSpPr/>
          <p:nvPr/>
        </p:nvSpPr>
        <p:spPr>
          <a:xfrm>
            <a:off x="4692545" y="1730924"/>
            <a:ext cx="4451457" cy="3407836"/>
          </a:xfrm>
          <a:custGeom>
            <a:avLst/>
            <a:gdLst>
              <a:gd name="connsiteX0" fmla="*/ 4856875 w 5935276"/>
              <a:gd name="connsiteY0" fmla="*/ 0 h 4543781"/>
              <a:gd name="connsiteX1" fmla="*/ 5935276 w 5935276"/>
              <a:gd name="connsiteY1" fmla="*/ 0 h 4543781"/>
              <a:gd name="connsiteX2" fmla="*/ 5935276 w 5935276"/>
              <a:gd name="connsiteY2" fmla="*/ 4543781 h 4543781"/>
              <a:gd name="connsiteX3" fmla="*/ 702490 w 5935276"/>
              <a:gd name="connsiteY3" fmla="*/ 4543781 h 4543781"/>
              <a:gd name="connsiteX4" fmla="*/ 0 w 5935276"/>
              <a:gd name="connsiteY4" fmla="*/ 4542809 h 4543781"/>
              <a:gd name="connsiteX5" fmla="*/ 4026531 w 5935276"/>
              <a:gd name="connsiteY5" fmla="*/ 354794 h 4543781"/>
              <a:gd name="connsiteX6" fmla="*/ 4856875 w 5935276"/>
              <a:gd name="connsiteY6" fmla="*/ 0 h 4543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35276" h="4543781">
                <a:moveTo>
                  <a:pt x="4856875" y="0"/>
                </a:moveTo>
                <a:lnTo>
                  <a:pt x="5935276" y="0"/>
                </a:lnTo>
                <a:lnTo>
                  <a:pt x="5935276" y="4543781"/>
                </a:lnTo>
                <a:lnTo>
                  <a:pt x="702490" y="4543781"/>
                </a:lnTo>
                <a:lnTo>
                  <a:pt x="0" y="4542809"/>
                </a:lnTo>
                <a:lnTo>
                  <a:pt x="4026531" y="354794"/>
                </a:lnTo>
                <a:cubicBezTo>
                  <a:pt x="4254291" y="129925"/>
                  <a:pt x="4549927" y="0"/>
                  <a:pt x="4856875" y="0"/>
                </a:cubicBezTo>
                <a:close/>
              </a:path>
            </a:pathLst>
          </a:custGeom>
          <a:gradFill>
            <a:gsLst>
              <a:gs pos="26000">
                <a:srgbClr val="09193C"/>
              </a:gs>
              <a:gs pos="100000">
                <a:srgbClr val="003CA3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013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156E7ED-E596-4DB3-AC2C-2843D3AB5BA8}"/>
              </a:ext>
            </a:extLst>
          </p:cNvPr>
          <p:cNvSpPr/>
          <p:nvPr/>
        </p:nvSpPr>
        <p:spPr>
          <a:xfrm>
            <a:off x="5477859" y="2245417"/>
            <a:ext cx="3666145" cy="2898083"/>
          </a:xfrm>
          <a:custGeom>
            <a:avLst/>
            <a:gdLst>
              <a:gd name="connsiteX0" fmla="*/ 4248543 w 4888193"/>
              <a:gd name="connsiteY0" fmla="*/ 0 h 3864111"/>
              <a:gd name="connsiteX1" fmla="*/ 4888193 w 4888193"/>
              <a:gd name="connsiteY1" fmla="*/ 0 h 3864111"/>
              <a:gd name="connsiteX2" fmla="*/ 4888193 w 4888193"/>
              <a:gd name="connsiteY2" fmla="*/ 3864111 h 3864111"/>
              <a:gd name="connsiteX3" fmla="*/ 0 w 4888193"/>
              <a:gd name="connsiteY3" fmla="*/ 3864111 h 3864111"/>
              <a:gd name="connsiteX4" fmla="*/ 3343188 w 4888193"/>
              <a:gd name="connsiteY4" fmla="*/ 386844 h 3864111"/>
              <a:gd name="connsiteX5" fmla="*/ 4248543 w 4888193"/>
              <a:gd name="connsiteY5" fmla="*/ 0 h 3864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888193" h="3864111">
                <a:moveTo>
                  <a:pt x="4248543" y="0"/>
                </a:moveTo>
                <a:lnTo>
                  <a:pt x="4888193" y="0"/>
                </a:lnTo>
                <a:lnTo>
                  <a:pt x="4888193" y="3864111"/>
                </a:lnTo>
                <a:lnTo>
                  <a:pt x="0" y="3864111"/>
                </a:lnTo>
                <a:lnTo>
                  <a:pt x="3343188" y="386844"/>
                </a:lnTo>
                <a:cubicBezTo>
                  <a:pt x="3591523" y="141661"/>
                  <a:pt x="3913866" y="0"/>
                  <a:pt x="4248543" y="0"/>
                </a:cubicBezTo>
                <a:close/>
              </a:path>
            </a:pathLst>
          </a:custGeom>
          <a:gradFill>
            <a:gsLst>
              <a:gs pos="61000">
                <a:srgbClr val="09193C"/>
              </a:gs>
              <a:gs pos="0">
                <a:srgbClr val="003CA3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013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EC7DE09E-54A6-4A32-AD88-7408F7286AD3}"/>
              </a:ext>
            </a:extLst>
          </p:cNvPr>
          <p:cNvSpPr txBox="1">
            <a:spLocks/>
          </p:cNvSpPr>
          <p:nvPr/>
        </p:nvSpPr>
        <p:spPr>
          <a:xfrm>
            <a:off x="1664858" y="3434842"/>
            <a:ext cx="3002835" cy="154445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id-ID" sz="2000" spc="225" dirty="0">
              <a:latin typeface="+mn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CDE5D4-BED1-4679-97DB-6E2E6F8D48DB}"/>
              </a:ext>
            </a:extLst>
          </p:cNvPr>
          <p:cNvSpPr txBox="1"/>
          <p:nvPr/>
        </p:nvSpPr>
        <p:spPr>
          <a:xfrm>
            <a:off x="321589" y="473404"/>
            <a:ext cx="6875990" cy="273921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ES" sz="4800" b="1" spc="300" dirty="0" err="1">
                <a:latin typeface="Raleway"/>
              </a:rPr>
              <a:t>Unsupervised</a:t>
            </a:r>
            <a:r>
              <a:rPr lang="es-ES" sz="4800" b="1" spc="300" dirty="0">
                <a:latin typeface="Raleway"/>
              </a:rPr>
              <a:t> Neural Networks</a:t>
            </a:r>
          </a:p>
          <a:p>
            <a:pPr algn="ctr"/>
            <a:endParaRPr lang="es-ES" sz="4800" b="1" spc="300" dirty="0">
              <a:latin typeface="Raleway"/>
            </a:endParaRPr>
          </a:p>
          <a:p>
            <a:pPr algn="ctr"/>
            <a:r>
              <a:rPr lang="es-ES" sz="2800" b="1" spc="300" dirty="0">
                <a:latin typeface="Raleway"/>
              </a:rPr>
              <a:t>Feb 2026</a:t>
            </a:r>
          </a:p>
        </p:txBody>
      </p:sp>
    </p:spTree>
    <p:extLst>
      <p:ext uri="{BB962C8B-B14F-4D97-AF65-F5344CB8AC3E}">
        <p14:creationId xmlns:p14="http://schemas.microsoft.com/office/powerpoint/2010/main" val="1433306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2" grpId="0" animBg="1"/>
      <p:bldP spid="20" grpId="0" animBg="1"/>
      <p:bldP spid="14" grpId="0"/>
      <p:bldP spid="1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812B0-87F6-84C7-1B57-A2BFEF1CD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2">
            <a:extLst>
              <a:ext uri="{FF2B5EF4-FFF2-40B4-BE49-F238E27FC236}">
                <a16:creationId xmlns:a16="http://schemas.microsoft.com/office/drawing/2014/main" id="{5022D1E3-1313-9BB8-AF08-FF8C813234F9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1177925" cy="682625"/>
            <a:chOff x="-1" y="0"/>
            <a:chExt cx="1570413" cy="911205"/>
          </a:xfrm>
        </p:grpSpPr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EC99A055-C22D-BB45-4648-0F33AE28B69F}"/>
                </a:ext>
              </a:extLst>
            </p:cNvPr>
            <p:cNvSpPr>
              <a:spLocks/>
            </p:cNvSpPr>
            <p:nvPr/>
          </p:nvSpPr>
          <p:spPr bwMode="auto">
            <a:xfrm>
              <a:off x="-1" y="0"/>
              <a:ext cx="1570413" cy="911205"/>
            </a:xfrm>
            <a:custGeom>
              <a:avLst/>
              <a:gdLst>
                <a:gd name="T0" fmla="*/ 0 w 663"/>
                <a:gd name="T1" fmla="*/ 384 h 384"/>
                <a:gd name="T2" fmla="*/ 236 w 663"/>
                <a:gd name="T3" fmla="*/ 384 h 384"/>
                <a:gd name="T4" fmla="*/ 309 w 663"/>
                <a:gd name="T5" fmla="*/ 354 h 384"/>
                <a:gd name="T6" fmla="*/ 663 w 663"/>
                <a:gd name="T7" fmla="*/ 0 h 384"/>
                <a:gd name="T8" fmla="*/ 31 w 663"/>
                <a:gd name="T9" fmla="*/ 5 h 384"/>
                <a:gd name="T10" fmla="*/ 0 w 663"/>
                <a:gd name="T11" fmla="*/ 384 h 384"/>
                <a:gd name="connsiteX0" fmla="*/ 8 w 10008"/>
                <a:gd name="connsiteY0" fmla="*/ 10000 h 10000"/>
                <a:gd name="connsiteX1" fmla="*/ 3568 w 10008"/>
                <a:gd name="connsiteY1" fmla="*/ 10000 h 10000"/>
                <a:gd name="connsiteX2" fmla="*/ 4669 w 10008"/>
                <a:gd name="connsiteY2" fmla="*/ 9219 h 10000"/>
                <a:gd name="connsiteX3" fmla="*/ 10008 w 10008"/>
                <a:gd name="connsiteY3" fmla="*/ 0 h 10000"/>
                <a:gd name="connsiteX4" fmla="*/ 0 w 10008"/>
                <a:gd name="connsiteY4" fmla="*/ 130 h 10000"/>
                <a:gd name="connsiteX5" fmla="*/ 8 w 10008"/>
                <a:gd name="connsiteY5" fmla="*/ 10000 h 10000"/>
                <a:gd name="connsiteX0" fmla="*/ 8 w 10008"/>
                <a:gd name="connsiteY0" fmla="*/ 10023 h 10023"/>
                <a:gd name="connsiteX1" fmla="*/ 3568 w 10008"/>
                <a:gd name="connsiteY1" fmla="*/ 10023 h 10023"/>
                <a:gd name="connsiteX2" fmla="*/ 4669 w 10008"/>
                <a:gd name="connsiteY2" fmla="*/ 9242 h 10023"/>
                <a:gd name="connsiteX3" fmla="*/ 10008 w 10008"/>
                <a:gd name="connsiteY3" fmla="*/ 23 h 10023"/>
                <a:gd name="connsiteX4" fmla="*/ 0 w 10008"/>
                <a:gd name="connsiteY4" fmla="*/ 0 h 10023"/>
                <a:gd name="connsiteX5" fmla="*/ 8 w 10008"/>
                <a:gd name="connsiteY5" fmla="*/ 10023 h 10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8" h="10023">
                  <a:moveTo>
                    <a:pt x="8" y="10023"/>
                  </a:moveTo>
                  <a:lnTo>
                    <a:pt x="3568" y="10023"/>
                  </a:lnTo>
                  <a:cubicBezTo>
                    <a:pt x="3975" y="10023"/>
                    <a:pt x="4367" y="9737"/>
                    <a:pt x="4669" y="9242"/>
                  </a:cubicBezTo>
                  <a:lnTo>
                    <a:pt x="10008" y="23"/>
                  </a:lnTo>
                  <a:lnTo>
                    <a:pt x="0" y="0"/>
                  </a:lnTo>
                  <a:cubicBezTo>
                    <a:pt x="3" y="3290"/>
                    <a:pt x="5" y="6733"/>
                    <a:pt x="8" y="10023"/>
                  </a:cubicBezTo>
                  <a:close/>
                </a:path>
              </a:pathLst>
            </a:custGeom>
            <a:gradFill>
              <a:gsLst>
                <a:gs pos="48000">
                  <a:srgbClr val="09193C"/>
                </a:gs>
                <a:gs pos="100000">
                  <a:srgbClr val="003CA3"/>
                </a:gs>
              </a:gsLst>
              <a:lin ang="5400000" scaled="1"/>
            </a:gradFill>
            <a:ln>
              <a:noFill/>
            </a:ln>
          </p:spPr>
          <p:txBody>
            <a:bodyPr lIns="68580" tIns="34290" rIns="68580" bIns="3429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01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C9B4FDB0-B889-6FAA-123D-C925303354AE}"/>
                </a:ext>
              </a:extLst>
            </p:cNvPr>
            <p:cNvSpPr>
              <a:spLocks/>
            </p:cNvSpPr>
            <p:nvPr/>
          </p:nvSpPr>
          <p:spPr bwMode="auto">
            <a:xfrm>
              <a:off x="-1" y="0"/>
              <a:ext cx="1157704" cy="671749"/>
            </a:xfrm>
            <a:custGeom>
              <a:avLst/>
              <a:gdLst>
                <a:gd name="T0" fmla="*/ 0 w 663"/>
                <a:gd name="T1" fmla="*/ 384 h 384"/>
                <a:gd name="T2" fmla="*/ 236 w 663"/>
                <a:gd name="T3" fmla="*/ 384 h 384"/>
                <a:gd name="T4" fmla="*/ 309 w 663"/>
                <a:gd name="T5" fmla="*/ 354 h 384"/>
                <a:gd name="T6" fmla="*/ 663 w 663"/>
                <a:gd name="T7" fmla="*/ 0 h 384"/>
                <a:gd name="T8" fmla="*/ 31 w 663"/>
                <a:gd name="T9" fmla="*/ 5 h 384"/>
                <a:gd name="T10" fmla="*/ 0 w 663"/>
                <a:gd name="T11" fmla="*/ 384 h 384"/>
                <a:gd name="connsiteX0" fmla="*/ 8 w 10008"/>
                <a:gd name="connsiteY0" fmla="*/ 10000 h 10000"/>
                <a:gd name="connsiteX1" fmla="*/ 3568 w 10008"/>
                <a:gd name="connsiteY1" fmla="*/ 10000 h 10000"/>
                <a:gd name="connsiteX2" fmla="*/ 4669 w 10008"/>
                <a:gd name="connsiteY2" fmla="*/ 9219 h 10000"/>
                <a:gd name="connsiteX3" fmla="*/ 10008 w 10008"/>
                <a:gd name="connsiteY3" fmla="*/ 0 h 10000"/>
                <a:gd name="connsiteX4" fmla="*/ 0 w 10008"/>
                <a:gd name="connsiteY4" fmla="*/ 130 h 10000"/>
                <a:gd name="connsiteX5" fmla="*/ 8 w 10008"/>
                <a:gd name="connsiteY5" fmla="*/ 10000 h 10000"/>
                <a:gd name="connsiteX0" fmla="*/ 8 w 10008"/>
                <a:gd name="connsiteY0" fmla="*/ 10023 h 10023"/>
                <a:gd name="connsiteX1" fmla="*/ 3568 w 10008"/>
                <a:gd name="connsiteY1" fmla="*/ 10023 h 10023"/>
                <a:gd name="connsiteX2" fmla="*/ 4669 w 10008"/>
                <a:gd name="connsiteY2" fmla="*/ 9242 h 10023"/>
                <a:gd name="connsiteX3" fmla="*/ 10008 w 10008"/>
                <a:gd name="connsiteY3" fmla="*/ 23 h 10023"/>
                <a:gd name="connsiteX4" fmla="*/ 0 w 10008"/>
                <a:gd name="connsiteY4" fmla="*/ 0 h 10023"/>
                <a:gd name="connsiteX5" fmla="*/ 8 w 10008"/>
                <a:gd name="connsiteY5" fmla="*/ 10023 h 10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8" h="10023">
                  <a:moveTo>
                    <a:pt x="8" y="10023"/>
                  </a:moveTo>
                  <a:lnTo>
                    <a:pt x="3568" y="10023"/>
                  </a:lnTo>
                  <a:cubicBezTo>
                    <a:pt x="3975" y="10023"/>
                    <a:pt x="4367" y="9737"/>
                    <a:pt x="4669" y="9242"/>
                  </a:cubicBezTo>
                  <a:lnTo>
                    <a:pt x="10008" y="23"/>
                  </a:lnTo>
                  <a:lnTo>
                    <a:pt x="0" y="0"/>
                  </a:lnTo>
                  <a:cubicBezTo>
                    <a:pt x="3" y="3290"/>
                    <a:pt x="5" y="6733"/>
                    <a:pt x="8" y="10023"/>
                  </a:cubicBezTo>
                  <a:close/>
                </a:path>
              </a:pathLst>
            </a:custGeom>
            <a:gradFill>
              <a:gsLst>
                <a:gs pos="23000">
                  <a:srgbClr val="09193C"/>
                </a:gs>
                <a:gs pos="100000">
                  <a:srgbClr val="003CA3"/>
                </a:gs>
              </a:gsLst>
              <a:lin ang="5400000" scaled="1"/>
            </a:gradFill>
            <a:ln>
              <a:noFill/>
            </a:ln>
          </p:spPr>
          <p:txBody>
            <a:bodyPr lIns="68580" tIns="34290" rIns="68580" bIns="3429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01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" name="AutoShape 4" descr="Imagen generada">
            <a:extLst>
              <a:ext uri="{FF2B5EF4-FFF2-40B4-BE49-F238E27FC236}">
                <a16:creationId xmlns:a16="http://schemas.microsoft.com/office/drawing/2014/main" id="{9989BC41-E11F-CF5C-2D7D-8C91102FCDB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ítulo 3">
            <a:extLst>
              <a:ext uri="{FF2B5EF4-FFF2-40B4-BE49-F238E27FC236}">
                <a16:creationId xmlns:a16="http://schemas.microsoft.com/office/drawing/2014/main" id="{2A7A5529-7021-BAD2-DAC5-E597EEB05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792" y="-253558"/>
            <a:ext cx="7886700" cy="994172"/>
          </a:xfrm>
        </p:spPr>
        <p:txBody>
          <a:bodyPr>
            <a:normAutofit/>
          </a:bodyPr>
          <a:lstStyle/>
          <a:p>
            <a:r>
              <a:rPr lang="es-MX" sz="2400" b="1" dirty="0" err="1">
                <a:solidFill>
                  <a:srgbClr val="002060"/>
                </a:solidFill>
                <a:latin typeface="Raleway" pitchFamily="2" charset="0"/>
                <a:ea typeface="+mn-ea"/>
                <a:cs typeface="+mn-cs"/>
              </a:rPr>
              <a:t>Introduction</a:t>
            </a:r>
            <a:endParaRPr lang="es-MX" sz="2400" b="1" dirty="0">
              <a:solidFill>
                <a:srgbClr val="002060"/>
              </a:solidFill>
              <a:latin typeface="Raleway" pitchFamily="2" charset="0"/>
              <a:ea typeface="+mn-ea"/>
              <a:cs typeface="+mn-cs"/>
            </a:endParaRPr>
          </a:p>
        </p:txBody>
      </p:sp>
      <p:sp>
        <p:nvSpPr>
          <p:cNvPr id="2" name="Rectangle 127">
            <a:extLst>
              <a:ext uri="{FF2B5EF4-FFF2-40B4-BE49-F238E27FC236}">
                <a16:creationId xmlns:a16="http://schemas.microsoft.com/office/drawing/2014/main" id="{B4770EEE-29F2-580E-9A00-741EC0E06E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280" y="528714"/>
            <a:ext cx="7750959" cy="1503628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-17457" rIns="0" bIns="-17457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+mj-lt"/>
              </a:rPr>
              <a:t>Artificial neural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+mj-lt"/>
              </a:rPr>
              <a:t>networks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+mj-lt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+mj-lt"/>
              </a:rPr>
              <a:t>with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+mj-lt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+mj-lt"/>
              </a:rPr>
              <a:t>unsupervised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+mj-lt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+mj-lt"/>
              </a:rPr>
              <a:t>learning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+mj-lt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+mj-lt"/>
              </a:rPr>
              <a:t>have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+mj-lt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+mj-lt"/>
              </a:rPr>
              <a:t>been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+mj-lt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+mj-lt"/>
              </a:rPr>
              <a:t>applied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+mj-lt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+mj-lt"/>
              </a:rPr>
              <a:t>with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+mj-lt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+mj-lt"/>
              </a:rPr>
              <a:t>success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+mj-lt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+mj-lt"/>
              </a:rPr>
              <a:t>to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+mj-lt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+mj-lt"/>
              </a:rPr>
              <a:t>problems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+mj-lt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+mj-lt"/>
              </a:rPr>
              <a:t>of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+mj-lt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+mj-lt"/>
              </a:rPr>
              <a:t>pattern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+mj-lt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+mj-lt"/>
              </a:rPr>
              <a:t>recognition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+mj-lt"/>
              </a:rPr>
              <a:t> and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+mj-lt"/>
              </a:rPr>
              <a:t>signal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+mj-lt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+mj-lt"/>
              </a:rPr>
              <a:t>detection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+mj-lt"/>
              </a:rPr>
              <a:t>.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+mj-lt"/>
              </a:rPr>
              <a:t>these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+mj-lt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+mj-lt"/>
              </a:rPr>
              <a:t>networks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+mj-lt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+mj-lt"/>
              </a:rPr>
              <a:t>construct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+mj-lt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+mj-lt"/>
              </a:rPr>
              <a:t>classes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+mj-lt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+mj-lt"/>
              </a:rPr>
              <a:t>or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+mj-lt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+mj-lt"/>
              </a:rPr>
              <a:t>categories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+mj-lt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+mj-lt"/>
              </a:rPr>
              <a:t>from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+mj-lt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+mj-lt"/>
              </a:rPr>
              <a:t>the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+mj-lt"/>
              </a:rPr>
              <a:t> input data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+mj-lt"/>
              </a:rPr>
              <a:t>using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+mj-lt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+mj-lt"/>
              </a:rPr>
              <a:t>correlations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+mj-lt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+mj-lt"/>
              </a:rPr>
              <a:t>or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+mj-lt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+mj-lt"/>
              </a:rPr>
              <a:t>similarity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+mj-lt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+mj-lt"/>
              </a:rPr>
              <a:t>measures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+mj-lt"/>
              </a:rPr>
              <a:t> and try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+mj-lt"/>
              </a:rPr>
              <a:t>to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+mj-lt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+mj-lt"/>
              </a:rPr>
              <a:t>identify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+mj-lt"/>
              </a:rPr>
              <a:t> “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+mj-lt"/>
              </a:rPr>
              <a:t>optimal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+mj-lt"/>
              </a:rPr>
              <a:t>”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+mj-lt"/>
              </a:rPr>
              <a:t>partitions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+mj-lt"/>
              </a:rPr>
              <a:t> in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+mj-lt"/>
              </a:rPr>
              <a:t>the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+mj-lt"/>
              </a:rPr>
              <a:t> set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+mj-lt"/>
              </a:rPr>
              <a:t>of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+mj-lt"/>
              </a:rPr>
              <a:t> input data.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</a:p>
        </p:txBody>
      </p:sp>
      <p:graphicFrame>
        <p:nvGraphicFramePr>
          <p:cNvPr id="3" name="Objeto 2">
            <a:extLst>
              <a:ext uri="{FF2B5EF4-FFF2-40B4-BE49-F238E27FC236}">
                <a16:creationId xmlns:a16="http://schemas.microsoft.com/office/drawing/2014/main" id="{5F637D5F-9C42-301A-A578-BA631B0A08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2569469"/>
              </p:ext>
            </p:extLst>
          </p:nvPr>
        </p:nvGraphicFramePr>
        <p:xfrm>
          <a:off x="2053498" y="2128723"/>
          <a:ext cx="5156522" cy="28405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n de mapa de bits" r:id="rId2" imgW="7210440" imgH="3971880" progId="Paint.Picture">
                  <p:embed/>
                </p:oleObj>
              </mc:Choice>
              <mc:Fallback>
                <p:oleObj name="Imagen de mapa de bits" r:id="rId2" imgW="7210440" imgH="3971880" progId="Paint.Picture">
                  <p:embed/>
                  <p:pic>
                    <p:nvPicPr>
                      <p:cNvPr id="3" name="Objeto 2">
                        <a:extLst>
                          <a:ext uri="{FF2B5EF4-FFF2-40B4-BE49-F238E27FC236}">
                            <a16:creationId xmlns:a16="http://schemas.microsoft.com/office/drawing/2014/main" id="{5F637D5F-9C42-301A-A578-BA631B0A08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053498" y="2128723"/>
                        <a:ext cx="5156522" cy="28405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8863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6031A-45E9-6B93-1567-172A23E5B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2">
            <a:extLst>
              <a:ext uri="{FF2B5EF4-FFF2-40B4-BE49-F238E27FC236}">
                <a16:creationId xmlns:a16="http://schemas.microsoft.com/office/drawing/2014/main" id="{53C6EADE-91B5-1925-FC0B-44AA7C51D27B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1177925" cy="682625"/>
            <a:chOff x="-1" y="0"/>
            <a:chExt cx="1570413" cy="911205"/>
          </a:xfrm>
        </p:grpSpPr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898DEE3F-A6E0-3CD9-67E2-DFFD143335EF}"/>
                </a:ext>
              </a:extLst>
            </p:cNvPr>
            <p:cNvSpPr>
              <a:spLocks/>
            </p:cNvSpPr>
            <p:nvPr/>
          </p:nvSpPr>
          <p:spPr bwMode="auto">
            <a:xfrm>
              <a:off x="-1" y="0"/>
              <a:ext cx="1570413" cy="911205"/>
            </a:xfrm>
            <a:custGeom>
              <a:avLst/>
              <a:gdLst>
                <a:gd name="T0" fmla="*/ 0 w 663"/>
                <a:gd name="T1" fmla="*/ 384 h 384"/>
                <a:gd name="T2" fmla="*/ 236 w 663"/>
                <a:gd name="T3" fmla="*/ 384 h 384"/>
                <a:gd name="T4" fmla="*/ 309 w 663"/>
                <a:gd name="T5" fmla="*/ 354 h 384"/>
                <a:gd name="T6" fmla="*/ 663 w 663"/>
                <a:gd name="T7" fmla="*/ 0 h 384"/>
                <a:gd name="T8" fmla="*/ 31 w 663"/>
                <a:gd name="T9" fmla="*/ 5 h 384"/>
                <a:gd name="T10" fmla="*/ 0 w 663"/>
                <a:gd name="T11" fmla="*/ 384 h 384"/>
                <a:gd name="connsiteX0" fmla="*/ 8 w 10008"/>
                <a:gd name="connsiteY0" fmla="*/ 10000 h 10000"/>
                <a:gd name="connsiteX1" fmla="*/ 3568 w 10008"/>
                <a:gd name="connsiteY1" fmla="*/ 10000 h 10000"/>
                <a:gd name="connsiteX2" fmla="*/ 4669 w 10008"/>
                <a:gd name="connsiteY2" fmla="*/ 9219 h 10000"/>
                <a:gd name="connsiteX3" fmla="*/ 10008 w 10008"/>
                <a:gd name="connsiteY3" fmla="*/ 0 h 10000"/>
                <a:gd name="connsiteX4" fmla="*/ 0 w 10008"/>
                <a:gd name="connsiteY4" fmla="*/ 130 h 10000"/>
                <a:gd name="connsiteX5" fmla="*/ 8 w 10008"/>
                <a:gd name="connsiteY5" fmla="*/ 10000 h 10000"/>
                <a:gd name="connsiteX0" fmla="*/ 8 w 10008"/>
                <a:gd name="connsiteY0" fmla="*/ 10023 h 10023"/>
                <a:gd name="connsiteX1" fmla="*/ 3568 w 10008"/>
                <a:gd name="connsiteY1" fmla="*/ 10023 h 10023"/>
                <a:gd name="connsiteX2" fmla="*/ 4669 w 10008"/>
                <a:gd name="connsiteY2" fmla="*/ 9242 h 10023"/>
                <a:gd name="connsiteX3" fmla="*/ 10008 w 10008"/>
                <a:gd name="connsiteY3" fmla="*/ 23 h 10023"/>
                <a:gd name="connsiteX4" fmla="*/ 0 w 10008"/>
                <a:gd name="connsiteY4" fmla="*/ 0 h 10023"/>
                <a:gd name="connsiteX5" fmla="*/ 8 w 10008"/>
                <a:gd name="connsiteY5" fmla="*/ 10023 h 10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8" h="10023">
                  <a:moveTo>
                    <a:pt x="8" y="10023"/>
                  </a:moveTo>
                  <a:lnTo>
                    <a:pt x="3568" y="10023"/>
                  </a:lnTo>
                  <a:cubicBezTo>
                    <a:pt x="3975" y="10023"/>
                    <a:pt x="4367" y="9737"/>
                    <a:pt x="4669" y="9242"/>
                  </a:cubicBezTo>
                  <a:lnTo>
                    <a:pt x="10008" y="23"/>
                  </a:lnTo>
                  <a:lnTo>
                    <a:pt x="0" y="0"/>
                  </a:lnTo>
                  <a:cubicBezTo>
                    <a:pt x="3" y="3290"/>
                    <a:pt x="5" y="6733"/>
                    <a:pt x="8" y="10023"/>
                  </a:cubicBezTo>
                  <a:close/>
                </a:path>
              </a:pathLst>
            </a:custGeom>
            <a:gradFill>
              <a:gsLst>
                <a:gs pos="48000">
                  <a:srgbClr val="09193C"/>
                </a:gs>
                <a:gs pos="100000">
                  <a:srgbClr val="003CA3"/>
                </a:gs>
              </a:gsLst>
              <a:lin ang="5400000" scaled="1"/>
            </a:gradFill>
            <a:ln>
              <a:noFill/>
            </a:ln>
          </p:spPr>
          <p:txBody>
            <a:bodyPr lIns="68580" tIns="34290" rIns="68580" bIns="3429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01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2C2BC959-2499-F07B-53FC-F34AED5A9F56}"/>
                </a:ext>
              </a:extLst>
            </p:cNvPr>
            <p:cNvSpPr>
              <a:spLocks/>
            </p:cNvSpPr>
            <p:nvPr/>
          </p:nvSpPr>
          <p:spPr bwMode="auto">
            <a:xfrm>
              <a:off x="-1" y="0"/>
              <a:ext cx="1157704" cy="671749"/>
            </a:xfrm>
            <a:custGeom>
              <a:avLst/>
              <a:gdLst>
                <a:gd name="T0" fmla="*/ 0 w 663"/>
                <a:gd name="T1" fmla="*/ 384 h 384"/>
                <a:gd name="T2" fmla="*/ 236 w 663"/>
                <a:gd name="T3" fmla="*/ 384 h 384"/>
                <a:gd name="T4" fmla="*/ 309 w 663"/>
                <a:gd name="T5" fmla="*/ 354 h 384"/>
                <a:gd name="T6" fmla="*/ 663 w 663"/>
                <a:gd name="T7" fmla="*/ 0 h 384"/>
                <a:gd name="T8" fmla="*/ 31 w 663"/>
                <a:gd name="T9" fmla="*/ 5 h 384"/>
                <a:gd name="T10" fmla="*/ 0 w 663"/>
                <a:gd name="T11" fmla="*/ 384 h 384"/>
                <a:gd name="connsiteX0" fmla="*/ 8 w 10008"/>
                <a:gd name="connsiteY0" fmla="*/ 10000 h 10000"/>
                <a:gd name="connsiteX1" fmla="*/ 3568 w 10008"/>
                <a:gd name="connsiteY1" fmla="*/ 10000 h 10000"/>
                <a:gd name="connsiteX2" fmla="*/ 4669 w 10008"/>
                <a:gd name="connsiteY2" fmla="*/ 9219 h 10000"/>
                <a:gd name="connsiteX3" fmla="*/ 10008 w 10008"/>
                <a:gd name="connsiteY3" fmla="*/ 0 h 10000"/>
                <a:gd name="connsiteX4" fmla="*/ 0 w 10008"/>
                <a:gd name="connsiteY4" fmla="*/ 130 h 10000"/>
                <a:gd name="connsiteX5" fmla="*/ 8 w 10008"/>
                <a:gd name="connsiteY5" fmla="*/ 10000 h 10000"/>
                <a:gd name="connsiteX0" fmla="*/ 8 w 10008"/>
                <a:gd name="connsiteY0" fmla="*/ 10023 h 10023"/>
                <a:gd name="connsiteX1" fmla="*/ 3568 w 10008"/>
                <a:gd name="connsiteY1" fmla="*/ 10023 h 10023"/>
                <a:gd name="connsiteX2" fmla="*/ 4669 w 10008"/>
                <a:gd name="connsiteY2" fmla="*/ 9242 h 10023"/>
                <a:gd name="connsiteX3" fmla="*/ 10008 w 10008"/>
                <a:gd name="connsiteY3" fmla="*/ 23 h 10023"/>
                <a:gd name="connsiteX4" fmla="*/ 0 w 10008"/>
                <a:gd name="connsiteY4" fmla="*/ 0 h 10023"/>
                <a:gd name="connsiteX5" fmla="*/ 8 w 10008"/>
                <a:gd name="connsiteY5" fmla="*/ 10023 h 10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8" h="10023">
                  <a:moveTo>
                    <a:pt x="8" y="10023"/>
                  </a:moveTo>
                  <a:lnTo>
                    <a:pt x="3568" y="10023"/>
                  </a:lnTo>
                  <a:cubicBezTo>
                    <a:pt x="3975" y="10023"/>
                    <a:pt x="4367" y="9737"/>
                    <a:pt x="4669" y="9242"/>
                  </a:cubicBezTo>
                  <a:lnTo>
                    <a:pt x="10008" y="23"/>
                  </a:lnTo>
                  <a:lnTo>
                    <a:pt x="0" y="0"/>
                  </a:lnTo>
                  <a:cubicBezTo>
                    <a:pt x="3" y="3290"/>
                    <a:pt x="5" y="6733"/>
                    <a:pt x="8" y="10023"/>
                  </a:cubicBezTo>
                  <a:close/>
                </a:path>
              </a:pathLst>
            </a:custGeom>
            <a:gradFill>
              <a:gsLst>
                <a:gs pos="23000">
                  <a:srgbClr val="09193C"/>
                </a:gs>
                <a:gs pos="100000">
                  <a:srgbClr val="003CA3"/>
                </a:gs>
              </a:gsLst>
              <a:lin ang="5400000" scaled="1"/>
            </a:gradFill>
            <a:ln>
              <a:noFill/>
            </a:ln>
          </p:spPr>
          <p:txBody>
            <a:bodyPr lIns="68580" tIns="34290" rIns="68580" bIns="3429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01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" name="AutoShape 4" descr="Imagen generada">
            <a:extLst>
              <a:ext uri="{FF2B5EF4-FFF2-40B4-BE49-F238E27FC236}">
                <a16:creationId xmlns:a16="http://schemas.microsoft.com/office/drawing/2014/main" id="{4D1FC0F8-C2AC-3F85-FC80-EC64ECB557E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ítulo 3">
            <a:extLst>
              <a:ext uri="{FF2B5EF4-FFF2-40B4-BE49-F238E27FC236}">
                <a16:creationId xmlns:a16="http://schemas.microsoft.com/office/drawing/2014/main" id="{35F3453D-01AA-BE20-180D-5F08CA1FD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792" y="-253558"/>
            <a:ext cx="7886700" cy="994172"/>
          </a:xfrm>
        </p:spPr>
        <p:txBody>
          <a:bodyPr>
            <a:normAutofit/>
          </a:bodyPr>
          <a:lstStyle/>
          <a:p>
            <a:r>
              <a:rPr lang="es-MX" sz="2400" b="1" dirty="0" err="1">
                <a:solidFill>
                  <a:srgbClr val="002060"/>
                </a:solidFill>
                <a:latin typeface="Raleway" pitchFamily="2" charset="0"/>
                <a:ea typeface="+mn-ea"/>
                <a:cs typeface="+mn-cs"/>
              </a:rPr>
              <a:t>Introduction</a:t>
            </a:r>
            <a:endParaRPr lang="es-MX" sz="2400" b="1" dirty="0">
              <a:solidFill>
                <a:srgbClr val="002060"/>
              </a:solidFill>
              <a:latin typeface="Raleway" pitchFamily="2" charset="0"/>
              <a:ea typeface="+mn-ea"/>
              <a:cs typeface="+mn-cs"/>
            </a:endParaRPr>
          </a:p>
        </p:txBody>
      </p:sp>
      <p:sp>
        <p:nvSpPr>
          <p:cNvPr id="4" name="Rectangle 127">
            <a:extLst>
              <a:ext uri="{FF2B5EF4-FFF2-40B4-BE49-F238E27FC236}">
                <a16:creationId xmlns:a16="http://schemas.microsoft.com/office/drawing/2014/main" id="{E55BCA00-F654-C1A6-1C67-4A2FCFAF7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310" y="682625"/>
            <a:ext cx="8156180" cy="2426958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-17457" rIns="0" bIns="-17457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MX" sz="20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+mj-lt"/>
              </a:rPr>
              <a:t>In a competitive neural network, output units compete with each other to fire; only the one with the highest synaptic potential is activated. The idea of competitive learning is already outlined in the early work of von der </a:t>
            </a:r>
            <a:r>
              <a:rPr kumimoji="0" lang="en-US" altLang="es-MX" sz="20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+mj-lt"/>
              </a:rPr>
              <a:t>Malsburg</a:t>
            </a:r>
            <a:r>
              <a:rPr kumimoji="0" lang="en-US" altLang="es-MX" sz="20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+mj-lt"/>
              </a:rPr>
              <a:t> (1973) on the self-organization of nerve cells in the cerebral cortex. In 1975, Fukushima proposed the </a:t>
            </a:r>
            <a:r>
              <a:rPr kumimoji="0" lang="en-US" altLang="es-MX" sz="20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+mj-lt"/>
              </a:rPr>
              <a:t>cognitron</a:t>
            </a:r>
            <a:r>
              <a:rPr kumimoji="0" lang="en-US" altLang="es-MX" sz="20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+mj-lt"/>
              </a:rPr>
              <a:t>, which is a self-organizing multilayer competitive network. </a:t>
            </a:r>
            <a:r>
              <a:rPr kumimoji="0" lang="en-US" altLang="es-MX" sz="20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+mj-lt"/>
              </a:rPr>
              <a:t>Willshaw</a:t>
            </a:r>
            <a:r>
              <a:rPr kumimoji="0" lang="en-US" altLang="es-MX" sz="20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+mj-lt"/>
              </a:rPr>
              <a:t> and von der </a:t>
            </a:r>
            <a:r>
              <a:rPr kumimoji="0" lang="en-US" altLang="es-MX" sz="20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+mj-lt"/>
              </a:rPr>
              <a:t>Malsburg</a:t>
            </a:r>
            <a:r>
              <a:rPr kumimoji="0" lang="en-US" altLang="es-MX" sz="20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+mj-lt"/>
              </a:rPr>
              <a:t> (1976) worked on the formation of neural connections  by self-organization and Grossberg (1972, 1976) on adaptive pattern classification.</a:t>
            </a:r>
            <a:endParaRPr kumimoji="0" lang="es-MX" altLang="es-MX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pic>
        <p:nvPicPr>
          <p:cNvPr id="7" name="Picture 4" descr="Deep neural networks uncover what brains likes to see | BCM">
            <a:extLst>
              <a:ext uri="{FF2B5EF4-FFF2-40B4-BE49-F238E27FC236}">
                <a16:creationId xmlns:a16="http://schemas.microsoft.com/office/drawing/2014/main" id="{C8967F64-2CB2-755D-DA2F-ABCB6AC426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2237" y="2979946"/>
            <a:ext cx="3384255" cy="2030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6747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2B585-ACD4-D2C2-DAD7-134470A5B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2">
            <a:extLst>
              <a:ext uri="{FF2B5EF4-FFF2-40B4-BE49-F238E27FC236}">
                <a16:creationId xmlns:a16="http://schemas.microsoft.com/office/drawing/2014/main" id="{89CC0D66-AFED-3588-002E-D0D33E9994C4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1177925" cy="682625"/>
            <a:chOff x="-1" y="0"/>
            <a:chExt cx="1570413" cy="911205"/>
          </a:xfrm>
        </p:grpSpPr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8AB11CE1-21E2-A101-69C3-22AE0B170896}"/>
                </a:ext>
              </a:extLst>
            </p:cNvPr>
            <p:cNvSpPr>
              <a:spLocks/>
            </p:cNvSpPr>
            <p:nvPr/>
          </p:nvSpPr>
          <p:spPr bwMode="auto">
            <a:xfrm>
              <a:off x="-1" y="0"/>
              <a:ext cx="1570413" cy="911205"/>
            </a:xfrm>
            <a:custGeom>
              <a:avLst/>
              <a:gdLst>
                <a:gd name="T0" fmla="*/ 0 w 663"/>
                <a:gd name="T1" fmla="*/ 384 h 384"/>
                <a:gd name="T2" fmla="*/ 236 w 663"/>
                <a:gd name="T3" fmla="*/ 384 h 384"/>
                <a:gd name="T4" fmla="*/ 309 w 663"/>
                <a:gd name="T5" fmla="*/ 354 h 384"/>
                <a:gd name="T6" fmla="*/ 663 w 663"/>
                <a:gd name="T7" fmla="*/ 0 h 384"/>
                <a:gd name="T8" fmla="*/ 31 w 663"/>
                <a:gd name="T9" fmla="*/ 5 h 384"/>
                <a:gd name="T10" fmla="*/ 0 w 663"/>
                <a:gd name="T11" fmla="*/ 384 h 384"/>
                <a:gd name="connsiteX0" fmla="*/ 8 w 10008"/>
                <a:gd name="connsiteY0" fmla="*/ 10000 h 10000"/>
                <a:gd name="connsiteX1" fmla="*/ 3568 w 10008"/>
                <a:gd name="connsiteY1" fmla="*/ 10000 h 10000"/>
                <a:gd name="connsiteX2" fmla="*/ 4669 w 10008"/>
                <a:gd name="connsiteY2" fmla="*/ 9219 h 10000"/>
                <a:gd name="connsiteX3" fmla="*/ 10008 w 10008"/>
                <a:gd name="connsiteY3" fmla="*/ 0 h 10000"/>
                <a:gd name="connsiteX4" fmla="*/ 0 w 10008"/>
                <a:gd name="connsiteY4" fmla="*/ 130 h 10000"/>
                <a:gd name="connsiteX5" fmla="*/ 8 w 10008"/>
                <a:gd name="connsiteY5" fmla="*/ 10000 h 10000"/>
                <a:gd name="connsiteX0" fmla="*/ 8 w 10008"/>
                <a:gd name="connsiteY0" fmla="*/ 10023 h 10023"/>
                <a:gd name="connsiteX1" fmla="*/ 3568 w 10008"/>
                <a:gd name="connsiteY1" fmla="*/ 10023 h 10023"/>
                <a:gd name="connsiteX2" fmla="*/ 4669 w 10008"/>
                <a:gd name="connsiteY2" fmla="*/ 9242 h 10023"/>
                <a:gd name="connsiteX3" fmla="*/ 10008 w 10008"/>
                <a:gd name="connsiteY3" fmla="*/ 23 h 10023"/>
                <a:gd name="connsiteX4" fmla="*/ 0 w 10008"/>
                <a:gd name="connsiteY4" fmla="*/ 0 h 10023"/>
                <a:gd name="connsiteX5" fmla="*/ 8 w 10008"/>
                <a:gd name="connsiteY5" fmla="*/ 10023 h 10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8" h="10023">
                  <a:moveTo>
                    <a:pt x="8" y="10023"/>
                  </a:moveTo>
                  <a:lnTo>
                    <a:pt x="3568" y="10023"/>
                  </a:lnTo>
                  <a:cubicBezTo>
                    <a:pt x="3975" y="10023"/>
                    <a:pt x="4367" y="9737"/>
                    <a:pt x="4669" y="9242"/>
                  </a:cubicBezTo>
                  <a:lnTo>
                    <a:pt x="10008" y="23"/>
                  </a:lnTo>
                  <a:lnTo>
                    <a:pt x="0" y="0"/>
                  </a:lnTo>
                  <a:cubicBezTo>
                    <a:pt x="3" y="3290"/>
                    <a:pt x="5" y="6733"/>
                    <a:pt x="8" y="10023"/>
                  </a:cubicBezTo>
                  <a:close/>
                </a:path>
              </a:pathLst>
            </a:custGeom>
            <a:gradFill>
              <a:gsLst>
                <a:gs pos="48000">
                  <a:srgbClr val="09193C"/>
                </a:gs>
                <a:gs pos="100000">
                  <a:srgbClr val="003CA3"/>
                </a:gs>
              </a:gsLst>
              <a:lin ang="5400000" scaled="1"/>
            </a:gradFill>
            <a:ln>
              <a:noFill/>
            </a:ln>
          </p:spPr>
          <p:txBody>
            <a:bodyPr lIns="68580" tIns="34290" rIns="68580" bIns="3429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01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BA5F56BD-179D-E30C-6CE0-F269252BEFA9}"/>
                </a:ext>
              </a:extLst>
            </p:cNvPr>
            <p:cNvSpPr>
              <a:spLocks/>
            </p:cNvSpPr>
            <p:nvPr/>
          </p:nvSpPr>
          <p:spPr bwMode="auto">
            <a:xfrm>
              <a:off x="-1" y="0"/>
              <a:ext cx="1157704" cy="671749"/>
            </a:xfrm>
            <a:custGeom>
              <a:avLst/>
              <a:gdLst>
                <a:gd name="T0" fmla="*/ 0 w 663"/>
                <a:gd name="T1" fmla="*/ 384 h 384"/>
                <a:gd name="T2" fmla="*/ 236 w 663"/>
                <a:gd name="T3" fmla="*/ 384 h 384"/>
                <a:gd name="T4" fmla="*/ 309 w 663"/>
                <a:gd name="T5" fmla="*/ 354 h 384"/>
                <a:gd name="T6" fmla="*/ 663 w 663"/>
                <a:gd name="T7" fmla="*/ 0 h 384"/>
                <a:gd name="T8" fmla="*/ 31 w 663"/>
                <a:gd name="T9" fmla="*/ 5 h 384"/>
                <a:gd name="T10" fmla="*/ 0 w 663"/>
                <a:gd name="T11" fmla="*/ 384 h 384"/>
                <a:gd name="connsiteX0" fmla="*/ 8 w 10008"/>
                <a:gd name="connsiteY0" fmla="*/ 10000 h 10000"/>
                <a:gd name="connsiteX1" fmla="*/ 3568 w 10008"/>
                <a:gd name="connsiteY1" fmla="*/ 10000 h 10000"/>
                <a:gd name="connsiteX2" fmla="*/ 4669 w 10008"/>
                <a:gd name="connsiteY2" fmla="*/ 9219 h 10000"/>
                <a:gd name="connsiteX3" fmla="*/ 10008 w 10008"/>
                <a:gd name="connsiteY3" fmla="*/ 0 h 10000"/>
                <a:gd name="connsiteX4" fmla="*/ 0 w 10008"/>
                <a:gd name="connsiteY4" fmla="*/ 130 h 10000"/>
                <a:gd name="connsiteX5" fmla="*/ 8 w 10008"/>
                <a:gd name="connsiteY5" fmla="*/ 10000 h 10000"/>
                <a:gd name="connsiteX0" fmla="*/ 8 w 10008"/>
                <a:gd name="connsiteY0" fmla="*/ 10023 h 10023"/>
                <a:gd name="connsiteX1" fmla="*/ 3568 w 10008"/>
                <a:gd name="connsiteY1" fmla="*/ 10023 h 10023"/>
                <a:gd name="connsiteX2" fmla="*/ 4669 w 10008"/>
                <a:gd name="connsiteY2" fmla="*/ 9242 h 10023"/>
                <a:gd name="connsiteX3" fmla="*/ 10008 w 10008"/>
                <a:gd name="connsiteY3" fmla="*/ 23 h 10023"/>
                <a:gd name="connsiteX4" fmla="*/ 0 w 10008"/>
                <a:gd name="connsiteY4" fmla="*/ 0 h 10023"/>
                <a:gd name="connsiteX5" fmla="*/ 8 w 10008"/>
                <a:gd name="connsiteY5" fmla="*/ 10023 h 10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8" h="10023">
                  <a:moveTo>
                    <a:pt x="8" y="10023"/>
                  </a:moveTo>
                  <a:lnTo>
                    <a:pt x="3568" y="10023"/>
                  </a:lnTo>
                  <a:cubicBezTo>
                    <a:pt x="3975" y="10023"/>
                    <a:pt x="4367" y="9737"/>
                    <a:pt x="4669" y="9242"/>
                  </a:cubicBezTo>
                  <a:lnTo>
                    <a:pt x="10008" y="23"/>
                  </a:lnTo>
                  <a:lnTo>
                    <a:pt x="0" y="0"/>
                  </a:lnTo>
                  <a:cubicBezTo>
                    <a:pt x="3" y="3290"/>
                    <a:pt x="5" y="6733"/>
                    <a:pt x="8" y="10023"/>
                  </a:cubicBezTo>
                  <a:close/>
                </a:path>
              </a:pathLst>
            </a:custGeom>
            <a:gradFill>
              <a:gsLst>
                <a:gs pos="23000">
                  <a:srgbClr val="09193C"/>
                </a:gs>
                <a:gs pos="100000">
                  <a:srgbClr val="003CA3"/>
                </a:gs>
              </a:gsLst>
              <a:lin ang="5400000" scaled="1"/>
            </a:gradFill>
            <a:ln>
              <a:noFill/>
            </a:ln>
          </p:spPr>
          <p:txBody>
            <a:bodyPr lIns="68580" tIns="34290" rIns="68580" bIns="3429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01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" name="AutoShape 4" descr="Imagen generada">
            <a:extLst>
              <a:ext uri="{FF2B5EF4-FFF2-40B4-BE49-F238E27FC236}">
                <a16:creationId xmlns:a16="http://schemas.microsoft.com/office/drawing/2014/main" id="{8DDA63BC-934B-2D74-AED4-67773113F4D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ítulo 3">
            <a:extLst>
              <a:ext uri="{FF2B5EF4-FFF2-40B4-BE49-F238E27FC236}">
                <a16:creationId xmlns:a16="http://schemas.microsoft.com/office/drawing/2014/main" id="{77571EE9-82C1-6DDD-7DDA-49A544407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792" y="-253558"/>
            <a:ext cx="7886700" cy="994172"/>
          </a:xfrm>
        </p:spPr>
        <p:txBody>
          <a:bodyPr>
            <a:normAutofit/>
          </a:bodyPr>
          <a:lstStyle/>
          <a:p>
            <a:r>
              <a:rPr lang="es-MX" sz="2400" b="1" dirty="0">
                <a:solidFill>
                  <a:srgbClr val="002060"/>
                </a:solidFill>
                <a:latin typeface="Raleway" pitchFamily="2" charset="0"/>
                <a:ea typeface="+mn-ea"/>
                <a:cs typeface="+mn-cs"/>
              </a:rPr>
              <a:t>Competitive </a:t>
            </a:r>
            <a:r>
              <a:rPr lang="es-MX" sz="2400" b="1" dirty="0" err="1">
                <a:solidFill>
                  <a:srgbClr val="002060"/>
                </a:solidFill>
                <a:latin typeface="Raleway" pitchFamily="2" charset="0"/>
                <a:ea typeface="+mn-ea"/>
                <a:cs typeface="+mn-cs"/>
              </a:rPr>
              <a:t>Learning</a:t>
            </a:r>
            <a:r>
              <a:rPr lang="es-MX" sz="2400" b="1" dirty="0">
                <a:solidFill>
                  <a:srgbClr val="002060"/>
                </a:solidFill>
                <a:latin typeface="Raleway" pitchFamily="2" charset="0"/>
                <a:ea typeface="+mn-ea"/>
                <a:cs typeface="+mn-cs"/>
              </a:rPr>
              <a:t> Rule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48E2E11-28D8-F732-0C4A-BD5536F9DF36}"/>
              </a:ext>
            </a:extLst>
          </p:cNvPr>
          <p:cNvSpPr txBox="1"/>
          <p:nvPr/>
        </p:nvSpPr>
        <p:spPr>
          <a:xfrm>
            <a:off x="308957" y="682625"/>
            <a:ext cx="556237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dirty="0" err="1">
                <a:latin typeface="+mj-lt"/>
              </a:rPr>
              <a:t>Rumelhart</a:t>
            </a:r>
            <a:r>
              <a:rPr lang="en-US" sz="2000" dirty="0">
                <a:latin typeface="+mj-lt"/>
              </a:rPr>
              <a:t> and </a:t>
            </a:r>
            <a:r>
              <a:rPr lang="en-US" sz="2000" dirty="0" err="1">
                <a:latin typeface="+mj-lt"/>
              </a:rPr>
              <a:t>Zisper</a:t>
            </a:r>
            <a:r>
              <a:rPr lang="en-US" sz="2000" dirty="0">
                <a:latin typeface="+mj-lt"/>
              </a:rPr>
              <a:t> (1985) specified the three basic elements of a competitive learning rule:</a:t>
            </a:r>
          </a:p>
          <a:p>
            <a:pPr algn="just"/>
            <a:endParaRPr lang="en-US" sz="2000" dirty="0">
              <a:latin typeface="+mj-lt"/>
            </a:endParaRPr>
          </a:p>
          <a:p>
            <a:pPr marL="342900" indent="-342900" algn="just">
              <a:buFontTx/>
              <a:buChar char="-"/>
            </a:pPr>
            <a:r>
              <a:rPr lang="en-US" sz="2000" dirty="0">
                <a:latin typeface="+mj-lt"/>
              </a:rPr>
              <a:t>A set of neurons (process units) that are activated or not in response to a set of input patterns (stimuli) and that differ in the values of a set of synaptic weights specific to each neuron.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latin typeface="+mj-lt"/>
              </a:rPr>
              <a:t>A limit imposed on the "strength" of each neuron.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latin typeface="+mj-lt"/>
              </a:rPr>
              <a:t>A mechanism that allows neurons to compete to respond to a subset of inputs in such a way that one and only one neuron per group fires.</a:t>
            </a:r>
            <a:endParaRPr lang="es-MX" sz="2000" dirty="0">
              <a:latin typeface="+mj-lt"/>
            </a:endParaRPr>
          </a:p>
        </p:txBody>
      </p:sp>
      <p:graphicFrame>
        <p:nvGraphicFramePr>
          <p:cNvPr id="3" name="Objeto 2">
            <a:extLst>
              <a:ext uri="{FF2B5EF4-FFF2-40B4-BE49-F238E27FC236}">
                <a16:creationId xmlns:a16="http://schemas.microsoft.com/office/drawing/2014/main" id="{B3B154BC-551F-7BE3-1DBA-E021FF30E0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2919653"/>
              </p:ext>
            </p:extLst>
          </p:nvPr>
        </p:nvGraphicFramePr>
        <p:xfrm>
          <a:off x="5871329" y="1394732"/>
          <a:ext cx="2963714" cy="23540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n de mapa de bits" r:id="rId2" imgW="3333600" imgH="2647800" progId="Paint.Picture">
                  <p:embed/>
                </p:oleObj>
              </mc:Choice>
              <mc:Fallback>
                <p:oleObj name="Imagen de mapa de bits" r:id="rId2" imgW="3333600" imgH="2647800" progId="Paint.Picture">
                  <p:embed/>
                  <p:pic>
                    <p:nvPicPr>
                      <p:cNvPr id="3" name="Objeto 2">
                        <a:extLst>
                          <a:ext uri="{FF2B5EF4-FFF2-40B4-BE49-F238E27FC236}">
                            <a16:creationId xmlns:a16="http://schemas.microsoft.com/office/drawing/2014/main" id="{B3B154BC-551F-7BE3-1DBA-E021FF30E0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871329" y="1394732"/>
                        <a:ext cx="2963714" cy="23540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76120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82A38-C2A2-3239-C53D-F289B72FD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2">
            <a:extLst>
              <a:ext uri="{FF2B5EF4-FFF2-40B4-BE49-F238E27FC236}">
                <a16:creationId xmlns:a16="http://schemas.microsoft.com/office/drawing/2014/main" id="{6F5F7B1F-5AA6-F13D-28CF-A635A59B670A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1177925" cy="682625"/>
            <a:chOff x="-1" y="0"/>
            <a:chExt cx="1570413" cy="911205"/>
          </a:xfrm>
        </p:grpSpPr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58B9C29B-B40E-A9C2-6BA3-CE2560309EB4}"/>
                </a:ext>
              </a:extLst>
            </p:cNvPr>
            <p:cNvSpPr>
              <a:spLocks/>
            </p:cNvSpPr>
            <p:nvPr/>
          </p:nvSpPr>
          <p:spPr bwMode="auto">
            <a:xfrm>
              <a:off x="-1" y="0"/>
              <a:ext cx="1570413" cy="911205"/>
            </a:xfrm>
            <a:custGeom>
              <a:avLst/>
              <a:gdLst>
                <a:gd name="T0" fmla="*/ 0 w 663"/>
                <a:gd name="T1" fmla="*/ 384 h 384"/>
                <a:gd name="T2" fmla="*/ 236 w 663"/>
                <a:gd name="T3" fmla="*/ 384 h 384"/>
                <a:gd name="T4" fmla="*/ 309 w 663"/>
                <a:gd name="T5" fmla="*/ 354 h 384"/>
                <a:gd name="T6" fmla="*/ 663 w 663"/>
                <a:gd name="T7" fmla="*/ 0 h 384"/>
                <a:gd name="T8" fmla="*/ 31 w 663"/>
                <a:gd name="T9" fmla="*/ 5 h 384"/>
                <a:gd name="T10" fmla="*/ 0 w 663"/>
                <a:gd name="T11" fmla="*/ 384 h 384"/>
                <a:gd name="connsiteX0" fmla="*/ 8 w 10008"/>
                <a:gd name="connsiteY0" fmla="*/ 10000 h 10000"/>
                <a:gd name="connsiteX1" fmla="*/ 3568 w 10008"/>
                <a:gd name="connsiteY1" fmla="*/ 10000 h 10000"/>
                <a:gd name="connsiteX2" fmla="*/ 4669 w 10008"/>
                <a:gd name="connsiteY2" fmla="*/ 9219 h 10000"/>
                <a:gd name="connsiteX3" fmla="*/ 10008 w 10008"/>
                <a:gd name="connsiteY3" fmla="*/ 0 h 10000"/>
                <a:gd name="connsiteX4" fmla="*/ 0 w 10008"/>
                <a:gd name="connsiteY4" fmla="*/ 130 h 10000"/>
                <a:gd name="connsiteX5" fmla="*/ 8 w 10008"/>
                <a:gd name="connsiteY5" fmla="*/ 10000 h 10000"/>
                <a:gd name="connsiteX0" fmla="*/ 8 w 10008"/>
                <a:gd name="connsiteY0" fmla="*/ 10023 h 10023"/>
                <a:gd name="connsiteX1" fmla="*/ 3568 w 10008"/>
                <a:gd name="connsiteY1" fmla="*/ 10023 h 10023"/>
                <a:gd name="connsiteX2" fmla="*/ 4669 w 10008"/>
                <a:gd name="connsiteY2" fmla="*/ 9242 h 10023"/>
                <a:gd name="connsiteX3" fmla="*/ 10008 w 10008"/>
                <a:gd name="connsiteY3" fmla="*/ 23 h 10023"/>
                <a:gd name="connsiteX4" fmla="*/ 0 w 10008"/>
                <a:gd name="connsiteY4" fmla="*/ 0 h 10023"/>
                <a:gd name="connsiteX5" fmla="*/ 8 w 10008"/>
                <a:gd name="connsiteY5" fmla="*/ 10023 h 10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8" h="10023">
                  <a:moveTo>
                    <a:pt x="8" y="10023"/>
                  </a:moveTo>
                  <a:lnTo>
                    <a:pt x="3568" y="10023"/>
                  </a:lnTo>
                  <a:cubicBezTo>
                    <a:pt x="3975" y="10023"/>
                    <a:pt x="4367" y="9737"/>
                    <a:pt x="4669" y="9242"/>
                  </a:cubicBezTo>
                  <a:lnTo>
                    <a:pt x="10008" y="23"/>
                  </a:lnTo>
                  <a:lnTo>
                    <a:pt x="0" y="0"/>
                  </a:lnTo>
                  <a:cubicBezTo>
                    <a:pt x="3" y="3290"/>
                    <a:pt x="5" y="6733"/>
                    <a:pt x="8" y="10023"/>
                  </a:cubicBezTo>
                  <a:close/>
                </a:path>
              </a:pathLst>
            </a:custGeom>
            <a:gradFill>
              <a:gsLst>
                <a:gs pos="48000">
                  <a:srgbClr val="09193C"/>
                </a:gs>
                <a:gs pos="100000">
                  <a:srgbClr val="003CA3"/>
                </a:gs>
              </a:gsLst>
              <a:lin ang="5400000" scaled="1"/>
            </a:gradFill>
            <a:ln>
              <a:noFill/>
            </a:ln>
          </p:spPr>
          <p:txBody>
            <a:bodyPr lIns="68580" tIns="34290" rIns="68580" bIns="3429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01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22119505-92C6-A8BA-DB3C-7BE75E0A6D10}"/>
                </a:ext>
              </a:extLst>
            </p:cNvPr>
            <p:cNvSpPr>
              <a:spLocks/>
            </p:cNvSpPr>
            <p:nvPr/>
          </p:nvSpPr>
          <p:spPr bwMode="auto">
            <a:xfrm>
              <a:off x="-1" y="0"/>
              <a:ext cx="1157704" cy="671749"/>
            </a:xfrm>
            <a:custGeom>
              <a:avLst/>
              <a:gdLst>
                <a:gd name="T0" fmla="*/ 0 w 663"/>
                <a:gd name="T1" fmla="*/ 384 h 384"/>
                <a:gd name="T2" fmla="*/ 236 w 663"/>
                <a:gd name="T3" fmla="*/ 384 h 384"/>
                <a:gd name="T4" fmla="*/ 309 w 663"/>
                <a:gd name="T5" fmla="*/ 354 h 384"/>
                <a:gd name="T6" fmla="*/ 663 w 663"/>
                <a:gd name="T7" fmla="*/ 0 h 384"/>
                <a:gd name="T8" fmla="*/ 31 w 663"/>
                <a:gd name="T9" fmla="*/ 5 h 384"/>
                <a:gd name="T10" fmla="*/ 0 w 663"/>
                <a:gd name="T11" fmla="*/ 384 h 384"/>
                <a:gd name="connsiteX0" fmla="*/ 8 w 10008"/>
                <a:gd name="connsiteY0" fmla="*/ 10000 h 10000"/>
                <a:gd name="connsiteX1" fmla="*/ 3568 w 10008"/>
                <a:gd name="connsiteY1" fmla="*/ 10000 h 10000"/>
                <a:gd name="connsiteX2" fmla="*/ 4669 w 10008"/>
                <a:gd name="connsiteY2" fmla="*/ 9219 h 10000"/>
                <a:gd name="connsiteX3" fmla="*/ 10008 w 10008"/>
                <a:gd name="connsiteY3" fmla="*/ 0 h 10000"/>
                <a:gd name="connsiteX4" fmla="*/ 0 w 10008"/>
                <a:gd name="connsiteY4" fmla="*/ 130 h 10000"/>
                <a:gd name="connsiteX5" fmla="*/ 8 w 10008"/>
                <a:gd name="connsiteY5" fmla="*/ 10000 h 10000"/>
                <a:gd name="connsiteX0" fmla="*/ 8 w 10008"/>
                <a:gd name="connsiteY0" fmla="*/ 10023 h 10023"/>
                <a:gd name="connsiteX1" fmla="*/ 3568 w 10008"/>
                <a:gd name="connsiteY1" fmla="*/ 10023 h 10023"/>
                <a:gd name="connsiteX2" fmla="*/ 4669 w 10008"/>
                <a:gd name="connsiteY2" fmla="*/ 9242 h 10023"/>
                <a:gd name="connsiteX3" fmla="*/ 10008 w 10008"/>
                <a:gd name="connsiteY3" fmla="*/ 23 h 10023"/>
                <a:gd name="connsiteX4" fmla="*/ 0 w 10008"/>
                <a:gd name="connsiteY4" fmla="*/ 0 h 10023"/>
                <a:gd name="connsiteX5" fmla="*/ 8 w 10008"/>
                <a:gd name="connsiteY5" fmla="*/ 10023 h 10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8" h="10023">
                  <a:moveTo>
                    <a:pt x="8" y="10023"/>
                  </a:moveTo>
                  <a:lnTo>
                    <a:pt x="3568" y="10023"/>
                  </a:lnTo>
                  <a:cubicBezTo>
                    <a:pt x="3975" y="10023"/>
                    <a:pt x="4367" y="9737"/>
                    <a:pt x="4669" y="9242"/>
                  </a:cubicBezTo>
                  <a:lnTo>
                    <a:pt x="10008" y="23"/>
                  </a:lnTo>
                  <a:lnTo>
                    <a:pt x="0" y="0"/>
                  </a:lnTo>
                  <a:cubicBezTo>
                    <a:pt x="3" y="3290"/>
                    <a:pt x="5" y="6733"/>
                    <a:pt x="8" y="10023"/>
                  </a:cubicBezTo>
                  <a:close/>
                </a:path>
              </a:pathLst>
            </a:custGeom>
            <a:gradFill>
              <a:gsLst>
                <a:gs pos="23000">
                  <a:srgbClr val="09193C"/>
                </a:gs>
                <a:gs pos="100000">
                  <a:srgbClr val="003CA3"/>
                </a:gs>
              </a:gsLst>
              <a:lin ang="5400000" scaled="1"/>
            </a:gradFill>
            <a:ln>
              <a:noFill/>
            </a:ln>
          </p:spPr>
          <p:txBody>
            <a:bodyPr lIns="68580" tIns="34290" rIns="68580" bIns="3429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01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" name="AutoShape 4" descr="Imagen generada">
            <a:extLst>
              <a:ext uri="{FF2B5EF4-FFF2-40B4-BE49-F238E27FC236}">
                <a16:creationId xmlns:a16="http://schemas.microsoft.com/office/drawing/2014/main" id="{C2CAA0C5-C1AF-1814-DD7A-8D90AF3E2E2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ítulo 3">
            <a:extLst>
              <a:ext uri="{FF2B5EF4-FFF2-40B4-BE49-F238E27FC236}">
                <a16:creationId xmlns:a16="http://schemas.microsoft.com/office/drawing/2014/main" id="{BCF594A9-B0EF-9432-23D5-0CF600A8C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792" y="-253558"/>
            <a:ext cx="7886700" cy="994172"/>
          </a:xfrm>
        </p:spPr>
        <p:txBody>
          <a:bodyPr>
            <a:normAutofit/>
          </a:bodyPr>
          <a:lstStyle/>
          <a:p>
            <a:r>
              <a:rPr lang="es-MX" sz="2400" b="1" dirty="0">
                <a:solidFill>
                  <a:srgbClr val="002060"/>
                </a:solidFill>
                <a:latin typeface="Raleway" pitchFamily="2" charset="0"/>
                <a:ea typeface="+mn-ea"/>
                <a:cs typeface="+mn-cs"/>
              </a:rPr>
              <a:t>Competitive </a:t>
            </a:r>
            <a:r>
              <a:rPr lang="es-MX" sz="2400" b="1" dirty="0" err="1">
                <a:solidFill>
                  <a:srgbClr val="002060"/>
                </a:solidFill>
                <a:latin typeface="Raleway" pitchFamily="2" charset="0"/>
                <a:ea typeface="+mn-ea"/>
                <a:cs typeface="+mn-cs"/>
              </a:rPr>
              <a:t>Learning</a:t>
            </a:r>
            <a:r>
              <a:rPr lang="es-MX" sz="2400" b="1" dirty="0">
                <a:solidFill>
                  <a:srgbClr val="002060"/>
                </a:solidFill>
                <a:latin typeface="Raleway" pitchFamily="2" charset="0"/>
                <a:ea typeface="+mn-ea"/>
                <a:cs typeface="+mn-cs"/>
              </a:rPr>
              <a:t> Rule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9213EA2-ECE0-826E-9251-BD93AF479D10}"/>
              </a:ext>
            </a:extLst>
          </p:cNvPr>
          <p:cNvSpPr txBox="1"/>
          <p:nvPr/>
        </p:nvSpPr>
        <p:spPr>
          <a:xfrm>
            <a:off x="491837" y="740614"/>
            <a:ext cx="408016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latin typeface="+mj-lt"/>
              </a:rPr>
              <a:t>Competitive learning can be implemented using a two-layer (J–K) neural network. The input and output layers are fully connected. The output layer is called the competition layer, wherein lateral connections are used to perform lateral inhibition.</a:t>
            </a:r>
            <a:endParaRPr lang="es-MX" sz="2400" dirty="0">
              <a:latin typeface="+mj-lt"/>
            </a:endParaRPr>
          </a:p>
        </p:txBody>
      </p:sp>
      <p:graphicFrame>
        <p:nvGraphicFramePr>
          <p:cNvPr id="7" name="Objeto 6">
            <a:extLst>
              <a:ext uri="{FF2B5EF4-FFF2-40B4-BE49-F238E27FC236}">
                <a16:creationId xmlns:a16="http://schemas.microsoft.com/office/drawing/2014/main" id="{580C7E0A-EE6A-6FFD-A0C4-FF81A563B1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1155023"/>
              </p:ext>
            </p:extLst>
          </p:nvPr>
        </p:nvGraphicFramePr>
        <p:xfrm>
          <a:off x="4566729" y="740614"/>
          <a:ext cx="4375034" cy="34294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n de mapa de bits" r:id="rId2" imgW="5553000" imgH="4352760" progId="Paint.Picture">
                  <p:embed/>
                </p:oleObj>
              </mc:Choice>
              <mc:Fallback>
                <p:oleObj name="Imagen de mapa de bits" r:id="rId2" imgW="5553000" imgH="4352760" progId="Paint.Picture">
                  <p:embed/>
                  <p:pic>
                    <p:nvPicPr>
                      <p:cNvPr id="7" name="Objeto 6">
                        <a:extLst>
                          <a:ext uri="{FF2B5EF4-FFF2-40B4-BE49-F238E27FC236}">
                            <a16:creationId xmlns:a16="http://schemas.microsoft.com/office/drawing/2014/main" id="{580C7E0A-EE6A-6FFD-A0C4-FF81A563B1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566729" y="740614"/>
                        <a:ext cx="4375034" cy="34294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90956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A29F2-B093-7EA6-8204-7ADAA9C80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2">
            <a:extLst>
              <a:ext uri="{FF2B5EF4-FFF2-40B4-BE49-F238E27FC236}">
                <a16:creationId xmlns:a16="http://schemas.microsoft.com/office/drawing/2014/main" id="{43F94316-6658-5793-FF77-E36C6E09671E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1177925" cy="682625"/>
            <a:chOff x="-1" y="0"/>
            <a:chExt cx="1570413" cy="911205"/>
          </a:xfrm>
        </p:grpSpPr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A4D4C17A-5FEB-32CD-1C35-4162B19E66AE}"/>
                </a:ext>
              </a:extLst>
            </p:cNvPr>
            <p:cNvSpPr>
              <a:spLocks/>
            </p:cNvSpPr>
            <p:nvPr/>
          </p:nvSpPr>
          <p:spPr bwMode="auto">
            <a:xfrm>
              <a:off x="-1" y="0"/>
              <a:ext cx="1570413" cy="911205"/>
            </a:xfrm>
            <a:custGeom>
              <a:avLst/>
              <a:gdLst>
                <a:gd name="T0" fmla="*/ 0 w 663"/>
                <a:gd name="T1" fmla="*/ 384 h 384"/>
                <a:gd name="T2" fmla="*/ 236 w 663"/>
                <a:gd name="T3" fmla="*/ 384 h 384"/>
                <a:gd name="T4" fmla="*/ 309 w 663"/>
                <a:gd name="T5" fmla="*/ 354 h 384"/>
                <a:gd name="T6" fmla="*/ 663 w 663"/>
                <a:gd name="T7" fmla="*/ 0 h 384"/>
                <a:gd name="T8" fmla="*/ 31 w 663"/>
                <a:gd name="T9" fmla="*/ 5 h 384"/>
                <a:gd name="T10" fmla="*/ 0 w 663"/>
                <a:gd name="T11" fmla="*/ 384 h 384"/>
                <a:gd name="connsiteX0" fmla="*/ 8 w 10008"/>
                <a:gd name="connsiteY0" fmla="*/ 10000 h 10000"/>
                <a:gd name="connsiteX1" fmla="*/ 3568 w 10008"/>
                <a:gd name="connsiteY1" fmla="*/ 10000 h 10000"/>
                <a:gd name="connsiteX2" fmla="*/ 4669 w 10008"/>
                <a:gd name="connsiteY2" fmla="*/ 9219 h 10000"/>
                <a:gd name="connsiteX3" fmla="*/ 10008 w 10008"/>
                <a:gd name="connsiteY3" fmla="*/ 0 h 10000"/>
                <a:gd name="connsiteX4" fmla="*/ 0 w 10008"/>
                <a:gd name="connsiteY4" fmla="*/ 130 h 10000"/>
                <a:gd name="connsiteX5" fmla="*/ 8 w 10008"/>
                <a:gd name="connsiteY5" fmla="*/ 10000 h 10000"/>
                <a:gd name="connsiteX0" fmla="*/ 8 w 10008"/>
                <a:gd name="connsiteY0" fmla="*/ 10023 h 10023"/>
                <a:gd name="connsiteX1" fmla="*/ 3568 w 10008"/>
                <a:gd name="connsiteY1" fmla="*/ 10023 h 10023"/>
                <a:gd name="connsiteX2" fmla="*/ 4669 w 10008"/>
                <a:gd name="connsiteY2" fmla="*/ 9242 h 10023"/>
                <a:gd name="connsiteX3" fmla="*/ 10008 w 10008"/>
                <a:gd name="connsiteY3" fmla="*/ 23 h 10023"/>
                <a:gd name="connsiteX4" fmla="*/ 0 w 10008"/>
                <a:gd name="connsiteY4" fmla="*/ 0 h 10023"/>
                <a:gd name="connsiteX5" fmla="*/ 8 w 10008"/>
                <a:gd name="connsiteY5" fmla="*/ 10023 h 10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8" h="10023">
                  <a:moveTo>
                    <a:pt x="8" y="10023"/>
                  </a:moveTo>
                  <a:lnTo>
                    <a:pt x="3568" y="10023"/>
                  </a:lnTo>
                  <a:cubicBezTo>
                    <a:pt x="3975" y="10023"/>
                    <a:pt x="4367" y="9737"/>
                    <a:pt x="4669" y="9242"/>
                  </a:cubicBezTo>
                  <a:lnTo>
                    <a:pt x="10008" y="23"/>
                  </a:lnTo>
                  <a:lnTo>
                    <a:pt x="0" y="0"/>
                  </a:lnTo>
                  <a:cubicBezTo>
                    <a:pt x="3" y="3290"/>
                    <a:pt x="5" y="6733"/>
                    <a:pt x="8" y="10023"/>
                  </a:cubicBezTo>
                  <a:close/>
                </a:path>
              </a:pathLst>
            </a:custGeom>
            <a:gradFill>
              <a:gsLst>
                <a:gs pos="48000">
                  <a:srgbClr val="09193C"/>
                </a:gs>
                <a:gs pos="100000">
                  <a:srgbClr val="003CA3"/>
                </a:gs>
              </a:gsLst>
              <a:lin ang="5400000" scaled="1"/>
            </a:gradFill>
            <a:ln>
              <a:noFill/>
            </a:ln>
          </p:spPr>
          <p:txBody>
            <a:bodyPr lIns="68580" tIns="34290" rIns="68580" bIns="3429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01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D68931DD-ECFA-8547-BA52-84A38A368965}"/>
                </a:ext>
              </a:extLst>
            </p:cNvPr>
            <p:cNvSpPr>
              <a:spLocks/>
            </p:cNvSpPr>
            <p:nvPr/>
          </p:nvSpPr>
          <p:spPr bwMode="auto">
            <a:xfrm>
              <a:off x="-1" y="0"/>
              <a:ext cx="1157704" cy="671749"/>
            </a:xfrm>
            <a:custGeom>
              <a:avLst/>
              <a:gdLst>
                <a:gd name="T0" fmla="*/ 0 w 663"/>
                <a:gd name="T1" fmla="*/ 384 h 384"/>
                <a:gd name="T2" fmla="*/ 236 w 663"/>
                <a:gd name="T3" fmla="*/ 384 h 384"/>
                <a:gd name="T4" fmla="*/ 309 w 663"/>
                <a:gd name="T5" fmla="*/ 354 h 384"/>
                <a:gd name="T6" fmla="*/ 663 w 663"/>
                <a:gd name="T7" fmla="*/ 0 h 384"/>
                <a:gd name="T8" fmla="*/ 31 w 663"/>
                <a:gd name="T9" fmla="*/ 5 h 384"/>
                <a:gd name="T10" fmla="*/ 0 w 663"/>
                <a:gd name="T11" fmla="*/ 384 h 384"/>
                <a:gd name="connsiteX0" fmla="*/ 8 w 10008"/>
                <a:gd name="connsiteY0" fmla="*/ 10000 h 10000"/>
                <a:gd name="connsiteX1" fmla="*/ 3568 w 10008"/>
                <a:gd name="connsiteY1" fmla="*/ 10000 h 10000"/>
                <a:gd name="connsiteX2" fmla="*/ 4669 w 10008"/>
                <a:gd name="connsiteY2" fmla="*/ 9219 h 10000"/>
                <a:gd name="connsiteX3" fmla="*/ 10008 w 10008"/>
                <a:gd name="connsiteY3" fmla="*/ 0 h 10000"/>
                <a:gd name="connsiteX4" fmla="*/ 0 w 10008"/>
                <a:gd name="connsiteY4" fmla="*/ 130 h 10000"/>
                <a:gd name="connsiteX5" fmla="*/ 8 w 10008"/>
                <a:gd name="connsiteY5" fmla="*/ 10000 h 10000"/>
                <a:gd name="connsiteX0" fmla="*/ 8 w 10008"/>
                <a:gd name="connsiteY0" fmla="*/ 10023 h 10023"/>
                <a:gd name="connsiteX1" fmla="*/ 3568 w 10008"/>
                <a:gd name="connsiteY1" fmla="*/ 10023 h 10023"/>
                <a:gd name="connsiteX2" fmla="*/ 4669 w 10008"/>
                <a:gd name="connsiteY2" fmla="*/ 9242 h 10023"/>
                <a:gd name="connsiteX3" fmla="*/ 10008 w 10008"/>
                <a:gd name="connsiteY3" fmla="*/ 23 h 10023"/>
                <a:gd name="connsiteX4" fmla="*/ 0 w 10008"/>
                <a:gd name="connsiteY4" fmla="*/ 0 h 10023"/>
                <a:gd name="connsiteX5" fmla="*/ 8 w 10008"/>
                <a:gd name="connsiteY5" fmla="*/ 10023 h 10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8" h="10023">
                  <a:moveTo>
                    <a:pt x="8" y="10023"/>
                  </a:moveTo>
                  <a:lnTo>
                    <a:pt x="3568" y="10023"/>
                  </a:lnTo>
                  <a:cubicBezTo>
                    <a:pt x="3975" y="10023"/>
                    <a:pt x="4367" y="9737"/>
                    <a:pt x="4669" y="9242"/>
                  </a:cubicBezTo>
                  <a:lnTo>
                    <a:pt x="10008" y="23"/>
                  </a:lnTo>
                  <a:lnTo>
                    <a:pt x="0" y="0"/>
                  </a:lnTo>
                  <a:cubicBezTo>
                    <a:pt x="3" y="3290"/>
                    <a:pt x="5" y="6733"/>
                    <a:pt x="8" y="10023"/>
                  </a:cubicBezTo>
                  <a:close/>
                </a:path>
              </a:pathLst>
            </a:custGeom>
            <a:gradFill>
              <a:gsLst>
                <a:gs pos="23000">
                  <a:srgbClr val="09193C"/>
                </a:gs>
                <a:gs pos="100000">
                  <a:srgbClr val="003CA3"/>
                </a:gs>
              </a:gsLst>
              <a:lin ang="5400000" scaled="1"/>
            </a:gradFill>
            <a:ln>
              <a:noFill/>
            </a:ln>
          </p:spPr>
          <p:txBody>
            <a:bodyPr lIns="68580" tIns="34290" rIns="68580" bIns="3429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01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" name="AutoShape 4" descr="Imagen generada">
            <a:extLst>
              <a:ext uri="{FF2B5EF4-FFF2-40B4-BE49-F238E27FC236}">
                <a16:creationId xmlns:a16="http://schemas.microsoft.com/office/drawing/2014/main" id="{2101F5AC-F0A7-6C19-E672-AED11ACF90B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ítulo 3">
            <a:extLst>
              <a:ext uri="{FF2B5EF4-FFF2-40B4-BE49-F238E27FC236}">
                <a16:creationId xmlns:a16="http://schemas.microsoft.com/office/drawing/2014/main" id="{FB34CF71-F59F-0FE8-614F-18DD5A617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792" y="-253558"/>
            <a:ext cx="7886700" cy="994172"/>
          </a:xfrm>
        </p:spPr>
        <p:txBody>
          <a:bodyPr>
            <a:normAutofit/>
          </a:bodyPr>
          <a:lstStyle/>
          <a:p>
            <a:r>
              <a:rPr lang="es-MX" sz="2400" b="1" dirty="0">
                <a:solidFill>
                  <a:srgbClr val="002060"/>
                </a:solidFill>
                <a:latin typeface="Raleway" pitchFamily="2" charset="0"/>
                <a:ea typeface="+mn-ea"/>
                <a:cs typeface="+mn-cs"/>
              </a:rPr>
              <a:t>Competitive </a:t>
            </a:r>
            <a:r>
              <a:rPr lang="es-MX" sz="2400" b="1" dirty="0" err="1">
                <a:solidFill>
                  <a:srgbClr val="002060"/>
                </a:solidFill>
                <a:latin typeface="Raleway" pitchFamily="2" charset="0"/>
                <a:ea typeface="+mn-ea"/>
                <a:cs typeface="+mn-cs"/>
              </a:rPr>
              <a:t>Learning</a:t>
            </a:r>
            <a:r>
              <a:rPr lang="es-MX" sz="2400" b="1" dirty="0">
                <a:solidFill>
                  <a:srgbClr val="002060"/>
                </a:solidFill>
                <a:latin typeface="Raleway" pitchFamily="2" charset="0"/>
                <a:ea typeface="+mn-ea"/>
                <a:cs typeface="+mn-cs"/>
              </a:rPr>
              <a:t> Rule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1C9F5CD-A331-EC7D-30D7-289933A1A209}"/>
              </a:ext>
            </a:extLst>
          </p:cNvPr>
          <p:cNvSpPr txBox="1"/>
          <p:nvPr/>
        </p:nvSpPr>
        <p:spPr>
          <a:xfrm>
            <a:off x="640485" y="503238"/>
            <a:ext cx="501686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latin typeface="+mj-lt"/>
              </a:rPr>
              <a:t>Competitive learning is usually derived by minimizing the mean squared error (MSE) functional (</a:t>
            </a:r>
            <a:r>
              <a:rPr lang="en-US" sz="2000" dirty="0" err="1">
                <a:latin typeface="+mj-lt"/>
              </a:rPr>
              <a:t>Tsypkin</a:t>
            </a:r>
            <a:r>
              <a:rPr lang="en-US" sz="2000" dirty="0">
                <a:latin typeface="+mj-lt"/>
              </a:rPr>
              <a:t>, 1973)</a:t>
            </a:r>
            <a:endParaRPr lang="es-MX" sz="2000" dirty="0">
              <a:latin typeface="+mj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4 Rectángulo">
                <a:extLst>
                  <a:ext uri="{FF2B5EF4-FFF2-40B4-BE49-F238E27FC236}">
                    <a16:creationId xmlns:a16="http://schemas.microsoft.com/office/drawing/2014/main" id="{71D05A58-9059-978E-09FC-5C520EE7773E}"/>
                  </a:ext>
                </a:extLst>
              </p:cNvPr>
              <p:cNvSpPr/>
              <p:nvPr/>
            </p:nvSpPr>
            <p:spPr>
              <a:xfrm>
                <a:off x="972682" y="1439421"/>
                <a:ext cx="4020460" cy="15775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𝑀𝑖𝑛</m:t>
                      </m:r>
                      <m:r>
                        <a:rPr lang="en-US" sz="2000" i="1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 </m:t>
                      </m:r>
                      <m:limLow>
                        <m:limLow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𝐸</m:t>
                          </m:r>
                        </m:e>
                        <m:lim>
                          <m:sSub>
                            <m:sSub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/>
                                </a:rPr>
                                <m:t>𝑘</m:t>
                              </m:r>
                            </m:sub>
                          </m:sSub>
                        </m:lim>
                      </m:limLow>
                      <m:r>
                        <a:rPr lang="en-US" sz="2000" i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𝑝</m:t>
                          </m:r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𝑁</m:t>
                          </m:r>
                        </m:sup>
                        <m:e>
                          <m:nary>
                            <m:naryPr>
                              <m:chr m:val="∑"/>
                              <m:limLoc m:val="undOvr"/>
                              <m:grow m:val="on"/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/>
                                </a:rPr>
                                <m:t>𝑘</m:t>
                              </m:r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/>
                                </a:rPr>
                                <m:t>𝐾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Cambria Math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Cambria Math"/>
                                    </a:rPr>
                                    <m:t>𝑘𝑝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s-MX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s-MX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s-MX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MX" sz="20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s-MX" sz="2000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sub>
                                      </m:sSub>
                                      <m:r>
                                        <a:rPr lang="es-MX" sz="20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s-MX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MX" sz="2000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s-MX" sz="20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s-MX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nor/>
                                </m:rPr>
                                <a:rPr lang="es-MX" sz="2000"/>
                                <m:t> 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>
          <p:sp>
            <p:nvSpPr>
              <p:cNvPr id="3" name="4 Rectángulo">
                <a:extLst>
                  <a:ext uri="{FF2B5EF4-FFF2-40B4-BE49-F238E27FC236}">
                    <a16:creationId xmlns:a16="http://schemas.microsoft.com/office/drawing/2014/main" id="{71D05A58-9059-978E-09FC-5C520EE777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682" y="1439421"/>
                <a:ext cx="4020460" cy="1577548"/>
              </a:xfrm>
              <a:prstGeom prst="rect">
                <a:avLst/>
              </a:prstGeom>
              <a:blipFill>
                <a:blip r:embed="rId2"/>
                <a:stretch>
                  <a:fillRect b="-1544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9 CuadroTexto">
                <a:extLst>
                  <a:ext uri="{FF2B5EF4-FFF2-40B4-BE49-F238E27FC236}">
                    <a16:creationId xmlns:a16="http://schemas.microsoft.com/office/drawing/2014/main" id="{A4DF0CE6-7D28-7BD8-1B01-1004952DC252}"/>
                  </a:ext>
                </a:extLst>
              </p:cNvPr>
              <p:cNvSpPr txBox="1"/>
              <p:nvPr/>
            </p:nvSpPr>
            <p:spPr>
              <a:xfrm>
                <a:off x="588962" y="3054489"/>
                <a:ext cx="4955960" cy="20336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s-MX" sz="2000" dirty="0">
                    <a:latin typeface="+mj-lt"/>
                    <a:cs typeface="Arial" panose="020B0604020202020204" pitchFamily="34" charset="0"/>
                  </a:rPr>
                  <a:t>Where</a:t>
                </a:r>
                <a:r>
                  <a:rPr lang="es-MX" sz="2000" dirty="0">
                    <a:solidFill>
                      <a:schemeClr val="tx1"/>
                    </a:solidFill>
                    <a:effectLst/>
                    <a:latin typeface="+mj-lt"/>
                    <a:cs typeface="Arial" panose="020B0604020202020204" pitchFamily="34" charset="0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𝑘𝑝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  <a:effectLst/>
                    <a:latin typeface="+mj-lt"/>
                    <a:cs typeface="Arial" panose="020B0604020202020204" pitchFamily="34" charset="0"/>
                  </a:rPr>
                  <a:t> is the connection of neuron</a:t>
                </a:r>
                <a14:m>
                  <m:oMath xmlns:m="http://schemas.openxmlformats.org/officeDocument/2006/math">
                    <m:r>
                      <a:rPr lang="es-MX" sz="2000" b="0" i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effectLst/>
                    <a:latin typeface="+mj-lt"/>
                    <a:cs typeface="Arial" panose="020B0604020202020204" pitchFamily="34" charset="0"/>
                  </a:rPr>
                  <a:t> with the observation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  <a:effectLst/>
                    <a:latin typeface="+mj-lt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  <a:effectLst/>
                    <a:latin typeface="+mj-lt"/>
                    <a:cs typeface="Arial" panose="020B0604020202020204" pitchFamily="34" charset="0"/>
                  </a:rPr>
                  <a:t> is the center of the neuron</a:t>
                </a:r>
                <a14:m>
                  <m:oMath xmlns:m="http://schemas.openxmlformats.org/officeDocument/2006/math">
                    <m:r>
                      <a:rPr lang="es-MX" sz="20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effectLst/>
                    <a:latin typeface="+mj-lt"/>
                    <a:cs typeface="Arial" panose="020B0604020202020204" pitchFamily="34" charset="0"/>
                  </a:rPr>
                  <a:t>. </a:t>
                </a:r>
                <a:r>
                  <a:rPr lang="en-US" sz="2000" dirty="0">
                    <a:latin typeface="+mj-lt"/>
                  </a:rPr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000" dirty="0">
                    <a:latin typeface="+mj-lt"/>
                  </a:rPr>
                  <a:t> is the closest (winning) prototype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2000" dirty="0">
                    <a:latin typeface="+mj-lt"/>
                  </a:rPr>
                  <a:t> in the Euclidean metric,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𝑘𝑝</m:t>
                        </m:r>
                      </m:sub>
                    </m:sSub>
                  </m:oMath>
                </a14:m>
                <a:r>
                  <a:rPr lang="en-US" sz="2000" dirty="0">
                    <a:latin typeface="+mj-lt"/>
                  </a:rPr>
                  <a:t> = 1; otherwise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𝑘𝑝</m:t>
                        </m:r>
                      </m:sub>
                    </m:sSub>
                  </m:oMath>
                </a14:m>
                <a:r>
                  <a:rPr lang="en-US" sz="2000" dirty="0">
                    <a:latin typeface="+mj-lt"/>
                  </a:rPr>
                  <a:t> = 0.</a:t>
                </a:r>
                <a:endParaRPr lang="en-US" sz="2000" dirty="0">
                  <a:solidFill>
                    <a:schemeClr val="tx1"/>
                  </a:solidFill>
                  <a:effectLst/>
                  <a:latin typeface="+mj-lt"/>
                  <a:cs typeface="Arial" panose="020B0604020202020204" pitchFamily="34" charset="0"/>
                </a:endParaRPr>
              </a:p>
              <a:p>
                <a:pPr algn="just"/>
                <a:endParaRPr lang="en-US" sz="2000" dirty="0">
                  <a:solidFill>
                    <a:schemeClr val="tx1"/>
                  </a:solidFill>
                  <a:effectLst/>
                  <a:latin typeface="+mj-lt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8" name="9 CuadroTexto">
                <a:extLst>
                  <a:ext uri="{FF2B5EF4-FFF2-40B4-BE49-F238E27FC236}">
                    <a16:creationId xmlns:a16="http://schemas.microsoft.com/office/drawing/2014/main" id="{A4DF0CE6-7D28-7BD8-1B01-1004952DC2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962" y="3054489"/>
                <a:ext cx="4955960" cy="2033634"/>
              </a:xfrm>
              <a:prstGeom prst="rect">
                <a:avLst/>
              </a:prstGeom>
              <a:blipFill>
                <a:blip r:embed="rId3"/>
                <a:stretch>
                  <a:fillRect l="-1353" t="-1198" r="-123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Objeto 8">
            <a:extLst>
              <a:ext uri="{FF2B5EF4-FFF2-40B4-BE49-F238E27FC236}">
                <a16:creationId xmlns:a16="http://schemas.microsoft.com/office/drawing/2014/main" id="{0B68314F-CB04-17A7-F0A6-9AFECB25C4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4785315"/>
              </p:ext>
            </p:extLst>
          </p:nvPr>
        </p:nvGraphicFramePr>
        <p:xfrm>
          <a:off x="5496965" y="1160806"/>
          <a:ext cx="3599914" cy="2821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n de mapa de bits" r:id="rId4" imgW="5553000" imgH="4352760" progId="Paint.Picture">
                  <p:embed/>
                </p:oleObj>
              </mc:Choice>
              <mc:Fallback>
                <p:oleObj name="Imagen de mapa de bits" r:id="rId4" imgW="5553000" imgH="4352760" progId="Paint.Picture">
                  <p:embed/>
                  <p:pic>
                    <p:nvPicPr>
                      <p:cNvPr id="9" name="Objeto 8">
                        <a:extLst>
                          <a:ext uri="{FF2B5EF4-FFF2-40B4-BE49-F238E27FC236}">
                            <a16:creationId xmlns:a16="http://schemas.microsoft.com/office/drawing/2014/main" id="{0B68314F-CB04-17A7-F0A6-9AFECB25C4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496965" y="1160806"/>
                        <a:ext cx="3599914" cy="2821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20814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EB8AE-66C1-224B-E1B8-166DD7AEA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2">
            <a:extLst>
              <a:ext uri="{FF2B5EF4-FFF2-40B4-BE49-F238E27FC236}">
                <a16:creationId xmlns:a16="http://schemas.microsoft.com/office/drawing/2014/main" id="{C10E7913-9490-1D01-B83A-3D0BD42F74FB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1177925" cy="682625"/>
            <a:chOff x="-1" y="0"/>
            <a:chExt cx="1570413" cy="911205"/>
          </a:xfrm>
        </p:grpSpPr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858933FD-0F61-3E31-58B0-1844D1051AF3}"/>
                </a:ext>
              </a:extLst>
            </p:cNvPr>
            <p:cNvSpPr>
              <a:spLocks/>
            </p:cNvSpPr>
            <p:nvPr/>
          </p:nvSpPr>
          <p:spPr bwMode="auto">
            <a:xfrm>
              <a:off x="-1" y="0"/>
              <a:ext cx="1570413" cy="911205"/>
            </a:xfrm>
            <a:custGeom>
              <a:avLst/>
              <a:gdLst>
                <a:gd name="T0" fmla="*/ 0 w 663"/>
                <a:gd name="T1" fmla="*/ 384 h 384"/>
                <a:gd name="T2" fmla="*/ 236 w 663"/>
                <a:gd name="T3" fmla="*/ 384 h 384"/>
                <a:gd name="T4" fmla="*/ 309 w 663"/>
                <a:gd name="T5" fmla="*/ 354 h 384"/>
                <a:gd name="T6" fmla="*/ 663 w 663"/>
                <a:gd name="T7" fmla="*/ 0 h 384"/>
                <a:gd name="T8" fmla="*/ 31 w 663"/>
                <a:gd name="T9" fmla="*/ 5 h 384"/>
                <a:gd name="T10" fmla="*/ 0 w 663"/>
                <a:gd name="T11" fmla="*/ 384 h 384"/>
                <a:gd name="connsiteX0" fmla="*/ 8 w 10008"/>
                <a:gd name="connsiteY0" fmla="*/ 10000 h 10000"/>
                <a:gd name="connsiteX1" fmla="*/ 3568 w 10008"/>
                <a:gd name="connsiteY1" fmla="*/ 10000 h 10000"/>
                <a:gd name="connsiteX2" fmla="*/ 4669 w 10008"/>
                <a:gd name="connsiteY2" fmla="*/ 9219 h 10000"/>
                <a:gd name="connsiteX3" fmla="*/ 10008 w 10008"/>
                <a:gd name="connsiteY3" fmla="*/ 0 h 10000"/>
                <a:gd name="connsiteX4" fmla="*/ 0 w 10008"/>
                <a:gd name="connsiteY4" fmla="*/ 130 h 10000"/>
                <a:gd name="connsiteX5" fmla="*/ 8 w 10008"/>
                <a:gd name="connsiteY5" fmla="*/ 10000 h 10000"/>
                <a:gd name="connsiteX0" fmla="*/ 8 w 10008"/>
                <a:gd name="connsiteY0" fmla="*/ 10023 h 10023"/>
                <a:gd name="connsiteX1" fmla="*/ 3568 w 10008"/>
                <a:gd name="connsiteY1" fmla="*/ 10023 h 10023"/>
                <a:gd name="connsiteX2" fmla="*/ 4669 w 10008"/>
                <a:gd name="connsiteY2" fmla="*/ 9242 h 10023"/>
                <a:gd name="connsiteX3" fmla="*/ 10008 w 10008"/>
                <a:gd name="connsiteY3" fmla="*/ 23 h 10023"/>
                <a:gd name="connsiteX4" fmla="*/ 0 w 10008"/>
                <a:gd name="connsiteY4" fmla="*/ 0 h 10023"/>
                <a:gd name="connsiteX5" fmla="*/ 8 w 10008"/>
                <a:gd name="connsiteY5" fmla="*/ 10023 h 10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8" h="10023">
                  <a:moveTo>
                    <a:pt x="8" y="10023"/>
                  </a:moveTo>
                  <a:lnTo>
                    <a:pt x="3568" y="10023"/>
                  </a:lnTo>
                  <a:cubicBezTo>
                    <a:pt x="3975" y="10023"/>
                    <a:pt x="4367" y="9737"/>
                    <a:pt x="4669" y="9242"/>
                  </a:cubicBezTo>
                  <a:lnTo>
                    <a:pt x="10008" y="23"/>
                  </a:lnTo>
                  <a:lnTo>
                    <a:pt x="0" y="0"/>
                  </a:lnTo>
                  <a:cubicBezTo>
                    <a:pt x="3" y="3290"/>
                    <a:pt x="5" y="6733"/>
                    <a:pt x="8" y="10023"/>
                  </a:cubicBezTo>
                  <a:close/>
                </a:path>
              </a:pathLst>
            </a:custGeom>
            <a:gradFill>
              <a:gsLst>
                <a:gs pos="48000">
                  <a:srgbClr val="09193C"/>
                </a:gs>
                <a:gs pos="100000">
                  <a:srgbClr val="003CA3"/>
                </a:gs>
              </a:gsLst>
              <a:lin ang="5400000" scaled="1"/>
            </a:gradFill>
            <a:ln>
              <a:noFill/>
            </a:ln>
          </p:spPr>
          <p:txBody>
            <a:bodyPr lIns="68580" tIns="34290" rIns="68580" bIns="3429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01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8385BE15-1969-2314-577A-8B20DF0E29B9}"/>
                </a:ext>
              </a:extLst>
            </p:cNvPr>
            <p:cNvSpPr>
              <a:spLocks/>
            </p:cNvSpPr>
            <p:nvPr/>
          </p:nvSpPr>
          <p:spPr bwMode="auto">
            <a:xfrm>
              <a:off x="-1" y="0"/>
              <a:ext cx="1157704" cy="671749"/>
            </a:xfrm>
            <a:custGeom>
              <a:avLst/>
              <a:gdLst>
                <a:gd name="T0" fmla="*/ 0 w 663"/>
                <a:gd name="T1" fmla="*/ 384 h 384"/>
                <a:gd name="T2" fmla="*/ 236 w 663"/>
                <a:gd name="T3" fmla="*/ 384 h 384"/>
                <a:gd name="T4" fmla="*/ 309 w 663"/>
                <a:gd name="T5" fmla="*/ 354 h 384"/>
                <a:gd name="T6" fmla="*/ 663 w 663"/>
                <a:gd name="T7" fmla="*/ 0 h 384"/>
                <a:gd name="T8" fmla="*/ 31 w 663"/>
                <a:gd name="T9" fmla="*/ 5 h 384"/>
                <a:gd name="T10" fmla="*/ 0 w 663"/>
                <a:gd name="T11" fmla="*/ 384 h 384"/>
                <a:gd name="connsiteX0" fmla="*/ 8 w 10008"/>
                <a:gd name="connsiteY0" fmla="*/ 10000 h 10000"/>
                <a:gd name="connsiteX1" fmla="*/ 3568 w 10008"/>
                <a:gd name="connsiteY1" fmla="*/ 10000 h 10000"/>
                <a:gd name="connsiteX2" fmla="*/ 4669 w 10008"/>
                <a:gd name="connsiteY2" fmla="*/ 9219 h 10000"/>
                <a:gd name="connsiteX3" fmla="*/ 10008 w 10008"/>
                <a:gd name="connsiteY3" fmla="*/ 0 h 10000"/>
                <a:gd name="connsiteX4" fmla="*/ 0 w 10008"/>
                <a:gd name="connsiteY4" fmla="*/ 130 h 10000"/>
                <a:gd name="connsiteX5" fmla="*/ 8 w 10008"/>
                <a:gd name="connsiteY5" fmla="*/ 10000 h 10000"/>
                <a:gd name="connsiteX0" fmla="*/ 8 w 10008"/>
                <a:gd name="connsiteY0" fmla="*/ 10023 h 10023"/>
                <a:gd name="connsiteX1" fmla="*/ 3568 w 10008"/>
                <a:gd name="connsiteY1" fmla="*/ 10023 h 10023"/>
                <a:gd name="connsiteX2" fmla="*/ 4669 w 10008"/>
                <a:gd name="connsiteY2" fmla="*/ 9242 h 10023"/>
                <a:gd name="connsiteX3" fmla="*/ 10008 w 10008"/>
                <a:gd name="connsiteY3" fmla="*/ 23 h 10023"/>
                <a:gd name="connsiteX4" fmla="*/ 0 w 10008"/>
                <a:gd name="connsiteY4" fmla="*/ 0 h 10023"/>
                <a:gd name="connsiteX5" fmla="*/ 8 w 10008"/>
                <a:gd name="connsiteY5" fmla="*/ 10023 h 10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8" h="10023">
                  <a:moveTo>
                    <a:pt x="8" y="10023"/>
                  </a:moveTo>
                  <a:lnTo>
                    <a:pt x="3568" y="10023"/>
                  </a:lnTo>
                  <a:cubicBezTo>
                    <a:pt x="3975" y="10023"/>
                    <a:pt x="4367" y="9737"/>
                    <a:pt x="4669" y="9242"/>
                  </a:cubicBezTo>
                  <a:lnTo>
                    <a:pt x="10008" y="23"/>
                  </a:lnTo>
                  <a:lnTo>
                    <a:pt x="0" y="0"/>
                  </a:lnTo>
                  <a:cubicBezTo>
                    <a:pt x="3" y="3290"/>
                    <a:pt x="5" y="6733"/>
                    <a:pt x="8" y="10023"/>
                  </a:cubicBezTo>
                  <a:close/>
                </a:path>
              </a:pathLst>
            </a:custGeom>
            <a:gradFill>
              <a:gsLst>
                <a:gs pos="23000">
                  <a:srgbClr val="09193C"/>
                </a:gs>
                <a:gs pos="100000">
                  <a:srgbClr val="003CA3"/>
                </a:gs>
              </a:gsLst>
              <a:lin ang="5400000" scaled="1"/>
            </a:gradFill>
            <a:ln>
              <a:noFill/>
            </a:ln>
          </p:spPr>
          <p:txBody>
            <a:bodyPr lIns="68580" tIns="34290" rIns="68580" bIns="3429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01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" name="AutoShape 4" descr="Imagen generada">
            <a:extLst>
              <a:ext uri="{FF2B5EF4-FFF2-40B4-BE49-F238E27FC236}">
                <a16:creationId xmlns:a16="http://schemas.microsoft.com/office/drawing/2014/main" id="{A279DE58-58CA-5E68-8F1A-DDE0014A7A9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ítulo 3">
            <a:extLst>
              <a:ext uri="{FF2B5EF4-FFF2-40B4-BE49-F238E27FC236}">
                <a16:creationId xmlns:a16="http://schemas.microsoft.com/office/drawing/2014/main" id="{1DD7F53D-459F-07F8-84DF-960E4E810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792" y="-253558"/>
            <a:ext cx="7886700" cy="994172"/>
          </a:xfrm>
        </p:spPr>
        <p:txBody>
          <a:bodyPr>
            <a:normAutofit/>
          </a:bodyPr>
          <a:lstStyle/>
          <a:p>
            <a:r>
              <a:rPr lang="es-MX" sz="2400" b="1" dirty="0">
                <a:solidFill>
                  <a:srgbClr val="002060"/>
                </a:solidFill>
                <a:latin typeface="Raleway" pitchFamily="2" charset="0"/>
                <a:ea typeface="+mn-ea"/>
                <a:cs typeface="+mn-cs"/>
              </a:rPr>
              <a:t>Competitive </a:t>
            </a:r>
            <a:r>
              <a:rPr lang="es-MX" sz="2400" b="1" dirty="0" err="1">
                <a:solidFill>
                  <a:srgbClr val="002060"/>
                </a:solidFill>
                <a:latin typeface="Raleway" pitchFamily="2" charset="0"/>
                <a:ea typeface="+mn-ea"/>
                <a:cs typeface="+mn-cs"/>
              </a:rPr>
              <a:t>Learning</a:t>
            </a:r>
            <a:r>
              <a:rPr lang="es-MX" sz="2400" b="1" dirty="0">
                <a:solidFill>
                  <a:srgbClr val="002060"/>
                </a:solidFill>
                <a:latin typeface="Raleway" pitchFamily="2" charset="0"/>
                <a:ea typeface="+mn-ea"/>
                <a:cs typeface="+mn-cs"/>
              </a:rPr>
              <a:t> Rule</a:t>
            </a:r>
          </a:p>
        </p:txBody>
      </p:sp>
      <p:graphicFrame>
        <p:nvGraphicFramePr>
          <p:cNvPr id="9" name="Objeto 8">
            <a:extLst>
              <a:ext uri="{FF2B5EF4-FFF2-40B4-BE49-F238E27FC236}">
                <a16:creationId xmlns:a16="http://schemas.microsoft.com/office/drawing/2014/main" id="{876A7C05-C1D9-6ED1-906E-E84A0280A4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96965" y="1160806"/>
          <a:ext cx="3599914" cy="2821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n de mapa de bits" r:id="rId2" imgW="5553000" imgH="4352760" progId="Paint.Picture">
                  <p:embed/>
                </p:oleObj>
              </mc:Choice>
              <mc:Fallback>
                <p:oleObj name="Imagen de mapa de bits" r:id="rId2" imgW="5553000" imgH="4352760" progId="Paint.Picture">
                  <p:embed/>
                  <p:pic>
                    <p:nvPicPr>
                      <p:cNvPr id="9" name="Objeto 8">
                        <a:extLst>
                          <a:ext uri="{FF2B5EF4-FFF2-40B4-BE49-F238E27FC236}">
                            <a16:creationId xmlns:a16="http://schemas.microsoft.com/office/drawing/2014/main" id="{876A7C05-C1D9-6ED1-906E-E84A0280A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496965" y="1160806"/>
                        <a:ext cx="3599914" cy="2821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36C90C01-4297-71A2-EC37-5215C1D230A8}"/>
                  </a:ext>
                </a:extLst>
              </p:cNvPr>
              <p:cNvSpPr txBox="1"/>
              <p:nvPr/>
            </p:nvSpPr>
            <p:spPr>
              <a:xfrm>
                <a:off x="213861" y="820982"/>
                <a:ext cx="5111606" cy="35015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000" dirty="0">
                    <a:latin typeface="+mj-lt"/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  <a:effectLst/>
                    <a:latin typeface="+mj-lt"/>
                    <a:cs typeface="Arial" panose="020B0604020202020204" pitchFamily="34" charset="0"/>
                  </a:rPr>
                  <a:t> </a:t>
                </a:r>
                <a:r>
                  <a:rPr lang="en-US" sz="2000" dirty="0">
                    <a:latin typeface="+mj-lt"/>
                  </a:rPr>
                  <a:t>be the pattern we introduce into the network at iteration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000" dirty="0">
                    <a:latin typeface="+mj-lt"/>
                  </a:rPr>
                  <a:t>. The aim is to modify the synaptic weight vectors in such a way as to minimize the expression of the error that depends on said pattern:</a:t>
                </a:r>
              </a:p>
              <a:p>
                <a:pPr algn="just"/>
                <a:endParaRPr lang="en-US" sz="2000" dirty="0">
                  <a:latin typeface="+mj-lt"/>
                </a:endParaRPr>
              </a:p>
              <a:p>
                <a:pPr algn="just"/>
                <a:endParaRPr lang="en-US" sz="2000" dirty="0">
                  <a:latin typeface="+mj-lt"/>
                </a:endParaRPr>
              </a:p>
              <a:p>
                <a:pPr algn="just"/>
                <a:endParaRPr lang="en-US" sz="2000" dirty="0">
                  <a:latin typeface="+mj-lt"/>
                </a:endParaRPr>
              </a:p>
              <a:p>
                <a:pPr algn="just"/>
                <a:endParaRPr lang="en-US" sz="2000" dirty="0">
                  <a:latin typeface="+mj-lt"/>
                </a:endParaRPr>
              </a:p>
              <a:p>
                <a:pPr algn="just"/>
                <a:r>
                  <a:rPr lang="en-US" sz="2000" dirty="0">
                    <a:latin typeface="+mj-lt"/>
                  </a:rPr>
                  <a:t>Only the nearest prototype is activated and its weight is updated. </a:t>
                </a:r>
                <a:endParaRPr lang="es-MX" sz="2000" dirty="0">
                  <a:latin typeface="+mj-lt"/>
                </a:endParaRPr>
              </a:p>
            </p:txBody>
          </p:sp>
        </mc:Choice>
        <mc:Fallback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36C90C01-4297-71A2-EC37-5215C1D230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861" y="820982"/>
                <a:ext cx="5111606" cy="3501536"/>
              </a:xfrm>
              <a:prstGeom prst="rect">
                <a:avLst/>
              </a:prstGeom>
              <a:blipFill>
                <a:blip r:embed="rId4"/>
                <a:stretch>
                  <a:fillRect l="-1192" t="-871" r="-1192" b="-226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4 Rectángulo">
                <a:extLst>
                  <a:ext uri="{FF2B5EF4-FFF2-40B4-BE49-F238E27FC236}">
                    <a16:creationId xmlns:a16="http://schemas.microsoft.com/office/drawing/2014/main" id="{62994BE3-B526-7FA9-7307-E933D2ABB485}"/>
                  </a:ext>
                </a:extLst>
              </p:cNvPr>
              <p:cNvSpPr/>
              <p:nvPr/>
            </p:nvSpPr>
            <p:spPr>
              <a:xfrm>
                <a:off x="1049792" y="2366924"/>
                <a:ext cx="3590022" cy="113082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𝑀𝑖𝑛</m:t>
                      </m:r>
                      <m:r>
                        <a:rPr lang="en-US" sz="2400" i="1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 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4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s-MX" sz="24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/>
                              <m:aln/>
                            </m:rPr>
                            <a:rPr lang="es-MX" sz="24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s-MX" sz="24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i="1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400" i="1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/>
                                </a:rPr>
                                <m:t>𝑘𝑝</m:t>
                              </m:r>
                            </m:sub>
                          </m:sSub>
                          <m:sSup>
                            <m:sSup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s-MX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MX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MX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s-MX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  <m:r>
                                    <a:rPr lang="es-MX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s-MX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MX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s-MX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s-MX"/>
                            <m:t> </m:t>
                          </m:r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>
          <p:sp>
            <p:nvSpPr>
              <p:cNvPr id="7" name="4 Rectángulo">
                <a:extLst>
                  <a:ext uri="{FF2B5EF4-FFF2-40B4-BE49-F238E27FC236}">
                    <a16:creationId xmlns:a16="http://schemas.microsoft.com/office/drawing/2014/main" id="{62994BE3-B526-7FA9-7307-E933D2ABB4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792" y="2366924"/>
                <a:ext cx="3590022" cy="1130822"/>
              </a:xfrm>
              <a:prstGeom prst="rect">
                <a:avLst/>
              </a:prstGeom>
              <a:blipFill>
                <a:blip r:embed="rId5"/>
                <a:stretch>
                  <a:fillRect b="-107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1944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84781-6039-95C3-9842-9A2D2670B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2">
            <a:extLst>
              <a:ext uri="{FF2B5EF4-FFF2-40B4-BE49-F238E27FC236}">
                <a16:creationId xmlns:a16="http://schemas.microsoft.com/office/drawing/2014/main" id="{3CED857D-9D87-E0D7-3722-6C6FE15444FA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1177925" cy="682625"/>
            <a:chOff x="-1" y="0"/>
            <a:chExt cx="1570413" cy="911205"/>
          </a:xfrm>
        </p:grpSpPr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EAEF0DDC-7101-7367-6C6E-A9E56D910E05}"/>
                </a:ext>
              </a:extLst>
            </p:cNvPr>
            <p:cNvSpPr>
              <a:spLocks/>
            </p:cNvSpPr>
            <p:nvPr/>
          </p:nvSpPr>
          <p:spPr bwMode="auto">
            <a:xfrm>
              <a:off x="-1" y="0"/>
              <a:ext cx="1570413" cy="911205"/>
            </a:xfrm>
            <a:custGeom>
              <a:avLst/>
              <a:gdLst>
                <a:gd name="T0" fmla="*/ 0 w 663"/>
                <a:gd name="T1" fmla="*/ 384 h 384"/>
                <a:gd name="T2" fmla="*/ 236 w 663"/>
                <a:gd name="T3" fmla="*/ 384 h 384"/>
                <a:gd name="T4" fmla="*/ 309 w 663"/>
                <a:gd name="T5" fmla="*/ 354 h 384"/>
                <a:gd name="T6" fmla="*/ 663 w 663"/>
                <a:gd name="T7" fmla="*/ 0 h 384"/>
                <a:gd name="T8" fmla="*/ 31 w 663"/>
                <a:gd name="T9" fmla="*/ 5 h 384"/>
                <a:gd name="T10" fmla="*/ 0 w 663"/>
                <a:gd name="T11" fmla="*/ 384 h 384"/>
                <a:gd name="connsiteX0" fmla="*/ 8 w 10008"/>
                <a:gd name="connsiteY0" fmla="*/ 10000 h 10000"/>
                <a:gd name="connsiteX1" fmla="*/ 3568 w 10008"/>
                <a:gd name="connsiteY1" fmla="*/ 10000 h 10000"/>
                <a:gd name="connsiteX2" fmla="*/ 4669 w 10008"/>
                <a:gd name="connsiteY2" fmla="*/ 9219 h 10000"/>
                <a:gd name="connsiteX3" fmla="*/ 10008 w 10008"/>
                <a:gd name="connsiteY3" fmla="*/ 0 h 10000"/>
                <a:gd name="connsiteX4" fmla="*/ 0 w 10008"/>
                <a:gd name="connsiteY4" fmla="*/ 130 h 10000"/>
                <a:gd name="connsiteX5" fmla="*/ 8 w 10008"/>
                <a:gd name="connsiteY5" fmla="*/ 10000 h 10000"/>
                <a:gd name="connsiteX0" fmla="*/ 8 w 10008"/>
                <a:gd name="connsiteY0" fmla="*/ 10023 h 10023"/>
                <a:gd name="connsiteX1" fmla="*/ 3568 w 10008"/>
                <a:gd name="connsiteY1" fmla="*/ 10023 h 10023"/>
                <a:gd name="connsiteX2" fmla="*/ 4669 w 10008"/>
                <a:gd name="connsiteY2" fmla="*/ 9242 h 10023"/>
                <a:gd name="connsiteX3" fmla="*/ 10008 w 10008"/>
                <a:gd name="connsiteY3" fmla="*/ 23 h 10023"/>
                <a:gd name="connsiteX4" fmla="*/ 0 w 10008"/>
                <a:gd name="connsiteY4" fmla="*/ 0 h 10023"/>
                <a:gd name="connsiteX5" fmla="*/ 8 w 10008"/>
                <a:gd name="connsiteY5" fmla="*/ 10023 h 10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8" h="10023">
                  <a:moveTo>
                    <a:pt x="8" y="10023"/>
                  </a:moveTo>
                  <a:lnTo>
                    <a:pt x="3568" y="10023"/>
                  </a:lnTo>
                  <a:cubicBezTo>
                    <a:pt x="3975" y="10023"/>
                    <a:pt x="4367" y="9737"/>
                    <a:pt x="4669" y="9242"/>
                  </a:cubicBezTo>
                  <a:lnTo>
                    <a:pt x="10008" y="23"/>
                  </a:lnTo>
                  <a:lnTo>
                    <a:pt x="0" y="0"/>
                  </a:lnTo>
                  <a:cubicBezTo>
                    <a:pt x="3" y="3290"/>
                    <a:pt x="5" y="6733"/>
                    <a:pt x="8" y="10023"/>
                  </a:cubicBezTo>
                  <a:close/>
                </a:path>
              </a:pathLst>
            </a:custGeom>
            <a:gradFill>
              <a:gsLst>
                <a:gs pos="48000">
                  <a:srgbClr val="09193C"/>
                </a:gs>
                <a:gs pos="100000">
                  <a:srgbClr val="003CA3"/>
                </a:gs>
              </a:gsLst>
              <a:lin ang="5400000" scaled="1"/>
            </a:gradFill>
            <a:ln>
              <a:noFill/>
            </a:ln>
          </p:spPr>
          <p:txBody>
            <a:bodyPr lIns="68580" tIns="34290" rIns="68580" bIns="3429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01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9A61B71B-1B76-8DFE-F0CE-9B18472E0EEB}"/>
                </a:ext>
              </a:extLst>
            </p:cNvPr>
            <p:cNvSpPr>
              <a:spLocks/>
            </p:cNvSpPr>
            <p:nvPr/>
          </p:nvSpPr>
          <p:spPr bwMode="auto">
            <a:xfrm>
              <a:off x="-1" y="0"/>
              <a:ext cx="1157704" cy="671749"/>
            </a:xfrm>
            <a:custGeom>
              <a:avLst/>
              <a:gdLst>
                <a:gd name="T0" fmla="*/ 0 w 663"/>
                <a:gd name="T1" fmla="*/ 384 h 384"/>
                <a:gd name="T2" fmla="*/ 236 w 663"/>
                <a:gd name="T3" fmla="*/ 384 h 384"/>
                <a:gd name="T4" fmla="*/ 309 w 663"/>
                <a:gd name="T5" fmla="*/ 354 h 384"/>
                <a:gd name="T6" fmla="*/ 663 w 663"/>
                <a:gd name="T7" fmla="*/ 0 h 384"/>
                <a:gd name="T8" fmla="*/ 31 w 663"/>
                <a:gd name="T9" fmla="*/ 5 h 384"/>
                <a:gd name="T10" fmla="*/ 0 w 663"/>
                <a:gd name="T11" fmla="*/ 384 h 384"/>
                <a:gd name="connsiteX0" fmla="*/ 8 w 10008"/>
                <a:gd name="connsiteY0" fmla="*/ 10000 h 10000"/>
                <a:gd name="connsiteX1" fmla="*/ 3568 w 10008"/>
                <a:gd name="connsiteY1" fmla="*/ 10000 h 10000"/>
                <a:gd name="connsiteX2" fmla="*/ 4669 w 10008"/>
                <a:gd name="connsiteY2" fmla="*/ 9219 h 10000"/>
                <a:gd name="connsiteX3" fmla="*/ 10008 w 10008"/>
                <a:gd name="connsiteY3" fmla="*/ 0 h 10000"/>
                <a:gd name="connsiteX4" fmla="*/ 0 w 10008"/>
                <a:gd name="connsiteY4" fmla="*/ 130 h 10000"/>
                <a:gd name="connsiteX5" fmla="*/ 8 w 10008"/>
                <a:gd name="connsiteY5" fmla="*/ 10000 h 10000"/>
                <a:gd name="connsiteX0" fmla="*/ 8 w 10008"/>
                <a:gd name="connsiteY0" fmla="*/ 10023 h 10023"/>
                <a:gd name="connsiteX1" fmla="*/ 3568 w 10008"/>
                <a:gd name="connsiteY1" fmla="*/ 10023 h 10023"/>
                <a:gd name="connsiteX2" fmla="*/ 4669 w 10008"/>
                <a:gd name="connsiteY2" fmla="*/ 9242 h 10023"/>
                <a:gd name="connsiteX3" fmla="*/ 10008 w 10008"/>
                <a:gd name="connsiteY3" fmla="*/ 23 h 10023"/>
                <a:gd name="connsiteX4" fmla="*/ 0 w 10008"/>
                <a:gd name="connsiteY4" fmla="*/ 0 h 10023"/>
                <a:gd name="connsiteX5" fmla="*/ 8 w 10008"/>
                <a:gd name="connsiteY5" fmla="*/ 10023 h 10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8" h="10023">
                  <a:moveTo>
                    <a:pt x="8" y="10023"/>
                  </a:moveTo>
                  <a:lnTo>
                    <a:pt x="3568" y="10023"/>
                  </a:lnTo>
                  <a:cubicBezTo>
                    <a:pt x="3975" y="10023"/>
                    <a:pt x="4367" y="9737"/>
                    <a:pt x="4669" y="9242"/>
                  </a:cubicBezTo>
                  <a:lnTo>
                    <a:pt x="10008" y="23"/>
                  </a:lnTo>
                  <a:lnTo>
                    <a:pt x="0" y="0"/>
                  </a:lnTo>
                  <a:cubicBezTo>
                    <a:pt x="3" y="3290"/>
                    <a:pt x="5" y="6733"/>
                    <a:pt x="8" y="10023"/>
                  </a:cubicBezTo>
                  <a:close/>
                </a:path>
              </a:pathLst>
            </a:custGeom>
            <a:gradFill>
              <a:gsLst>
                <a:gs pos="23000">
                  <a:srgbClr val="09193C"/>
                </a:gs>
                <a:gs pos="100000">
                  <a:srgbClr val="003CA3"/>
                </a:gs>
              </a:gsLst>
              <a:lin ang="5400000" scaled="1"/>
            </a:gradFill>
            <a:ln>
              <a:noFill/>
            </a:ln>
          </p:spPr>
          <p:txBody>
            <a:bodyPr lIns="68580" tIns="34290" rIns="68580" bIns="3429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01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" name="AutoShape 4" descr="Imagen generada">
            <a:extLst>
              <a:ext uri="{FF2B5EF4-FFF2-40B4-BE49-F238E27FC236}">
                <a16:creationId xmlns:a16="http://schemas.microsoft.com/office/drawing/2014/main" id="{443AC5A7-7328-BB22-923D-D85F64936AA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ítulo 3">
            <a:extLst>
              <a:ext uri="{FF2B5EF4-FFF2-40B4-BE49-F238E27FC236}">
                <a16:creationId xmlns:a16="http://schemas.microsoft.com/office/drawing/2014/main" id="{B00D1BB8-6299-FFB6-1B4E-FA062CFDA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792" y="-253558"/>
            <a:ext cx="7886700" cy="994172"/>
          </a:xfrm>
        </p:spPr>
        <p:txBody>
          <a:bodyPr>
            <a:normAutofit/>
          </a:bodyPr>
          <a:lstStyle/>
          <a:p>
            <a:r>
              <a:rPr lang="es-MX" sz="2400" b="1" dirty="0">
                <a:solidFill>
                  <a:srgbClr val="002060"/>
                </a:solidFill>
                <a:latin typeface="Raleway" pitchFamily="2" charset="0"/>
                <a:ea typeface="+mn-ea"/>
                <a:cs typeface="+mn-cs"/>
              </a:rPr>
              <a:t>Competitive </a:t>
            </a:r>
            <a:r>
              <a:rPr lang="es-MX" sz="2400" b="1" dirty="0" err="1">
                <a:solidFill>
                  <a:srgbClr val="002060"/>
                </a:solidFill>
                <a:latin typeface="Raleway" pitchFamily="2" charset="0"/>
                <a:ea typeface="+mn-ea"/>
                <a:cs typeface="+mn-cs"/>
              </a:rPr>
              <a:t>Learning</a:t>
            </a:r>
            <a:r>
              <a:rPr lang="es-MX" sz="2400" b="1" dirty="0">
                <a:solidFill>
                  <a:srgbClr val="002060"/>
                </a:solidFill>
                <a:latin typeface="Raleway" pitchFamily="2" charset="0"/>
                <a:ea typeface="+mn-ea"/>
                <a:cs typeface="+mn-cs"/>
              </a:rPr>
              <a:t> Rule</a:t>
            </a:r>
          </a:p>
        </p:txBody>
      </p:sp>
      <p:graphicFrame>
        <p:nvGraphicFramePr>
          <p:cNvPr id="9" name="Objeto 8">
            <a:extLst>
              <a:ext uri="{FF2B5EF4-FFF2-40B4-BE49-F238E27FC236}">
                <a16:creationId xmlns:a16="http://schemas.microsoft.com/office/drawing/2014/main" id="{3798AC86-7B7C-462F-EB1F-D368EF74F8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96965" y="1160806"/>
          <a:ext cx="3599914" cy="2821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n de mapa de bits" r:id="rId2" imgW="5553000" imgH="4352760" progId="Paint.Picture">
                  <p:embed/>
                </p:oleObj>
              </mc:Choice>
              <mc:Fallback>
                <p:oleObj name="Imagen de mapa de bits" r:id="rId2" imgW="5553000" imgH="4352760" progId="Paint.Picture">
                  <p:embed/>
                  <p:pic>
                    <p:nvPicPr>
                      <p:cNvPr id="9" name="Objeto 8">
                        <a:extLst>
                          <a:ext uri="{FF2B5EF4-FFF2-40B4-BE49-F238E27FC236}">
                            <a16:creationId xmlns:a16="http://schemas.microsoft.com/office/drawing/2014/main" id="{3798AC86-7B7C-462F-EB1F-D368EF74F88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496965" y="1160806"/>
                        <a:ext cx="3599914" cy="2821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CuadroTexto 1">
            <a:extLst>
              <a:ext uri="{FF2B5EF4-FFF2-40B4-BE49-F238E27FC236}">
                <a16:creationId xmlns:a16="http://schemas.microsoft.com/office/drawing/2014/main" id="{0478E436-82FE-19EC-8529-F8877FAAEB60}"/>
              </a:ext>
            </a:extLst>
          </p:cNvPr>
          <p:cNvSpPr txBox="1"/>
          <p:nvPr/>
        </p:nvSpPr>
        <p:spPr>
          <a:xfrm>
            <a:off x="235804" y="871080"/>
            <a:ext cx="512623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latin typeface="+mj-lt"/>
              </a:rPr>
              <a:t>The weight of the winning neuron is updated according to the following learning rule: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46BB0D7E-47A5-DB59-661E-6A8A650F7E3C}"/>
                  </a:ext>
                </a:extLst>
              </p:cNvPr>
              <p:cNvSpPr txBox="1"/>
              <p:nvPr/>
            </p:nvSpPr>
            <p:spPr>
              <a:xfrm>
                <a:off x="63745" y="1829490"/>
                <a:ext cx="5365758" cy="7495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2000" i="1" smtClean="0">
                              <a:solidFill>
                                <a:srgbClr val="836967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000" i="1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s-MX" sz="2000" i="1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s-MX" sz="2000" b="0" i="1" smtClean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𝑖𝑛𝑛𝑒𝑟</m:t>
                          </m:r>
                        </m:sub>
                      </m:sSub>
                      <m:d>
                        <m:dPr>
                          <m:ctrlPr>
                            <a:rPr lang="es-MX" sz="2000" i="1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000" i="1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MX" sz="2000" i="1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s-MX" sz="2000" i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sz="2000" i="1">
                              <a:solidFill>
                                <a:srgbClr val="836967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000" i="1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s-MX" sz="2000" i="1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s-MX" sz="2000" b="0" i="1" smtClean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𝑖𝑛𝑛𝑒𝑟</m:t>
                          </m:r>
                        </m:sub>
                      </m:sSub>
                      <m:d>
                        <m:dPr>
                          <m:ctrlPr>
                            <a:rPr lang="es-MX" sz="2000" i="1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000" i="1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s-MX" sz="2000" i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MX" sz="2000" i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es-MX" sz="2000" i="1">
                              <a:solidFill>
                                <a:srgbClr val="836967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2000" i="1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s-MX" sz="2000" i="1">
                                  <a:solidFill>
                                    <a:srgbClr val="836967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2000" i="1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s-MX" sz="2000" i="1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d>
                            <m:dPr>
                              <m:ctrlPr>
                                <a:rPr lang="es-MX" sz="2000" i="1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2000" i="1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es-MX" sz="2000" i="1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s-MX" sz="2000" i="1">
                                  <a:solidFill>
                                    <a:srgbClr val="836967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2000" i="1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s-MX" sz="2000" i="1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s-MX" sz="2000" b="0" i="1" smtClean="0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𝑖𝑛𝑛𝑒𝑟</m:t>
                              </m:r>
                            </m:sub>
                          </m:sSub>
                          <m:d>
                            <m:dPr>
                              <m:ctrlPr>
                                <a:rPr lang="es-MX" sz="2000" i="1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2000" i="1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s-MX" sz="2000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46BB0D7E-47A5-DB59-661E-6A8A650F7E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45" y="1829490"/>
                <a:ext cx="5365758" cy="749501"/>
              </a:xfrm>
              <a:prstGeom prst="rect">
                <a:avLst/>
              </a:prstGeom>
              <a:blipFill>
                <a:blip r:embed="rId4"/>
                <a:stretch>
                  <a:fillRect b="-813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A8F983D5-5C3D-D1FB-7B8F-48B05BE62DEA}"/>
                  </a:ext>
                </a:extLst>
              </p:cNvPr>
              <p:cNvSpPr txBox="1"/>
              <p:nvPr/>
            </p:nvSpPr>
            <p:spPr>
              <a:xfrm>
                <a:off x="950970" y="2968796"/>
                <a:ext cx="397216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MX" sz="2000" i="1" smtClean="0">
                            <a:solidFill>
                              <a:srgbClr val="836967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2000" i="1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s-MX" sz="2000" b="0" i="1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s-MX" sz="2000" i="1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2000" i="1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s-MX" sz="2000" i="1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s-MX" sz="2000" i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MX" sz="2000" i="1">
                            <a:solidFill>
                              <a:srgbClr val="836967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2000" i="1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s-MX" sz="2000" b="0" i="1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s-MX" sz="2000" i="1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2000" i="1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s-MX" sz="2000" b="0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 </m:t>
                    </m:r>
                    <m:r>
                      <a:rPr lang="es-MX" sz="2000" b="0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s-MX" sz="2000" b="0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 </m:t>
                    </m:r>
                    <m:r>
                      <a:rPr lang="es-MX" sz="2000" b="0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𝑖</m:t>
                    </m:r>
                    <m:r>
                      <a:rPr lang="es-MX" sz="2000" b="0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≠</m:t>
                    </m:r>
                    <m:r>
                      <a:rPr lang="es-MX" sz="2000" b="0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s-MX" sz="2000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inner</a:t>
                </a:r>
              </a:p>
            </p:txBody>
          </p:sp>
        </mc:Choice>
        <mc:Fallback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A8F983D5-5C3D-D1FB-7B8F-48B05BE62D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970" y="2968796"/>
                <a:ext cx="3972160" cy="400110"/>
              </a:xfrm>
              <a:prstGeom prst="rect">
                <a:avLst/>
              </a:prstGeom>
              <a:blipFill>
                <a:blip r:embed="rId5"/>
                <a:stretch>
                  <a:fillRect t="-9091" b="-33333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3887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2810D-C932-9905-173A-0F74C72B8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2">
            <a:extLst>
              <a:ext uri="{FF2B5EF4-FFF2-40B4-BE49-F238E27FC236}">
                <a16:creationId xmlns:a16="http://schemas.microsoft.com/office/drawing/2014/main" id="{6F16DF69-514F-ED0F-1E86-CADCB6F65038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1177925" cy="682625"/>
            <a:chOff x="-1" y="0"/>
            <a:chExt cx="1570413" cy="911205"/>
          </a:xfrm>
        </p:grpSpPr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492A38A9-866E-E7CA-0F84-239DAB5D60FF}"/>
                </a:ext>
              </a:extLst>
            </p:cNvPr>
            <p:cNvSpPr>
              <a:spLocks/>
            </p:cNvSpPr>
            <p:nvPr/>
          </p:nvSpPr>
          <p:spPr bwMode="auto">
            <a:xfrm>
              <a:off x="-1" y="0"/>
              <a:ext cx="1570413" cy="911205"/>
            </a:xfrm>
            <a:custGeom>
              <a:avLst/>
              <a:gdLst>
                <a:gd name="T0" fmla="*/ 0 w 663"/>
                <a:gd name="T1" fmla="*/ 384 h 384"/>
                <a:gd name="T2" fmla="*/ 236 w 663"/>
                <a:gd name="T3" fmla="*/ 384 h 384"/>
                <a:gd name="T4" fmla="*/ 309 w 663"/>
                <a:gd name="T5" fmla="*/ 354 h 384"/>
                <a:gd name="T6" fmla="*/ 663 w 663"/>
                <a:gd name="T7" fmla="*/ 0 h 384"/>
                <a:gd name="T8" fmla="*/ 31 w 663"/>
                <a:gd name="T9" fmla="*/ 5 h 384"/>
                <a:gd name="T10" fmla="*/ 0 w 663"/>
                <a:gd name="T11" fmla="*/ 384 h 384"/>
                <a:gd name="connsiteX0" fmla="*/ 8 w 10008"/>
                <a:gd name="connsiteY0" fmla="*/ 10000 h 10000"/>
                <a:gd name="connsiteX1" fmla="*/ 3568 w 10008"/>
                <a:gd name="connsiteY1" fmla="*/ 10000 h 10000"/>
                <a:gd name="connsiteX2" fmla="*/ 4669 w 10008"/>
                <a:gd name="connsiteY2" fmla="*/ 9219 h 10000"/>
                <a:gd name="connsiteX3" fmla="*/ 10008 w 10008"/>
                <a:gd name="connsiteY3" fmla="*/ 0 h 10000"/>
                <a:gd name="connsiteX4" fmla="*/ 0 w 10008"/>
                <a:gd name="connsiteY4" fmla="*/ 130 h 10000"/>
                <a:gd name="connsiteX5" fmla="*/ 8 w 10008"/>
                <a:gd name="connsiteY5" fmla="*/ 10000 h 10000"/>
                <a:gd name="connsiteX0" fmla="*/ 8 w 10008"/>
                <a:gd name="connsiteY0" fmla="*/ 10023 h 10023"/>
                <a:gd name="connsiteX1" fmla="*/ 3568 w 10008"/>
                <a:gd name="connsiteY1" fmla="*/ 10023 h 10023"/>
                <a:gd name="connsiteX2" fmla="*/ 4669 w 10008"/>
                <a:gd name="connsiteY2" fmla="*/ 9242 h 10023"/>
                <a:gd name="connsiteX3" fmla="*/ 10008 w 10008"/>
                <a:gd name="connsiteY3" fmla="*/ 23 h 10023"/>
                <a:gd name="connsiteX4" fmla="*/ 0 w 10008"/>
                <a:gd name="connsiteY4" fmla="*/ 0 h 10023"/>
                <a:gd name="connsiteX5" fmla="*/ 8 w 10008"/>
                <a:gd name="connsiteY5" fmla="*/ 10023 h 10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8" h="10023">
                  <a:moveTo>
                    <a:pt x="8" y="10023"/>
                  </a:moveTo>
                  <a:lnTo>
                    <a:pt x="3568" y="10023"/>
                  </a:lnTo>
                  <a:cubicBezTo>
                    <a:pt x="3975" y="10023"/>
                    <a:pt x="4367" y="9737"/>
                    <a:pt x="4669" y="9242"/>
                  </a:cubicBezTo>
                  <a:lnTo>
                    <a:pt x="10008" y="23"/>
                  </a:lnTo>
                  <a:lnTo>
                    <a:pt x="0" y="0"/>
                  </a:lnTo>
                  <a:cubicBezTo>
                    <a:pt x="3" y="3290"/>
                    <a:pt x="5" y="6733"/>
                    <a:pt x="8" y="10023"/>
                  </a:cubicBezTo>
                  <a:close/>
                </a:path>
              </a:pathLst>
            </a:custGeom>
            <a:gradFill>
              <a:gsLst>
                <a:gs pos="48000">
                  <a:srgbClr val="09193C"/>
                </a:gs>
                <a:gs pos="100000">
                  <a:srgbClr val="003CA3"/>
                </a:gs>
              </a:gsLst>
              <a:lin ang="5400000" scaled="1"/>
            </a:gradFill>
            <a:ln>
              <a:noFill/>
            </a:ln>
          </p:spPr>
          <p:txBody>
            <a:bodyPr lIns="68580" tIns="34290" rIns="68580" bIns="3429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01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54CB5B3A-8C20-CF25-8C98-6E32C507AD3D}"/>
                </a:ext>
              </a:extLst>
            </p:cNvPr>
            <p:cNvSpPr>
              <a:spLocks/>
            </p:cNvSpPr>
            <p:nvPr/>
          </p:nvSpPr>
          <p:spPr bwMode="auto">
            <a:xfrm>
              <a:off x="-1" y="0"/>
              <a:ext cx="1157704" cy="671749"/>
            </a:xfrm>
            <a:custGeom>
              <a:avLst/>
              <a:gdLst>
                <a:gd name="T0" fmla="*/ 0 w 663"/>
                <a:gd name="T1" fmla="*/ 384 h 384"/>
                <a:gd name="T2" fmla="*/ 236 w 663"/>
                <a:gd name="T3" fmla="*/ 384 h 384"/>
                <a:gd name="T4" fmla="*/ 309 w 663"/>
                <a:gd name="T5" fmla="*/ 354 h 384"/>
                <a:gd name="T6" fmla="*/ 663 w 663"/>
                <a:gd name="T7" fmla="*/ 0 h 384"/>
                <a:gd name="T8" fmla="*/ 31 w 663"/>
                <a:gd name="T9" fmla="*/ 5 h 384"/>
                <a:gd name="T10" fmla="*/ 0 w 663"/>
                <a:gd name="T11" fmla="*/ 384 h 384"/>
                <a:gd name="connsiteX0" fmla="*/ 8 w 10008"/>
                <a:gd name="connsiteY0" fmla="*/ 10000 h 10000"/>
                <a:gd name="connsiteX1" fmla="*/ 3568 w 10008"/>
                <a:gd name="connsiteY1" fmla="*/ 10000 h 10000"/>
                <a:gd name="connsiteX2" fmla="*/ 4669 w 10008"/>
                <a:gd name="connsiteY2" fmla="*/ 9219 h 10000"/>
                <a:gd name="connsiteX3" fmla="*/ 10008 w 10008"/>
                <a:gd name="connsiteY3" fmla="*/ 0 h 10000"/>
                <a:gd name="connsiteX4" fmla="*/ 0 w 10008"/>
                <a:gd name="connsiteY4" fmla="*/ 130 h 10000"/>
                <a:gd name="connsiteX5" fmla="*/ 8 w 10008"/>
                <a:gd name="connsiteY5" fmla="*/ 10000 h 10000"/>
                <a:gd name="connsiteX0" fmla="*/ 8 w 10008"/>
                <a:gd name="connsiteY0" fmla="*/ 10023 h 10023"/>
                <a:gd name="connsiteX1" fmla="*/ 3568 w 10008"/>
                <a:gd name="connsiteY1" fmla="*/ 10023 h 10023"/>
                <a:gd name="connsiteX2" fmla="*/ 4669 w 10008"/>
                <a:gd name="connsiteY2" fmla="*/ 9242 h 10023"/>
                <a:gd name="connsiteX3" fmla="*/ 10008 w 10008"/>
                <a:gd name="connsiteY3" fmla="*/ 23 h 10023"/>
                <a:gd name="connsiteX4" fmla="*/ 0 w 10008"/>
                <a:gd name="connsiteY4" fmla="*/ 0 h 10023"/>
                <a:gd name="connsiteX5" fmla="*/ 8 w 10008"/>
                <a:gd name="connsiteY5" fmla="*/ 10023 h 10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8" h="10023">
                  <a:moveTo>
                    <a:pt x="8" y="10023"/>
                  </a:moveTo>
                  <a:lnTo>
                    <a:pt x="3568" y="10023"/>
                  </a:lnTo>
                  <a:cubicBezTo>
                    <a:pt x="3975" y="10023"/>
                    <a:pt x="4367" y="9737"/>
                    <a:pt x="4669" y="9242"/>
                  </a:cubicBezTo>
                  <a:lnTo>
                    <a:pt x="10008" y="23"/>
                  </a:lnTo>
                  <a:lnTo>
                    <a:pt x="0" y="0"/>
                  </a:lnTo>
                  <a:cubicBezTo>
                    <a:pt x="3" y="3290"/>
                    <a:pt x="5" y="6733"/>
                    <a:pt x="8" y="10023"/>
                  </a:cubicBezTo>
                  <a:close/>
                </a:path>
              </a:pathLst>
            </a:custGeom>
            <a:gradFill>
              <a:gsLst>
                <a:gs pos="23000">
                  <a:srgbClr val="09193C"/>
                </a:gs>
                <a:gs pos="100000">
                  <a:srgbClr val="003CA3"/>
                </a:gs>
              </a:gsLst>
              <a:lin ang="5400000" scaled="1"/>
            </a:gradFill>
            <a:ln>
              <a:noFill/>
            </a:ln>
          </p:spPr>
          <p:txBody>
            <a:bodyPr lIns="68580" tIns="34290" rIns="68580" bIns="3429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01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" name="AutoShape 4" descr="Imagen generada">
            <a:extLst>
              <a:ext uri="{FF2B5EF4-FFF2-40B4-BE49-F238E27FC236}">
                <a16:creationId xmlns:a16="http://schemas.microsoft.com/office/drawing/2014/main" id="{BF7DC39F-E050-EE72-91BE-C3E736962CE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ítulo 3">
            <a:extLst>
              <a:ext uri="{FF2B5EF4-FFF2-40B4-BE49-F238E27FC236}">
                <a16:creationId xmlns:a16="http://schemas.microsoft.com/office/drawing/2014/main" id="{EC921B6F-CCCF-CCF6-9F7D-59E81D0A5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792" y="-253558"/>
            <a:ext cx="7886700" cy="994172"/>
          </a:xfrm>
        </p:spPr>
        <p:txBody>
          <a:bodyPr>
            <a:normAutofit/>
          </a:bodyPr>
          <a:lstStyle/>
          <a:p>
            <a:r>
              <a:rPr lang="es-MX" sz="2400" b="1" dirty="0">
                <a:solidFill>
                  <a:srgbClr val="002060"/>
                </a:solidFill>
                <a:latin typeface="Raleway" pitchFamily="2" charset="0"/>
                <a:ea typeface="+mn-ea"/>
                <a:cs typeface="+mn-cs"/>
              </a:rPr>
              <a:t>Competitive </a:t>
            </a:r>
            <a:r>
              <a:rPr lang="es-MX" sz="2400" b="1" dirty="0" err="1">
                <a:solidFill>
                  <a:srgbClr val="002060"/>
                </a:solidFill>
                <a:latin typeface="Raleway" pitchFamily="2" charset="0"/>
                <a:ea typeface="+mn-ea"/>
                <a:cs typeface="+mn-cs"/>
              </a:rPr>
              <a:t>Learning</a:t>
            </a:r>
            <a:r>
              <a:rPr lang="es-MX" sz="2400" b="1" dirty="0">
                <a:solidFill>
                  <a:srgbClr val="002060"/>
                </a:solidFill>
                <a:latin typeface="Raleway" pitchFamily="2" charset="0"/>
                <a:ea typeface="+mn-ea"/>
                <a:cs typeface="+mn-cs"/>
              </a:rPr>
              <a:t> Rule</a:t>
            </a:r>
          </a:p>
        </p:txBody>
      </p:sp>
      <p:graphicFrame>
        <p:nvGraphicFramePr>
          <p:cNvPr id="9" name="Objeto 8">
            <a:extLst>
              <a:ext uri="{FF2B5EF4-FFF2-40B4-BE49-F238E27FC236}">
                <a16:creationId xmlns:a16="http://schemas.microsoft.com/office/drawing/2014/main" id="{4097384C-1960-FB24-B873-47222AE470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96965" y="1160806"/>
          <a:ext cx="3599914" cy="2821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n de mapa de bits" r:id="rId2" imgW="5553000" imgH="4352760" progId="Paint.Picture">
                  <p:embed/>
                </p:oleObj>
              </mc:Choice>
              <mc:Fallback>
                <p:oleObj name="Imagen de mapa de bits" r:id="rId2" imgW="5553000" imgH="4352760" progId="Paint.Picture">
                  <p:embed/>
                  <p:pic>
                    <p:nvPicPr>
                      <p:cNvPr id="9" name="Objeto 8">
                        <a:extLst>
                          <a:ext uri="{FF2B5EF4-FFF2-40B4-BE49-F238E27FC236}">
                            <a16:creationId xmlns:a16="http://schemas.microsoft.com/office/drawing/2014/main" id="{4097384C-1960-FB24-B873-47222AE470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496965" y="1160806"/>
                        <a:ext cx="3599914" cy="2821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EBE45864-2BB3-E9B9-E66E-BD6CF4A0016B}"/>
              </a:ext>
            </a:extLst>
          </p:cNvPr>
          <p:cNvSpPr txBox="1"/>
          <p:nvPr/>
        </p:nvSpPr>
        <p:spPr>
          <a:xfrm>
            <a:off x="491837" y="503238"/>
            <a:ext cx="56041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latin typeface="+mj-lt"/>
              </a:rPr>
              <a:t>Calculating the partial derivative: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831FDEEC-F539-4D20-FBD6-D03B215F75FB}"/>
                  </a:ext>
                </a:extLst>
              </p:cNvPr>
              <p:cNvSpPr txBox="1"/>
              <p:nvPr/>
            </p:nvSpPr>
            <p:spPr>
              <a:xfrm>
                <a:off x="0" y="1922684"/>
                <a:ext cx="6097836" cy="7495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MX" sz="200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2000" i="1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s-MX" sz="2000" i="1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2000" i="1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s-MX" sz="2000" i="1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d>
                            <m:dPr>
                              <m:ctrlPr>
                                <a:rPr lang="es-MX" sz="2000" i="1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2000" i="1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es-MX" sz="2000" i="1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s-MX" sz="2000" i="1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2000" i="1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s-MX" sz="2000" b="0" i="1" smtClean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𝑤𝑖𝑛𝑛𝑒𝑟</m:t>
                              </m:r>
                            </m:sub>
                          </m:sSub>
                          <m:d>
                            <m:dPr>
                              <m:ctrlPr>
                                <a:rPr lang="es-MX" sz="2000" i="1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2000" i="1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den>
                      </m:f>
                      <m:r>
                        <a:rPr lang="es-MX" sz="2000" i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sz="2000" i="1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MX" sz="2000" b="0" i="1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𝜇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𝑘𝑝</m:t>
                          </m:r>
                        </m:sub>
                      </m:sSub>
                      <m:sSub>
                        <m:sSubPr>
                          <m:ctrlPr>
                            <a:rPr lang="es-MX" sz="2000" i="1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0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MX" sz="2000" i="1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s-MX" sz="20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𝑖𝑛𝑛𝑒𝑟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)]</m:t>
                      </m:r>
                    </m:oMath>
                  </m:oMathPara>
                </a14:m>
                <a:endParaRPr lang="es-MX" sz="2000" i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831FDEEC-F539-4D20-FBD6-D03B215F75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922684"/>
                <a:ext cx="6097836" cy="749501"/>
              </a:xfrm>
              <a:prstGeom prst="rect">
                <a:avLst/>
              </a:prstGeom>
              <a:blipFill>
                <a:blip r:embed="rId4"/>
                <a:stretch>
                  <a:fillRect b="-813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4 Rectángulo">
                <a:extLst>
                  <a:ext uri="{FF2B5EF4-FFF2-40B4-BE49-F238E27FC236}">
                    <a16:creationId xmlns:a16="http://schemas.microsoft.com/office/drawing/2014/main" id="{8D3FA965-4AC1-07D7-E44F-DACD8888DAAA}"/>
                  </a:ext>
                </a:extLst>
              </p:cNvPr>
              <p:cNvSpPr/>
              <p:nvPr/>
            </p:nvSpPr>
            <p:spPr>
              <a:xfrm>
                <a:off x="1534543" y="864582"/>
                <a:ext cx="2858923" cy="9578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 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0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s-MX" sz="20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/>
                              <m:aln/>
                            </m:rPr>
                            <a:rPr lang="es-MX" sz="20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s-MX" sz="20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i="1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000" i="1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/>
                                </a:rPr>
                                <m:t>𝑘𝑝</m:t>
                              </m:r>
                            </m:sub>
                          </m:sSub>
                          <m:sSup>
                            <m:sSupPr>
                              <m:ctrlPr>
                                <a:rPr lang="es-MX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s-MX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MX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MX" sz="2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s-MX" sz="20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  <m:r>
                                    <a:rPr lang="es-MX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s-MX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MX" sz="20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s-MX" sz="20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s-MX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s-MX" sz="2000"/>
                            <m:t> </m:t>
                          </m:r>
                        </m:e>
                      </m:nary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>
          <p:sp>
            <p:nvSpPr>
              <p:cNvPr id="11" name="4 Rectángulo">
                <a:extLst>
                  <a:ext uri="{FF2B5EF4-FFF2-40B4-BE49-F238E27FC236}">
                    <a16:creationId xmlns:a16="http://schemas.microsoft.com/office/drawing/2014/main" id="{8D3FA965-4AC1-07D7-E44F-DACD8888DA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4543" y="864582"/>
                <a:ext cx="2858923" cy="95782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8 Rectángulo">
                <a:extLst>
                  <a:ext uri="{FF2B5EF4-FFF2-40B4-BE49-F238E27FC236}">
                    <a16:creationId xmlns:a16="http://schemas.microsoft.com/office/drawing/2014/main" id="{57D7E543-3E07-4B7D-EFEF-87E881D13B16}"/>
                  </a:ext>
                </a:extLst>
              </p:cNvPr>
              <p:cNvSpPr/>
              <p:nvPr/>
            </p:nvSpPr>
            <p:spPr>
              <a:xfrm>
                <a:off x="-143814" y="4330252"/>
                <a:ext cx="6875464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s-MX" sz="20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𝑖𝑛𝑛𝑒𝑟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+1)=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s-MX" sz="20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𝑖𝑛𝑛𝑒𝑟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)+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)[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s-MX" sz="20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𝑖𝑛𝑛𝑒𝑟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)]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5" name="8 Rectángulo">
                <a:extLst>
                  <a:ext uri="{FF2B5EF4-FFF2-40B4-BE49-F238E27FC236}">
                    <a16:creationId xmlns:a16="http://schemas.microsoft.com/office/drawing/2014/main" id="{57D7E543-3E07-4B7D-EFEF-87E881D13B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43814" y="4330252"/>
                <a:ext cx="6875464" cy="400110"/>
              </a:xfrm>
              <a:prstGeom prst="rect">
                <a:avLst/>
              </a:prstGeom>
              <a:blipFill>
                <a:blip r:embed="rId6"/>
                <a:stretch>
                  <a:fillRect b="-25758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1528A5D2-505F-D0EA-6494-AE2DC127732E}"/>
                  </a:ext>
                </a:extLst>
              </p:cNvPr>
              <p:cNvSpPr txBox="1"/>
              <p:nvPr/>
            </p:nvSpPr>
            <p:spPr>
              <a:xfrm>
                <a:off x="91566" y="2690027"/>
                <a:ext cx="6097836" cy="7495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2000" i="1" smtClean="0">
                              <a:solidFill>
                                <a:srgbClr val="836967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000" i="1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s-MX" sz="2000" i="1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s-MX" sz="2000" b="0" i="1" smtClean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𝑖𝑛𝑛𝑒𝑟</m:t>
                          </m:r>
                        </m:sub>
                      </m:sSub>
                      <m:d>
                        <m:dPr>
                          <m:ctrlPr>
                            <a:rPr lang="es-MX" sz="2000" i="1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000" i="1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MX" sz="2000" i="1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s-MX" sz="2000" i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sz="2000" i="1">
                              <a:solidFill>
                                <a:srgbClr val="836967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000" i="1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s-MX" sz="2000" i="1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s-MX" sz="2000" b="0" i="1" smtClean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𝑖𝑛𝑛𝑒𝑟</m:t>
                          </m:r>
                        </m:sub>
                      </m:sSub>
                      <m:d>
                        <m:dPr>
                          <m:ctrlPr>
                            <a:rPr lang="es-MX" sz="2000" i="1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000" i="1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s-MX" sz="2000" i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MX" sz="2000" i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es-MX" sz="2000" i="1">
                              <a:solidFill>
                                <a:srgbClr val="836967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2000" i="1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s-MX" sz="2000" i="1">
                                  <a:solidFill>
                                    <a:srgbClr val="836967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2000" i="1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s-MX" sz="2000" i="1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d>
                            <m:dPr>
                              <m:ctrlPr>
                                <a:rPr lang="es-MX" sz="2000" i="1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2000" i="1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es-MX" sz="2000" i="1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s-MX" sz="2000" i="1">
                                  <a:solidFill>
                                    <a:srgbClr val="836967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2000" i="1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s-MX" sz="2000" i="1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s-MX" sz="2000" b="0" i="1" smtClean="0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𝑖𝑛𝑛𝑒𝑟</m:t>
                              </m:r>
                            </m:sub>
                          </m:sSub>
                          <m:d>
                            <m:dPr>
                              <m:ctrlPr>
                                <a:rPr lang="es-MX" sz="2000" i="1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2000" i="1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s-MX" sz="2000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1528A5D2-505F-D0EA-6494-AE2DC12773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66" y="2690027"/>
                <a:ext cx="6097836" cy="749501"/>
              </a:xfrm>
              <a:prstGeom prst="rect">
                <a:avLst/>
              </a:prstGeom>
              <a:blipFill>
                <a:blip r:embed="rId7"/>
                <a:stretch>
                  <a:fillRect b="-813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579C24E8-FA7E-8497-332D-064A94D4EC23}"/>
              </a:ext>
            </a:extLst>
          </p:cNvPr>
          <p:cNvCxnSpPr>
            <a:cxnSpLocks/>
          </p:cNvCxnSpPr>
          <p:nvPr/>
        </p:nvCxnSpPr>
        <p:spPr>
          <a:xfrm>
            <a:off x="3803904" y="2571750"/>
            <a:ext cx="615696" cy="229281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66DA61A1-D3D9-AFC3-C72F-A9E1D48C9EB9}"/>
                  </a:ext>
                </a:extLst>
              </p:cNvPr>
              <p:cNvSpPr txBox="1"/>
              <p:nvPr/>
            </p:nvSpPr>
            <p:spPr>
              <a:xfrm>
                <a:off x="-470726" y="3815659"/>
                <a:ext cx="7856680" cy="4237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2000" i="1" smtClean="0">
                              <a:solidFill>
                                <a:srgbClr val="836967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000" i="1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s-MX" sz="2000" i="1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s-MX" sz="2000" b="0" i="1" smtClean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𝑖𝑛𝑛𝑒𝑟</m:t>
                          </m:r>
                        </m:sub>
                      </m:sSub>
                      <m:d>
                        <m:dPr>
                          <m:ctrlPr>
                            <a:rPr lang="es-MX" sz="2000" i="1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000" i="1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MX" sz="2000" i="1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s-MX" sz="2000" i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sz="2000" i="1">
                              <a:solidFill>
                                <a:srgbClr val="836967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000" i="1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s-MX" sz="2000" i="1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s-MX" sz="2000" b="0" i="1" smtClean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𝑖𝑛𝑛𝑒𝑟</m:t>
                          </m:r>
                        </m:sub>
                      </m:sSub>
                      <m:d>
                        <m:dPr>
                          <m:ctrlPr>
                            <a:rPr lang="es-MX" sz="2000" i="1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000" i="1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s-MX" sz="2000" i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MX" sz="2000" i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s-MX" sz="2000" b="0" i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MX" sz="2000" i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−2</m:t>
                      </m:r>
                      <m:sSub>
                        <m:sSubPr>
                          <m:ctrlPr>
                            <a:rPr lang="en-US" sz="2000" i="1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𝜇</m:t>
                          </m:r>
                        </m:e>
                        <m:sub>
                          <m:r>
                            <a:rPr lang="en-US" sz="2000" i="1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𝑘𝑝</m:t>
                          </m:r>
                        </m:sub>
                      </m:sSub>
                      <m:sSub>
                        <m:sSubPr>
                          <m:ctrlPr>
                            <a:rPr lang="es-MX" sz="2000" i="1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000" b="0" i="1" smtClean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s-MX" sz="2000" i="1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000" i="1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i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MX" sz="2000" i="1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000" i="1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s-MX" sz="2000" i="1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𝑖𝑛𝑛𝑒𝑟</m:t>
                          </m:r>
                        </m:sub>
                      </m:sSub>
                      <m:r>
                        <a:rPr lang="en-US" sz="2000" i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000" i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)]</m:t>
                      </m:r>
                    </m:oMath>
                  </m:oMathPara>
                </a14:m>
                <a:endParaRPr lang="es-MX" sz="2000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66DA61A1-D3D9-AFC3-C72F-A9E1D48C9E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70726" y="3815659"/>
                <a:ext cx="7856680" cy="423770"/>
              </a:xfrm>
              <a:prstGeom prst="rect">
                <a:avLst/>
              </a:prstGeom>
              <a:blipFill>
                <a:blip r:embed="rId8"/>
                <a:stretch>
                  <a:fillRect b="-1739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1787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5" grpId="0"/>
      <p:bldP spid="16" grpId="0"/>
      <p:bldP spid="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37009-5F43-82CC-2EA3-558D38BCB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2">
            <a:extLst>
              <a:ext uri="{FF2B5EF4-FFF2-40B4-BE49-F238E27FC236}">
                <a16:creationId xmlns:a16="http://schemas.microsoft.com/office/drawing/2014/main" id="{12ACE181-0A37-D32A-32A2-74B4226B0716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1177925" cy="682625"/>
            <a:chOff x="-1" y="0"/>
            <a:chExt cx="1570413" cy="911205"/>
          </a:xfrm>
        </p:grpSpPr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E08DE715-EC3B-B71E-7ABF-E55E4CD86473}"/>
                </a:ext>
              </a:extLst>
            </p:cNvPr>
            <p:cNvSpPr>
              <a:spLocks/>
            </p:cNvSpPr>
            <p:nvPr/>
          </p:nvSpPr>
          <p:spPr bwMode="auto">
            <a:xfrm>
              <a:off x="-1" y="0"/>
              <a:ext cx="1570413" cy="911205"/>
            </a:xfrm>
            <a:custGeom>
              <a:avLst/>
              <a:gdLst>
                <a:gd name="T0" fmla="*/ 0 w 663"/>
                <a:gd name="T1" fmla="*/ 384 h 384"/>
                <a:gd name="T2" fmla="*/ 236 w 663"/>
                <a:gd name="T3" fmla="*/ 384 h 384"/>
                <a:gd name="T4" fmla="*/ 309 w 663"/>
                <a:gd name="T5" fmla="*/ 354 h 384"/>
                <a:gd name="T6" fmla="*/ 663 w 663"/>
                <a:gd name="T7" fmla="*/ 0 h 384"/>
                <a:gd name="T8" fmla="*/ 31 w 663"/>
                <a:gd name="T9" fmla="*/ 5 h 384"/>
                <a:gd name="T10" fmla="*/ 0 w 663"/>
                <a:gd name="T11" fmla="*/ 384 h 384"/>
                <a:gd name="connsiteX0" fmla="*/ 8 w 10008"/>
                <a:gd name="connsiteY0" fmla="*/ 10000 h 10000"/>
                <a:gd name="connsiteX1" fmla="*/ 3568 w 10008"/>
                <a:gd name="connsiteY1" fmla="*/ 10000 h 10000"/>
                <a:gd name="connsiteX2" fmla="*/ 4669 w 10008"/>
                <a:gd name="connsiteY2" fmla="*/ 9219 h 10000"/>
                <a:gd name="connsiteX3" fmla="*/ 10008 w 10008"/>
                <a:gd name="connsiteY3" fmla="*/ 0 h 10000"/>
                <a:gd name="connsiteX4" fmla="*/ 0 w 10008"/>
                <a:gd name="connsiteY4" fmla="*/ 130 h 10000"/>
                <a:gd name="connsiteX5" fmla="*/ 8 w 10008"/>
                <a:gd name="connsiteY5" fmla="*/ 10000 h 10000"/>
                <a:gd name="connsiteX0" fmla="*/ 8 w 10008"/>
                <a:gd name="connsiteY0" fmla="*/ 10023 h 10023"/>
                <a:gd name="connsiteX1" fmla="*/ 3568 w 10008"/>
                <a:gd name="connsiteY1" fmla="*/ 10023 h 10023"/>
                <a:gd name="connsiteX2" fmla="*/ 4669 w 10008"/>
                <a:gd name="connsiteY2" fmla="*/ 9242 h 10023"/>
                <a:gd name="connsiteX3" fmla="*/ 10008 w 10008"/>
                <a:gd name="connsiteY3" fmla="*/ 23 h 10023"/>
                <a:gd name="connsiteX4" fmla="*/ 0 w 10008"/>
                <a:gd name="connsiteY4" fmla="*/ 0 h 10023"/>
                <a:gd name="connsiteX5" fmla="*/ 8 w 10008"/>
                <a:gd name="connsiteY5" fmla="*/ 10023 h 10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8" h="10023">
                  <a:moveTo>
                    <a:pt x="8" y="10023"/>
                  </a:moveTo>
                  <a:lnTo>
                    <a:pt x="3568" y="10023"/>
                  </a:lnTo>
                  <a:cubicBezTo>
                    <a:pt x="3975" y="10023"/>
                    <a:pt x="4367" y="9737"/>
                    <a:pt x="4669" y="9242"/>
                  </a:cubicBezTo>
                  <a:lnTo>
                    <a:pt x="10008" y="23"/>
                  </a:lnTo>
                  <a:lnTo>
                    <a:pt x="0" y="0"/>
                  </a:lnTo>
                  <a:cubicBezTo>
                    <a:pt x="3" y="3290"/>
                    <a:pt x="5" y="6733"/>
                    <a:pt x="8" y="10023"/>
                  </a:cubicBezTo>
                  <a:close/>
                </a:path>
              </a:pathLst>
            </a:custGeom>
            <a:gradFill>
              <a:gsLst>
                <a:gs pos="48000">
                  <a:srgbClr val="09193C"/>
                </a:gs>
                <a:gs pos="100000">
                  <a:srgbClr val="003CA3"/>
                </a:gs>
              </a:gsLst>
              <a:lin ang="5400000" scaled="1"/>
            </a:gradFill>
            <a:ln>
              <a:noFill/>
            </a:ln>
          </p:spPr>
          <p:txBody>
            <a:bodyPr lIns="68580" tIns="34290" rIns="68580" bIns="3429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01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9AD60F99-E244-D9AD-D5F1-B6E207E79F7B}"/>
                </a:ext>
              </a:extLst>
            </p:cNvPr>
            <p:cNvSpPr>
              <a:spLocks/>
            </p:cNvSpPr>
            <p:nvPr/>
          </p:nvSpPr>
          <p:spPr bwMode="auto">
            <a:xfrm>
              <a:off x="-1" y="0"/>
              <a:ext cx="1157704" cy="671749"/>
            </a:xfrm>
            <a:custGeom>
              <a:avLst/>
              <a:gdLst>
                <a:gd name="T0" fmla="*/ 0 w 663"/>
                <a:gd name="T1" fmla="*/ 384 h 384"/>
                <a:gd name="T2" fmla="*/ 236 w 663"/>
                <a:gd name="T3" fmla="*/ 384 h 384"/>
                <a:gd name="T4" fmla="*/ 309 w 663"/>
                <a:gd name="T5" fmla="*/ 354 h 384"/>
                <a:gd name="T6" fmla="*/ 663 w 663"/>
                <a:gd name="T7" fmla="*/ 0 h 384"/>
                <a:gd name="T8" fmla="*/ 31 w 663"/>
                <a:gd name="T9" fmla="*/ 5 h 384"/>
                <a:gd name="T10" fmla="*/ 0 w 663"/>
                <a:gd name="T11" fmla="*/ 384 h 384"/>
                <a:gd name="connsiteX0" fmla="*/ 8 w 10008"/>
                <a:gd name="connsiteY0" fmla="*/ 10000 h 10000"/>
                <a:gd name="connsiteX1" fmla="*/ 3568 w 10008"/>
                <a:gd name="connsiteY1" fmla="*/ 10000 h 10000"/>
                <a:gd name="connsiteX2" fmla="*/ 4669 w 10008"/>
                <a:gd name="connsiteY2" fmla="*/ 9219 h 10000"/>
                <a:gd name="connsiteX3" fmla="*/ 10008 w 10008"/>
                <a:gd name="connsiteY3" fmla="*/ 0 h 10000"/>
                <a:gd name="connsiteX4" fmla="*/ 0 w 10008"/>
                <a:gd name="connsiteY4" fmla="*/ 130 h 10000"/>
                <a:gd name="connsiteX5" fmla="*/ 8 w 10008"/>
                <a:gd name="connsiteY5" fmla="*/ 10000 h 10000"/>
                <a:gd name="connsiteX0" fmla="*/ 8 w 10008"/>
                <a:gd name="connsiteY0" fmla="*/ 10023 h 10023"/>
                <a:gd name="connsiteX1" fmla="*/ 3568 w 10008"/>
                <a:gd name="connsiteY1" fmla="*/ 10023 h 10023"/>
                <a:gd name="connsiteX2" fmla="*/ 4669 w 10008"/>
                <a:gd name="connsiteY2" fmla="*/ 9242 h 10023"/>
                <a:gd name="connsiteX3" fmla="*/ 10008 w 10008"/>
                <a:gd name="connsiteY3" fmla="*/ 23 h 10023"/>
                <a:gd name="connsiteX4" fmla="*/ 0 w 10008"/>
                <a:gd name="connsiteY4" fmla="*/ 0 h 10023"/>
                <a:gd name="connsiteX5" fmla="*/ 8 w 10008"/>
                <a:gd name="connsiteY5" fmla="*/ 10023 h 10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8" h="10023">
                  <a:moveTo>
                    <a:pt x="8" y="10023"/>
                  </a:moveTo>
                  <a:lnTo>
                    <a:pt x="3568" y="10023"/>
                  </a:lnTo>
                  <a:cubicBezTo>
                    <a:pt x="3975" y="10023"/>
                    <a:pt x="4367" y="9737"/>
                    <a:pt x="4669" y="9242"/>
                  </a:cubicBezTo>
                  <a:lnTo>
                    <a:pt x="10008" y="23"/>
                  </a:lnTo>
                  <a:lnTo>
                    <a:pt x="0" y="0"/>
                  </a:lnTo>
                  <a:cubicBezTo>
                    <a:pt x="3" y="3290"/>
                    <a:pt x="5" y="6733"/>
                    <a:pt x="8" y="10023"/>
                  </a:cubicBezTo>
                  <a:close/>
                </a:path>
              </a:pathLst>
            </a:custGeom>
            <a:gradFill>
              <a:gsLst>
                <a:gs pos="23000">
                  <a:srgbClr val="09193C"/>
                </a:gs>
                <a:gs pos="100000">
                  <a:srgbClr val="003CA3"/>
                </a:gs>
              </a:gsLst>
              <a:lin ang="5400000" scaled="1"/>
            </a:gradFill>
            <a:ln>
              <a:noFill/>
            </a:ln>
          </p:spPr>
          <p:txBody>
            <a:bodyPr lIns="68580" tIns="34290" rIns="68580" bIns="3429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01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" name="AutoShape 4" descr="Imagen generada">
            <a:extLst>
              <a:ext uri="{FF2B5EF4-FFF2-40B4-BE49-F238E27FC236}">
                <a16:creationId xmlns:a16="http://schemas.microsoft.com/office/drawing/2014/main" id="{343B0605-4CDE-F5DA-EE39-C8921F45F4D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ítulo 3">
            <a:extLst>
              <a:ext uri="{FF2B5EF4-FFF2-40B4-BE49-F238E27FC236}">
                <a16:creationId xmlns:a16="http://schemas.microsoft.com/office/drawing/2014/main" id="{B5BD18CA-9C31-B25F-3439-2A0AB52AD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792" y="-253558"/>
            <a:ext cx="7886700" cy="994172"/>
          </a:xfrm>
        </p:spPr>
        <p:txBody>
          <a:bodyPr>
            <a:normAutofit/>
          </a:bodyPr>
          <a:lstStyle/>
          <a:p>
            <a:r>
              <a:rPr lang="es-MX" sz="2400" b="1" dirty="0">
                <a:solidFill>
                  <a:srgbClr val="002060"/>
                </a:solidFill>
                <a:latin typeface="Raleway" pitchFamily="2" charset="0"/>
                <a:ea typeface="+mn-ea"/>
                <a:cs typeface="+mn-cs"/>
              </a:rPr>
              <a:t>Competitive </a:t>
            </a:r>
            <a:r>
              <a:rPr lang="es-MX" sz="2400" b="1" dirty="0" err="1">
                <a:solidFill>
                  <a:srgbClr val="002060"/>
                </a:solidFill>
                <a:latin typeface="Raleway" pitchFamily="2" charset="0"/>
                <a:ea typeface="+mn-ea"/>
                <a:cs typeface="+mn-cs"/>
              </a:rPr>
              <a:t>Learning</a:t>
            </a:r>
            <a:r>
              <a:rPr lang="es-MX" sz="2400" b="1" dirty="0">
                <a:solidFill>
                  <a:srgbClr val="002060"/>
                </a:solidFill>
                <a:latin typeface="Raleway" pitchFamily="2" charset="0"/>
                <a:ea typeface="+mn-ea"/>
                <a:cs typeface="+mn-cs"/>
              </a:rPr>
              <a:t> Rule</a:t>
            </a:r>
          </a:p>
        </p:txBody>
      </p:sp>
      <p:graphicFrame>
        <p:nvGraphicFramePr>
          <p:cNvPr id="9" name="Objeto 8">
            <a:extLst>
              <a:ext uri="{FF2B5EF4-FFF2-40B4-BE49-F238E27FC236}">
                <a16:creationId xmlns:a16="http://schemas.microsoft.com/office/drawing/2014/main" id="{53AEE08C-DA94-676C-51BE-37A60127F7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96965" y="1160806"/>
          <a:ext cx="3599914" cy="2821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n de mapa de bits" r:id="rId2" imgW="5553000" imgH="4352760" progId="Paint.Picture">
                  <p:embed/>
                </p:oleObj>
              </mc:Choice>
              <mc:Fallback>
                <p:oleObj name="Imagen de mapa de bits" r:id="rId2" imgW="5553000" imgH="4352760" progId="Paint.Picture">
                  <p:embed/>
                  <p:pic>
                    <p:nvPicPr>
                      <p:cNvPr id="9" name="Objeto 8">
                        <a:extLst>
                          <a:ext uri="{FF2B5EF4-FFF2-40B4-BE49-F238E27FC236}">
                            <a16:creationId xmlns:a16="http://schemas.microsoft.com/office/drawing/2014/main" id="{53AEE08C-DA94-676C-51BE-37A60127F7A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496965" y="1160806"/>
                        <a:ext cx="3599914" cy="2821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CuadroTexto 1">
            <a:extLst>
              <a:ext uri="{FF2B5EF4-FFF2-40B4-BE49-F238E27FC236}">
                <a16:creationId xmlns:a16="http://schemas.microsoft.com/office/drawing/2014/main" id="{A9536CED-B75B-2705-09F4-FD6F63E76017}"/>
              </a:ext>
            </a:extLst>
          </p:cNvPr>
          <p:cNvSpPr txBox="1"/>
          <p:nvPr/>
        </p:nvSpPr>
        <p:spPr>
          <a:xfrm>
            <a:off x="126078" y="682625"/>
            <a:ext cx="56041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latin typeface="+mj-lt"/>
              </a:rPr>
              <a:t>Calculating the partial derivative: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4 Rectángulo">
                <a:extLst>
                  <a:ext uri="{FF2B5EF4-FFF2-40B4-BE49-F238E27FC236}">
                    <a16:creationId xmlns:a16="http://schemas.microsoft.com/office/drawing/2014/main" id="{A30131DA-73CE-F53E-C6A8-7488736E5135}"/>
                  </a:ext>
                </a:extLst>
              </p:cNvPr>
              <p:cNvSpPr/>
              <p:nvPr/>
            </p:nvSpPr>
            <p:spPr>
              <a:xfrm>
                <a:off x="1168784" y="1043969"/>
                <a:ext cx="2858923" cy="9578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 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0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s-MX" sz="20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/>
                              <m:aln/>
                            </m:rPr>
                            <a:rPr lang="es-MX" sz="20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s-MX" sz="20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i="1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000" i="1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/>
                                </a:rPr>
                                <m:t>𝑘𝑝</m:t>
                              </m:r>
                            </m:sub>
                          </m:sSub>
                          <m:sSup>
                            <m:sSupPr>
                              <m:ctrlPr>
                                <a:rPr lang="es-MX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s-MX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MX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MX" sz="2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s-MX" sz="20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  <m:r>
                                    <a:rPr lang="es-MX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s-MX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MX" sz="20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s-MX" sz="20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s-MX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s-MX" sz="2000"/>
                            <m:t> </m:t>
                          </m:r>
                        </m:e>
                      </m:nary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>
          <p:sp>
            <p:nvSpPr>
              <p:cNvPr id="3" name="4 Rectángulo">
                <a:extLst>
                  <a:ext uri="{FF2B5EF4-FFF2-40B4-BE49-F238E27FC236}">
                    <a16:creationId xmlns:a16="http://schemas.microsoft.com/office/drawing/2014/main" id="{A30131DA-73CE-F53E-C6A8-7488736E51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784" y="1043969"/>
                <a:ext cx="2858923" cy="957826"/>
              </a:xfrm>
              <a:prstGeom prst="rect">
                <a:avLst/>
              </a:prstGeom>
              <a:blipFill>
                <a:blip r:embed="rId4"/>
                <a:stretch>
                  <a:fillRect b="-63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8 Rectángulo">
                <a:extLst>
                  <a:ext uri="{FF2B5EF4-FFF2-40B4-BE49-F238E27FC236}">
                    <a16:creationId xmlns:a16="http://schemas.microsoft.com/office/drawing/2014/main" id="{3C9CC04C-DF27-6290-624A-667B9E2ABDD0}"/>
                  </a:ext>
                </a:extLst>
              </p:cNvPr>
              <p:cNvSpPr/>
              <p:nvPr/>
            </p:nvSpPr>
            <p:spPr>
              <a:xfrm>
                <a:off x="-509573" y="2180260"/>
                <a:ext cx="6875464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s-MX" sz="20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𝑖𝑛𝑛𝑒𝑟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+1)=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s-MX" sz="20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𝑖𝑛𝑛𝑒𝑟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)+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)[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s-MX" sz="20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𝑖𝑛𝑛𝑒𝑟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)]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" name="8 Rectángulo">
                <a:extLst>
                  <a:ext uri="{FF2B5EF4-FFF2-40B4-BE49-F238E27FC236}">
                    <a16:creationId xmlns:a16="http://schemas.microsoft.com/office/drawing/2014/main" id="{3C9CC04C-DF27-6290-624A-667B9E2ABD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09573" y="2180260"/>
                <a:ext cx="6875464" cy="400110"/>
              </a:xfrm>
              <a:prstGeom prst="rect">
                <a:avLst/>
              </a:prstGeom>
              <a:blipFill>
                <a:blip r:embed="rId5"/>
                <a:stretch>
                  <a:fillRect b="-26154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11 Rectángulo">
                <a:extLst>
                  <a:ext uri="{FF2B5EF4-FFF2-40B4-BE49-F238E27FC236}">
                    <a16:creationId xmlns:a16="http://schemas.microsoft.com/office/drawing/2014/main" id="{8A655DD3-26F2-D8CF-95A2-F041FA7FA5FB}"/>
                  </a:ext>
                </a:extLst>
              </p:cNvPr>
              <p:cNvSpPr/>
              <p:nvPr/>
            </p:nvSpPr>
            <p:spPr>
              <a:xfrm>
                <a:off x="1395799" y="2693883"/>
                <a:ext cx="2195794" cy="6547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𝜂</m:t>
                      </m:r>
                      <m:r>
                        <a:rPr lang="en-US" sz="2000" i="1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(</m:t>
                      </m:r>
                      <m:r>
                        <a:rPr lang="en-US" sz="2000" i="1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𝑡</m:t>
                      </m:r>
                      <m:r>
                        <a:rPr lang="en-US" sz="2000" i="1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)=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𝜂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1−</m:t>
                          </m:r>
                          <m:f>
                            <m:f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/>
                                </a:rPr>
                                <m:t>𝑡</m:t>
                              </m:r>
                            </m:num>
                            <m:den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/>
                                </a:rPr>
                                <m:t>𝑇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>
          <p:sp>
            <p:nvSpPr>
              <p:cNvPr id="8" name="11 Rectángulo">
                <a:extLst>
                  <a:ext uri="{FF2B5EF4-FFF2-40B4-BE49-F238E27FC236}">
                    <a16:creationId xmlns:a16="http://schemas.microsoft.com/office/drawing/2014/main" id="{8A655DD3-26F2-D8CF-95A2-F041FA7FA5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5799" y="2693883"/>
                <a:ext cx="2195794" cy="6547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8 Rectángulo">
                <a:extLst>
                  <a:ext uri="{FF2B5EF4-FFF2-40B4-BE49-F238E27FC236}">
                    <a16:creationId xmlns:a16="http://schemas.microsoft.com/office/drawing/2014/main" id="{C6CCAAE4-B840-9E7C-CEE5-D32AA126DB5D}"/>
                  </a:ext>
                </a:extLst>
              </p:cNvPr>
              <p:cNvSpPr/>
              <p:nvPr/>
            </p:nvSpPr>
            <p:spPr>
              <a:xfrm>
                <a:off x="642721" y="3582584"/>
                <a:ext cx="3901558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s-MX" sz="20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sz="2000" b="0" i="1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sz="2000" i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s-MX" sz="20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sz="2000" b="0" i="1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s-MX" sz="20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MX" sz="20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𝑓𝑜𝑟</m:t>
                    </m:r>
                    <m:r>
                      <a:rPr lang="es-MX" sz="20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MX" sz="20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</a:rPr>
                  <a:t>≠</a:t>
                </a:r>
                <a:r>
                  <a:rPr lang="en-US" sz="2000" i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</a:rPr>
                  <a:t>winner</a:t>
                </a:r>
              </a:p>
            </p:txBody>
          </p:sp>
        </mc:Choice>
        <mc:Fallback>
          <p:sp>
            <p:nvSpPr>
              <p:cNvPr id="19" name="8 Rectángulo">
                <a:extLst>
                  <a:ext uri="{FF2B5EF4-FFF2-40B4-BE49-F238E27FC236}">
                    <a16:creationId xmlns:a16="http://schemas.microsoft.com/office/drawing/2014/main" id="{C6CCAAE4-B840-9E7C-CEE5-D32AA126DB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721" y="3582584"/>
                <a:ext cx="3901558" cy="400110"/>
              </a:xfrm>
              <a:prstGeom prst="rect">
                <a:avLst/>
              </a:prstGeom>
              <a:blipFill>
                <a:blip r:embed="rId7"/>
                <a:stretch>
                  <a:fillRect t="-10769" b="-3384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6375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1592C-08A5-D53D-FB10-D340637BA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2">
            <a:extLst>
              <a:ext uri="{FF2B5EF4-FFF2-40B4-BE49-F238E27FC236}">
                <a16:creationId xmlns:a16="http://schemas.microsoft.com/office/drawing/2014/main" id="{129AAFBD-624D-2FF9-C4B8-E3A33ED542AB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1177925" cy="682625"/>
            <a:chOff x="-1" y="0"/>
            <a:chExt cx="1570413" cy="911205"/>
          </a:xfrm>
        </p:grpSpPr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B5B495FA-6374-546A-EE2B-5DE77B21A67D}"/>
                </a:ext>
              </a:extLst>
            </p:cNvPr>
            <p:cNvSpPr>
              <a:spLocks/>
            </p:cNvSpPr>
            <p:nvPr/>
          </p:nvSpPr>
          <p:spPr bwMode="auto">
            <a:xfrm>
              <a:off x="-1" y="0"/>
              <a:ext cx="1570413" cy="911205"/>
            </a:xfrm>
            <a:custGeom>
              <a:avLst/>
              <a:gdLst>
                <a:gd name="T0" fmla="*/ 0 w 663"/>
                <a:gd name="T1" fmla="*/ 384 h 384"/>
                <a:gd name="T2" fmla="*/ 236 w 663"/>
                <a:gd name="T3" fmla="*/ 384 h 384"/>
                <a:gd name="T4" fmla="*/ 309 w 663"/>
                <a:gd name="T5" fmla="*/ 354 h 384"/>
                <a:gd name="T6" fmla="*/ 663 w 663"/>
                <a:gd name="T7" fmla="*/ 0 h 384"/>
                <a:gd name="T8" fmla="*/ 31 w 663"/>
                <a:gd name="T9" fmla="*/ 5 h 384"/>
                <a:gd name="T10" fmla="*/ 0 w 663"/>
                <a:gd name="T11" fmla="*/ 384 h 384"/>
                <a:gd name="connsiteX0" fmla="*/ 8 w 10008"/>
                <a:gd name="connsiteY0" fmla="*/ 10000 h 10000"/>
                <a:gd name="connsiteX1" fmla="*/ 3568 w 10008"/>
                <a:gd name="connsiteY1" fmla="*/ 10000 h 10000"/>
                <a:gd name="connsiteX2" fmla="*/ 4669 w 10008"/>
                <a:gd name="connsiteY2" fmla="*/ 9219 h 10000"/>
                <a:gd name="connsiteX3" fmla="*/ 10008 w 10008"/>
                <a:gd name="connsiteY3" fmla="*/ 0 h 10000"/>
                <a:gd name="connsiteX4" fmla="*/ 0 w 10008"/>
                <a:gd name="connsiteY4" fmla="*/ 130 h 10000"/>
                <a:gd name="connsiteX5" fmla="*/ 8 w 10008"/>
                <a:gd name="connsiteY5" fmla="*/ 10000 h 10000"/>
                <a:gd name="connsiteX0" fmla="*/ 8 w 10008"/>
                <a:gd name="connsiteY0" fmla="*/ 10023 h 10023"/>
                <a:gd name="connsiteX1" fmla="*/ 3568 w 10008"/>
                <a:gd name="connsiteY1" fmla="*/ 10023 h 10023"/>
                <a:gd name="connsiteX2" fmla="*/ 4669 w 10008"/>
                <a:gd name="connsiteY2" fmla="*/ 9242 h 10023"/>
                <a:gd name="connsiteX3" fmla="*/ 10008 w 10008"/>
                <a:gd name="connsiteY3" fmla="*/ 23 h 10023"/>
                <a:gd name="connsiteX4" fmla="*/ 0 w 10008"/>
                <a:gd name="connsiteY4" fmla="*/ 0 h 10023"/>
                <a:gd name="connsiteX5" fmla="*/ 8 w 10008"/>
                <a:gd name="connsiteY5" fmla="*/ 10023 h 10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8" h="10023">
                  <a:moveTo>
                    <a:pt x="8" y="10023"/>
                  </a:moveTo>
                  <a:lnTo>
                    <a:pt x="3568" y="10023"/>
                  </a:lnTo>
                  <a:cubicBezTo>
                    <a:pt x="3975" y="10023"/>
                    <a:pt x="4367" y="9737"/>
                    <a:pt x="4669" y="9242"/>
                  </a:cubicBezTo>
                  <a:lnTo>
                    <a:pt x="10008" y="23"/>
                  </a:lnTo>
                  <a:lnTo>
                    <a:pt x="0" y="0"/>
                  </a:lnTo>
                  <a:cubicBezTo>
                    <a:pt x="3" y="3290"/>
                    <a:pt x="5" y="6733"/>
                    <a:pt x="8" y="10023"/>
                  </a:cubicBezTo>
                  <a:close/>
                </a:path>
              </a:pathLst>
            </a:custGeom>
            <a:gradFill>
              <a:gsLst>
                <a:gs pos="48000">
                  <a:srgbClr val="09193C"/>
                </a:gs>
                <a:gs pos="100000">
                  <a:srgbClr val="003CA3"/>
                </a:gs>
              </a:gsLst>
              <a:lin ang="5400000" scaled="1"/>
            </a:gradFill>
            <a:ln>
              <a:noFill/>
            </a:ln>
          </p:spPr>
          <p:txBody>
            <a:bodyPr lIns="68580" tIns="34290" rIns="68580" bIns="3429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01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34E793C1-E3AD-305E-5192-F34AF1A41CC3}"/>
                </a:ext>
              </a:extLst>
            </p:cNvPr>
            <p:cNvSpPr>
              <a:spLocks/>
            </p:cNvSpPr>
            <p:nvPr/>
          </p:nvSpPr>
          <p:spPr bwMode="auto">
            <a:xfrm>
              <a:off x="-1" y="0"/>
              <a:ext cx="1157704" cy="671749"/>
            </a:xfrm>
            <a:custGeom>
              <a:avLst/>
              <a:gdLst>
                <a:gd name="T0" fmla="*/ 0 w 663"/>
                <a:gd name="T1" fmla="*/ 384 h 384"/>
                <a:gd name="T2" fmla="*/ 236 w 663"/>
                <a:gd name="T3" fmla="*/ 384 h 384"/>
                <a:gd name="T4" fmla="*/ 309 w 663"/>
                <a:gd name="T5" fmla="*/ 354 h 384"/>
                <a:gd name="T6" fmla="*/ 663 w 663"/>
                <a:gd name="T7" fmla="*/ 0 h 384"/>
                <a:gd name="T8" fmla="*/ 31 w 663"/>
                <a:gd name="T9" fmla="*/ 5 h 384"/>
                <a:gd name="T10" fmla="*/ 0 w 663"/>
                <a:gd name="T11" fmla="*/ 384 h 384"/>
                <a:gd name="connsiteX0" fmla="*/ 8 w 10008"/>
                <a:gd name="connsiteY0" fmla="*/ 10000 h 10000"/>
                <a:gd name="connsiteX1" fmla="*/ 3568 w 10008"/>
                <a:gd name="connsiteY1" fmla="*/ 10000 h 10000"/>
                <a:gd name="connsiteX2" fmla="*/ 4669 w 10008"/>
                <a:gd name="connsiteY2" fmla="*/ 9219 h 10000"/>
                <a:gd name="connsiteX3" fmla="*/ 10008 w 10008"/>
                <a:gd name="connsiteY3" fmla="*/ 0 h 10000"/>
                <a:gd name="connsiteX4" fmla="*/ 0 w 10008"/>
                <a:gd name="connsiteY4" fmla="*/ 130 h 10000"/>
                <a:gd name="connsiteX5" fmla="*/ 8 w 10008"/>
                <a:gd name="connsiteY5" fmla="*/ 10000 h 10000"/>
                <a:gd name="connsiteX0" fmla="*/ 8 w 10008"/>
                <a:gd name="connsiteY0" fmla="*/ 10023 h 10023"/>
                <a:gd name="connsiteX1" fmla="*/ 3568 w 10008"/>
                <a:gd name="connsiteY1" fmla="*/ 10023 h 10023"/>
                <a:gd name="connsiteX2" fmla="*/ 4669 w 10008"/>
                <a:gd name="connsiteY2" fmla="*/ 9242 h 10023"/>
                <a:gd name="connsiteX3" fmla="*/ 10008 w 10008"/>
                <a:gd name="connsiteY3" fmla="*/ 23 h 10023"/>
                <a:gd name="connsiteX4" fmla="*/ 0 w 10008"/>
                <a:gd name="connsiteY4" fmla="*/ 0 h 10023"/>
                <a:gd name="connsiteX5" fmla="*/ 8 w 10008"/>
                <a:gd name="connsiteY5" fmla="*/ 10023 h 10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8" h="10023">
                  <a:moveTo>
                    <a:pt x="8" y="10023"/>
                  </a:moveTo>
                  <a:lnTo>
                    <a:pt x="3568" y="10023"/>
                  </a:lnTo>
                  <a:cubicBezTo>
                    <a:pt x="3975" y="10023"/>
                    <a:pt x="4367" y="9737"/>
                    <a:pt x="4669" y="9242"/>
                  </a:cubicBezTo>
                  <a:lnTo>
                    <a:pt x="10008" y="23"/>
                  </a:lnTo>
                  <a:lnTo>
                    <a:pt x="0" y="0"/>
                  </a:lnTo>
                  <a:cubicBezTo>
                    <a:pt x="3" y="3290"/>
                    <a:pt x="5" y="6733"/>
                    <a:pt x="8" y="10023"/>
                  </a:cubicBezTo>
                  <a:close/>
                </a:path>
              </a:pathLst>
            </a:custGeom>
            <a:gradFill>
              <a:gsLst>
                <a:gs pos="23000">
                  <a:srgbClr val="09193C"/>
                </a:gs>
                <a:gs pos="100000">
                  <a:srgbClr val="003CA3"/>
                </a:gs>
              </a:gsLst>
              <a:lin ang="5400000" scaled="1"/>
            </a:gradFill>
            <a:ln>
              <a:noFill/>
            </a:ln>
          </p:spPr>
          <p:txBody>
            <a:bodyPr lIns="68580" tIns="34290" rIns="68580" bIns="3429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01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" name="AutoShape 4" descr="Imagen generada">
            <a:extLst>
              <a:ext uri="{FF2B5EF4-FFF2-40B4-BE49-F238E27FC236}">
                <a16:creationId xmlns:a16="http://schemas.microsoft.com/office/drawing/2014/main" id="{12343D8F-7AC6-4C3B-B9A5-8B26C372081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ítulo 3">
            <a:extLst>
              <a:ext uri="{FF2B5EF4-FFF2-40B4-BE49-F238E27FC236}">
                <a16:creationId xmlns:a16="http://schemas.microsoft.com/office/drawing/2014/main" id="{51DB1126-C091-3911-8FDB-10A311D4C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792" y="-253558"/>
            <a:ext cx="7886700" cy="994172"/>
          </a:xfrm>
        </p:spPr>
        <p:txBody>
          <a:bodyPr>
            <a:normAutofit/>
          </a:bodyPr>
          <a:lstStyle/>
          <a:p>
            <a:r>
              <a:rPr lang="es-MX" sz="2400" b="1" dirty="0">
                <a:solidFill>
                  <a:srgbClr val="002060"/>
                </a:solidFill>
                <a:latin typeface="Raleway" pitchFamily="2" charset="0"/>
                <a:ea typeface="+mn-ea"/>
                <a:cs typeface="+mn-cs"/>
              </a:rPr>
              <a:t>Competitive </a:t>
            </a:r>
            <a:r>
              <a:rPr lang="es-MX" sz="2400" b="1" dirty="0" err="1">
                <a:solidFill>
                  <a:srgbClr val="002060"/>
                </a:solidFill>
                <a:latin typeface="Raleway" pitchFamily="2" charset="0"/>
                <a:ea typeface="+mn-ea"/>
                <a:cs typeface="+mn-cs"/>
              </a:rPr>
              <a:t>Learning</a:t>
            </a:r>
            <a:r>
              <a:rPr lang="es-MX" sz="2400" b="1" dirty="0">
                <a:solidFill>
                  <a:srgbClr val="002060"/>
                </a:solidFill>
                <a:latin typeface="Raleway" pitchFamily="2" charset="0"/>
                <a:ea typeface="+mn-ea"/>
                <a:cs typeface="+mn-cs"/>
              </a:rPr>
              <a:t> Rule</a:t>
            </a:r>
          </a:p>
        </p:txBody>
      </p:sp>
      <p:graphicFrame>
        <p:nvGraphicFramePr>
          <p:cNvPr id="9" name="Objeto 8">
            <a:extLst>
              <a:ext uri="{FF2B5EF4-FFF2-40B4-BE49-F238E27FC236}">
                <a16:creationId xmlns:a16="http://schemas.microsoft.com/office/drawing/2014/main" id="{1FE60567-58C2-925A-C7E1-7A6D6F475D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96965" y="1160806"/>
          <a:ext cx="3599914" cy="2821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n de mapa de bits" r:id="rId2" imgW="5553000" imgH="4352760" progId="Paint.Picture">
                  <p:embed/>
                </p:oleObj>
              </mc:Choice>
              <mc:Fallback>
                <p:oleObj name="Imagen de mapa de bits" r:id="rId2" imgW="5553000" imgH="4352760" progId="Paint.Picture">
                  <p:embed/>
                  <p:pic>
                    <p:nvPicPr>
                      <p:cNvPr id="9" name="Objeto 8">
                        <a:extLst>
                          <a:ext uri="{FF2B5EF4-FFF2-40B4-BE49-F238E27FC236}">
                            <a16:creationId xmlns:a16="http://schemas.microsoft.com/office/drawing/2014/main" id="{1FE60567-58C2-925A-C7E1-7A6D6F475D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496965" y="1160806"/>
                        <a:ext cx="3599914" cy="2821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CA802D80-064A-A986-FFF1-A5E8EF3384BC}"/>
              </a:ext>
            </a:extLst>
          </p:cNvPr>
          <p:cNvSpPr txBox="1"/>
          <p:nvPr/>
        </p:nvSpPr>
        <p:spPr>
          <a:xfrm>
            <a:off x="788462" y="398384"/>
            <a:ext cx="45190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latin typeface="+mj-lt"/>
              </a:rPr>
              <a:t>Si </a:t>
            </a:r>
            <a:r>
              <a:rPr lang="en-US" sz="2000" dirty="0" err="1">
                <a:latin typeface="+mj-lt"/>
              </a:rPr>
              <a:t>suponemos</a:t>
            </a:r>
            <a:r>
              <a:rPr lang="en-US" sz="2000" dirty="0">
                <a:latin typeface="+mj-lt"/>
              </a:rPr>
              <a:t> la </a:t>
            </a:r>
            <a:r>
              <a:rPr lang="en-US" sz="2000" dirty="0" err="1">
                <a:latin typeface="+mj-lt"/>
              </a:rPr>
              <a:t>siguiente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especificación</a:t>
            </a:r>
            <a:r>
              <a:rPr lang="en-US" sz="2000" dirty="0">
                <a:latin typeface="+mj-lt"/>
              </a:rPr>
              <a:t>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4 Rectángulo">
                <a:extLst>
                  <a:ext uri="{FF2B5EF4-FFF2-40B4-BE49-F238E27FC236}">
                    <a16:creationId xmlns:a16="http://schemas.microsoft.com/office/drawing/2014/main" id="{8E33509F-6878-3169-5037-BD6E925107BF}"/>
                  </a:ext>
                </a:extLst>
              </p:cNvPr>
              <p:cNvSpPr/>
              <p:nvPr/>
            </p:nvSpPr>
            <p:spPr>
              <a:xfrm>
                <a:off x="939686" y="798384"/>
                <a:ext cx="3923703" cy="154375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𝑀𝑖𝑛</m:t>
                      </m:r>
                      <m:r>
                        <a:rPr lang="es-MX" sz="20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 </m:t>
                      </m:r>
                      <m:limLow>
                        <m:limLow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𝐸</m:t>
                          </m:r>
                        </m:e>
                        <m:lim>
                          <m:sSub>
                            <m:sSub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/>
                                </a:rPr>
                                <m:t>𝑘</m:t>
                              </m:r>
                            </m:sub>
                          </m:sSub>
                        </m:lim>
                      </m:limLow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𝑘</m:t>
                          </m:r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𝐾</m:t>
                          </m:r>
                        </m:sup>
                        <m:e>
                          <m:nary>
                            <m:naryPr>
                              <m:chr m:val="∑"/>
                              <m:limLoc m:val="undOvr"/>
                              <m:grow m:val="on"/>
                              <m:supHide m:val="on"/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MX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𝑘</m:t>
                                  </m:r>
                                </m:sub>
                              </m:sSub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0" name="4 Rectángulo">
                <a:extLst>
                  <a:ext uri="{FF2B5EF4-FFF2-40B4-BE49-F238E27FC236}">
                    <a16:creationId xmlns:a16="http://schemas.microsoft.com/office/drawing/2014/main" id="{8E33509F-6878-3169-5037-BD6E925107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686" y="798384"/>
                <a:ext cx="3923703" cy="154375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9 Rectángulo">
                <a:extLst>
                  <a:ext uri="{FF2B5EF4-FFF2-40B4-BE49-F238E27FC236}">
                    <a16:creationId xmlns:a16="http://schemas.microsoft.com/office/drawing/2014/main" id="{C1C88C04-4DBB-F071-CA42-C19D7313D178}"/>
                  </a:ext>
                </a:extLst>
              </p:cNvPr>
              <p:cNvSpPr/>
              <p:nvPr/>
            </p:nvSpPr>
            <p:spPr>
              <a:xfrm>
                <a:off x="5899893" y="3924557"/>
                <a:ext cx="1757854" cy="9578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𝑘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s-MX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s-MX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MX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es-MX" sz="2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20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s-MX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lang="es-MX" sz="2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1" name="9 Rectángulo">
                <a:extLst>
                  <a:ext uri="{FF2B5EF4-FFF2-40B4-BE49-F238E27FC236}">
                    <a16:creationId xmlns:a16="http://schemas.microsoft.com/office/drawing/2014/main" id="{C1C88C04-4DBB-F071-CA42-C19D7313D1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9893" y="3924557"/>
                <a:ext cx="1757854" cy="95782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A7B0F409-6BB3-35D9-0B72-D61330C63269}"/>
                  </a:ext>
                </a:extLst>
              </p:cNvPr>
              <p:cNvSpPr txBox="1"/>
              <p:nvPr/>
            </p:nvSpPr>
            <p:spPr>
              <a:xfrm>
                <a:off x="0" y="2419350"/>
                <a:ext cx="6096000" cy="9578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MX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s-MX" sz="2000" i="1"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s-MX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s-MX" sz="2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20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s-MX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  <m:r>
                        <a:rPr lang="es-MX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MX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s-MX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s-MX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MX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es-MX" sz="2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20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s-MX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p>
                        <m:e>
                          <m:r>
                            <a:rPr lang="es-MX" sz="2000" i="1"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es-MX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MX" sz="20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MX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s-MX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MX" sz="20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20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s-MX" sz="20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es-MX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20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s-MX" sz="2000" i="1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r>
                        <a:rPr lang="es-MX" sz="20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s-MX" sz="2000" i="1" dirty="0"/>
              </a:p>
            </p:txBody>
          </p:sp>
        </mc:Choice>
        <mc:Fallback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A7B0F409-6BB3-35D9-0B72-D61330C632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419350"/>
                <a:ext cx="6096000" cy="95782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812E97A4-D57C-FACB-624F-BD0FF8B19685}"/>
                  </a:ext>
                </a:extLst>
              </p:cNvPr>
              <p:cNvSpPr txBox="1"/>
              <p:nvPr/>
            </p:nvSpPr>
            <p:spPr>
              <a:xfrm>
                <a:off x="-275957" y="3465249"/>
                <a:ext cx="6096000" cy="9578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MX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s-MX" sz="2000" i="1"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s-MX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s-MX" sz="2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20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s-MX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  <m:r>
                        <a:rPr lang="es-MX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num>
                        <m:den>
                          <m:r>
                            <a:rPr lang="es-MX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s-MX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s-MX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MX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es-MX" sz="2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20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s-MX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p>
                        <m:e>
                          <m:d>
                            <m:dPr>
                              <m:ctrlPr>
                                <a:rPr lang="es-MX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MX" sz="20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MX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s-MX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MX" sz="20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20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s-MX" sz="20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  <m:r>
                            <a:rPr lang="es-MX" sz="2000" i="1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r>
                        <a:rPr lang="es-MX" sz="20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s-MX" sz="2000" i="1" dirty="0"/>
              </a:p>
            </p:txBody>
          </p:sp>
        </mc:Choice>
        <mc:Fallback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812E97A4-D57C-FACB-624F-BD0FF8B196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75957" y="3465249"/>
                <a:ext cx="6096000" cy="95782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Flecha: a la derecha 16">
            <a:extLst>
              <a:ext uri="{FF2B5EF4-FFF2-40B4-BE49-F238E27FC236}">
                <a16:creationId xmlns:a16="http://schemas.microsoft.com/office/drawing/2014/main" id="{56F57288-2ECD-C77D-900F-C892038EFBE4}"/>
              </a:ext>
            </a:extLst>
          </p:cNvPr>
          <p:cNvSpPr/>
          <p:nvPr/>
        </p:nvSpPr>
        <p:spPr>
          <a:xfrm rot="492000">
            <a:off x="4308876" y="4096449"/>
            <a:ext cx="1521303" cy="30975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2000"/>
          </a:p>
        </p:txBody>
      </p:sp>
    </p:spTree>
    <p:extLst>
      <p:ext uri="{BB962C8B-B14F-4D97-AF65-F5344CB8AC3E}">
        <p14:creationId xmlns:p14="http://schemas.microsoft.com/office/powerpoint/2010/main" val="3083692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5" grpId="0"/>
      <p:bldP spid="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16DCC-1B99-96A1-B9BD-F730CFDAA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2">
            <a:extLst>
              <a:ext uri="{FF2B5EF4-FFF2-40B4-BE49-F238E27FC236}">
                <a16:creationId xmlns:a16="http://schemas.microsoft.com/office/drawing/2014/main" id="{780348EF-BAA3-260C-8015-5BE0CBE5964D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1177925" cy="682625"/>
            <a:chOff x="-1" y="0"/>
            <a:chExt cx="1570413" cy="911205"/>
          </a:xfrm>
        </p:grpSpPr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CFE66F69-86A3-85B2-D532-0EEC28BB27B2}"/>
                </a:ext>
              </a:extLst>
            </p:cNvPr>
            <p:cNvSpPr>
              <a:spLocks/>
            </p:cNvSpPr>
            <p:nvPr/>
          </p:nvSpPr>
          <p:spPr bwMode="auto">
            <a:xfrm>
              <a:off x="-1" y="0"/>
              <a:ext cx="1570413" cy="911205"/>
            </a:xfrm>
            <a:custGeom>
              <a:avLst/>
              <a:gdLst>
                <a:gd name="T0" fmla="*/ 0 w 663"/>
                <a:gd name="T1" fmla="*/ 384 h 384"/>
                <a:gd name="T2" fmla="*/ 236 w 663"/>
                <a:gd name="T3" fmla="*/ 384 h 384"/>
                <a:gd name="T4" fmla="*/ 309 w 663"/>
                <a:gd name="T5" fmla="*/ 354 h 384"/>
                <a:gd name="T6" fmla="*/ 663 w 663"/>
                <a:gd name="T7" fmla="*/ 0 h 384"/>
                <a:gd name="T8" fmla="*/ 31 w 663"/>
                <a:gd name="T9" fmla="*/ 5 h 384"/>
                <a:gd name="T10" fmla="*/ 0 w 663"/>
                <a:gd name="T11" fmla="*/ 384 h 384"/>
                <a:gd name="connsiteX0" fmla="*/ 8 w 10008"/>
                <a:gd name="connsiteY0" fmla="*/ 10000 h 10000"/>
                <a:gd name="connsiteX1" fmla="*/ 3568 w 10008"/>
                <a:gd name="connsiteY1" fmla="*/ 10000 h 10000"/>
                <a:gd name="connsiteX2" fmla="*/ 4669 w 10008"/>
                <a:gd name="connsiteY2" fmla="*/ 9219 h 10000"/>
                <a:gd name="connsiteX3" fmla="*/ 10008 w 10008"/>
                <a:gd name="connsiteY3" fmla="*/ 0 h 10000"/>
                <a:gd name="connsiteX4" fmla="*/ 0 w 10008"/>
                <a:gd name="connsiteY4" fmla="*/ 130 h 10000"/>
                <a:gd name="connsiteX5" fmla="*/ 8 w 10008"/>
                <a:gd name="connsiteY5" fmla="*/ 10000 h 10000"/>
                <a:gd name="connsiteX0" fmla="*/ 8 w 10008"/>
                <a:gd name="connsiteY0" fmla="*/ 10023 h 10023"/>
                <a:gd name="connsiteX1" fmla="*/ 3568 w 10008"/>
                <a:gd name="connsiteY1" fmla="*/ 10023 h 10023"/>
                <a:gd name="connsiteX2" fmla="*/ 4669 w 10008"/>
                <a:gd name="connsiteY2" fmla="*/ 9242 h 10023"/>
                <a:gd name="connsiteX3" fmla="*/ 10008 w 10008"/>
                <a:gd name="connsiteY3" fmla="*/ 23 h 10023"/>
                <a:gd name="connsiteX4" fmla="*/ 0 w 10008"/>
                <a:gd name="connsiteY4" fmla="*/ 0 h 10023"/>
                <a:gd name="connsiteX5" fmla="*/ 8 w 10008"/>
                <a:gd name="connsiteY5" fmla="*/ 10023 h 10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8" h="10023">
                  <a:moveTo>
                    <a:pt x="8" y="10023"/>
                  </a:moveTo>
                  <a:lnTo>
                    <a:pt x="3568" y="10023"/>
                  </a:lnTo>
                  <a:cubicBezTo>
                    <a:pt x="3975" y="10023"/>
                    <a:pt x="4367" y="9737"/>
                    <a:pt x="4669" y="9242"/>
                  </a:cubicBezTo>
                  <a:lnTo>
                    <a:pt x="10008" y="23"/>
                  </a:lnTo>
                  <a:lnTo>
                    <a:pt x="0" y="0"/>
                  </a:lnTo>
                  <a:cubicBezTo>
                    <a:pt x="3" y="3290"/>
                    <a:pt x="5" y="6733"/>
                    <a:pt x="8" y="10023"/>
                  </a:cubicBezTo>
                  <a:close/>
                </a:path>
              </a:pathLst>
            </a:custGeom>
            <a:gradFill>
              <a:gsLst>
                <a:gs pos="48000">
                  <a:srgbClr val="09193C"/>
                </a:gs>
                <a:gs pos="100000">
                  <a:srgbClr val="003CA3"/>
                </a:gs>
              </a:gsLst>
              <a:lin ang="5400000" scaled="1"/>
            </a:gradFill>
            <a:ln>
              <a:noFill/>
            </a:ln>
          </p:spPr>
          <p:txBody>
            <a:bodyPr lIns="68580" tIns="34290" rIns="68580" bIns="3429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01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75F31ED0-9AD1-C86E-2E53-C53BA57C7494}"/>
                </a:ext>
              </a:extLst>
            </p:cNvPr>
            <p:cNvSpPr>
              <a:spLocks/>
            </p:cNvSpPr>
            <p:nvPr/>
          </p:nvSpPr>
          <p:spPr bwMode="auto">
            <a:xfrm>
              <a:off x="-1" y="0"/>
              <a:ext cx="1157704" cy="671749"/>
            </a:xfrm>
            <a:custGeom>
              <a:avLst/>
              <a:gdLst>
                <a:gd name="T0" fmla="*/ 0 w 663"/>
                <a:gd name="T1" fmla="*/ 384 h 384"/>
                <a:gd name="T2" fmla="*/ 236 w 663"/>
                <a:gd name="T3" fmla="*/ 384 h 384"/>
                <a:gd name="T4" fmla="*/ 309 w 663"/>
                <a:gd name="T5" fmla="*/ 354 h 384"/>
                <a:gd name="T6" fmla="*/ 663 w 663"/>
                <a:gd name="T7" fmla="*/ 0 h 384"/>
                <a:gd name="T8" fmla="*/ 31 w 663"/>
                <a:gd name="T9" fmla="*/ 5 h 384"/>
                <a:gd name="T10" fmla="*/ 0 w 663"/>
                <a:gd name="T11" fmla="*/ 384 h 384"/>
                <a:gd name="connsiteX0" fmla="*/ 8 w 10008"/>
                <a:gd name="connsiteY0" fmla="*/ 10000 h 10000"/>
                <a:gd name="connsiteX1" fmla="*/ 3568 w 10008"/>
                <a:gd name="connsiteY1" fmla="*/ 10000 h 10000"/>
                <a:gd name="connsiteX2" fmla="*/ 4669 w 10008"/>
                <a:gd name="connsiteY2" fmla="*/ 9219 h 10000"/>
                <a:gd name="connsiteX3" fmla="*/ 10008 w 10008"/>
                <a:gd name="connsiteY3" fmla="*/ 0 h 10000"/>
                <a:gd name="connsiteX4" fmla="*/ 0 w 10008"/>
                <a:gd name="connsiteY4" fmla="*/ 130 h 10000"/>
                <a:gd name="connsiteX5" fmla="*/ 8 w 10008"/>
                <a:gd name="connsiteY5" fmla="*/ 10000 h 10000"/>
                <a:gd name="connsiteX0" fmla="*/ 8 w 10008"/>
                <a:gd name="connsiteY0" fmla="*/ 10023 h 10023"/>
                <a:gd name="connsiteX1" fmla="*/ 3568 w 10008"/>
                <a:gd name="connsiteY1" fmla="*/ 10023 h 10023"/>
                <a:gd name="connsiteX2" fmla="*/ 4669 w 10008"/>
                <a:gd name="connsiteY2" fmla="*/ 9242 h 10023"/>
                <a:gd name="connsiteX3" fmla="*/ 10008 w 10008"/>
                <a:gd name="connsiteY3" fmla="*/ 23 h 10023"/>
                <a:gd name="connsiteX4" fmla="*/ 0 w 10008"/>
                <a:gd name="connsiteY4" fmla="*/ 0 h 10023"/>
                <a:gd name="connsiteX5" fmla="*/ 8 w 10008"/>
                <a:gd name="connsiteY5" fmla="*/ 10023 h 10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8" h="10023">
                  <a:moveTo>
                    <a:pt x="8" y="10023"/>
                  </a:moveTo>
                  <a:lnTo>
                    <a:pt x="3568" y="10023"/>
                  </a:lnTo>
                  <a:cubicBezTo>
                    <a:pt x="3975" y="10023"/>
                    <a:pt x="4367" y="9737"/>
                    <a:pt x="4669" y="9242"/>
                  </a:cubicBezTo>
                  <a:lnTo>
                    <a:pt x="10008" y="23"/>
                  </a:lnTo>
                  <a:lnTo>
                    <a:pt x="0" y="0"/>
                  </a:lnTo>
                  <a:cubicBezTo>
                    <a:pt x="3" y="3290"/>
                    <a:pt x="5" y="6733"/>
                    <a:pt x="8" y="10023"/>
                  </a:cubicBezTo>
                  <a:close/>
                </a:path>
              </a:pathLst>
            </a:custGeom>
            <a:gradFill>
              <a:gsLst>
                <a:gs pos="23000">
                  <a:srgbClr val="09193C"/>
                </a:gs>
                <a:gs pos="100000">
                  <a:srgbClr val="003CA3"/>
                </a:gs>
              </a:gsLst>
              <a:lin ang="5400000" scaled="1"/>
            </a:gradFill>
            <a:ln>
              <a:noFill/>
            </a:ln>
          </p:spPr>
          <p:txBody>
            <a:bodyPr lIns="68580" tIns="34290" rIns="68580" bIns="3429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01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" name="AutoShape 4" descr="Imagen generada">
            <a:extLst>
              <a:ext uri="{FF2B5EF4-FFF2-40B4-BE49-F238E27FC236}">
                <a16:creationId xmlns:a16="http://schemas.microsoft.com/office/drawing/2014/main" id="{1DF01A39-45E4-96C4-56E8-C53A7C5DD68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ítulo 3">
            <a:extLst>
              <a:ext uri="{FF2B5EF4-FFF2-40B4-BE49-F238E27FC236}">
                <a16:creationId xmlns:a16="http://schemas.microsoft.com/office/drawing/2014/main" id="{A991DB3B-A834-1F42-4CE2-8EC76D536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792" y="-253558"/>
            <a:ext cx="7886700" cy="994172"/>
          </a:xfrm>
        </p:spPr>
        <p:txBody>
          <a:bodyPr>
            <a:normAutofit/>
          </a:bodyPr>
          <a:lstStyle/>
          <a:p>
            <a:r>
              <a:rPr lang="es-MX" sz="2400" b="1" dirty="0">
                <a:solidFill>
                  <a:srgbClr val="002060"/>
                </a:solidFill>
                <a:latin typeface="Raleway" pitchFamily="2" charset="0"/>
                <a:ea typeface="+mn-ea"/>
                <a:cs typeface="+mn-cs"/>
              </a:rPr>
              <a:t>Competitive </a:t>
            </a:r>
            <a:r>
              <a:rPr lang="es-MX" sz="2400" b="1" dirty="0" err="1">
                <a:solidFill>
                  <a:srgbClr val="002060"/>
                </a:solidFill>
                <a:latin typeface="Raleway" pitchFamily="2" charset="0"/>
                <a:ea typeface="+mn-ea"/>
                <a:cs typeface="+mn-cs"/>
              </a:rPr>
              <a:t>Learning</a:t>
            </a:r>
            <a:r>
              <a:rPr lang="es-MX" sz="2400" b="1" dirty="0">
                <a:solidFill>
                  <a:srgbClr val="002060"/>
                </a:solidFill>
                <a:latin typeface="Raleway" pitchFamily="2" charset="0"/>
                <a:ea typeface="+mn-ea"/>
                <a:cs typeface="+mn-cs"/>
              </a:rPr>
              <a:t> Rule</a:t>
            </a:r>
          </a:p>
        </p:txBody>
      </p:sp>
      <p:graphicFrame>
        <p:nvGraphicFramePr>
          <p:cNvPr id="9" name="Objeto 8">
            <a:extLst>
              <a:ext uri="{FF2B5EF4-FFF2-40B4-BE49-F238E27FC236}">
                <a16:creationId xmlns:a16="http://schemas.microsoft.com/office/drawing/2014/main" id="{FAA552E9-B4CA-7FE4-6F2C-C04717DD14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96965" y="1160806"/>
          <a:ext cx="3599914" cy="2821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n de mapa de bits" r:id="rId2" imgW="5553000" imgH="4352760" progId="Paint.Picture">
                  <p:embed/>
                </p:oleObj>
              </mc:Choice>
              <mc:Fallback>
                <p:oleObj name="Imagen de mapa de bits" r:id="rId2" imgW="5553000" imgH="4352760" progId="Paint.Picture">
                  <p:embed/>
                  <p:pic>
                    <p:nvPicPr>
                      <p:cNvPr id="9" name="Objeto 8">
                        <a:extLst>
                          <a:ext uri="{FF2B5EF4-FFF2-40B4-BE49-F238E27FC236}">
                            <a16:creationId xmlns:a16="http://schemas.microsoft.com/office/drawing/2014/main" id="{FAA552E9-B4CA-7FE4-6F2C-C04717DD14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496965" y="1160806"/>
                        <a:ext cx="3599914" cy="2821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CuadroTexto 1">
            <a:extLst>
              <a:ext uri="{FF2B5EF4-FFF2-40B4-BE49-F238E27FC236}">
                <a16:creationId xmlns:a16="http://schemas.microsoft.com/office/drawing/2014/main" id="{0F6690EB-A5B5-4069-7D63-A96ECD530A02}"/>
              </a:ext>
            </a:extLst>
          </p:cNvPr>
          <p:cNvSpPr txBox="1"/>
          <p:nvPr/>
        </p:nvSpPr>
        <p:spPr>
          <a:xfrm>
            <a:off x="638141" y="482570"/>
            <a:ext cx="56041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latin typeface="+mj-lt"/>
              </a:rPr>
              <a:t>Si </a:t>
            </a:r>
            <a:r>
              <a:rPr lang="en-US" sz="2000" dirty="0" err="1">
                <a:latin typeface="+mj-lt"/>
              </a:rPr>
              <a:t>suponemos</a:t>
            </a:r>
            <a:r>
              <a:rPr lang="en-US" sz="2000" dirty="0">
                <a:latin typeface="+mj-lt"/>
              </a:rPr>
              <a:t> la </a:t>
            </a:r>
            <a:r>
              <a:rPr lang="en-US" sz="2000" dirty="0" err="1">
                <a:latin typeface="+mj-lt"/>
              </a:rPr>
              <a:t>siguiente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especificación</a:t>
            </a:r>
            <a:r>
              <a:rPr lang="en-US" sz="2000" dirty="0">
                <a:latin typeface="+mj-lt"/>
              </a:rPr>
              <a:t>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4 Rectángulo">
                <a:extLst>
                  <a:ext uri="{FF2B5EF4-FFF2-40B4-BE49-F238E27FC236}">
                    <a16:creationId xmlns:a16="http://schemas.microsoft.com/office/drawing/2014/main" id="{DE52F676-1767-EC48-CED4-750EA7C9D04C}"/>
                  </a:ext>
                </a:extLst>
              </p:cNvPr>
              <p:cNvSpPr/>
              <p:nvPr/>
            </p:nvSpPr>
            <p:spPr>
              <a:xfrm>
                <a:off x="1049792" y="936183"/>
                <a:ext cx="3923703" cy="154375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𝑀𝑖𝑛</m:t>
                      </m:r>
                      <m:r>
                        <a:rPr lang="es-MX" sz="20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 </m:t>
                      </m:r>
                      <m:limLow>
                        <m:limLow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𝐸</m:t>
                          </m:r>
                        </m:e>
                        <m:lim>
                          <m:sSub>
                            <m:sSub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/>
                                </a:rPr>
                                <m:t>𝑘</m:t>
                              </m:r>
                            </m:sub>
                          </m:sSub>
                        </m:lim>
                      </m:limLow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𝑘</m:t>
                          </m:r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𝐾</m:t>
                          </m:r>
                        </m:sup>
                        <m:e>
                          <m:nary>
                            <m:naryPr>
                              <m:chr m:val="∑"/>
                              <m:limLoc m:val="undOvr"/>
                              <m:grow m:val="on"/>
                              <m:supHide m:val="on"/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MX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𝑘</m:t>
                                  </m:r>
                                </m:sub>
                              </m:sSub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4 Rectángulo">
                <a:extLst>
                  <a:ext uri="{FF2B5EF4-FFF2-40B4-BE49-F238E27FC236}">
                    <a16:creationId xmlns:a16="http://schemas.microsoft.com/office/drawing/2014/main" id="{DE52F676-1767-EC48-CED4-750EA7C9D0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792" y="936183"/>
                <a:ext cx="3923703" cy="154375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8 Rectángulo">
                <a:extLst>
                  <a:ext uri="{FF2B5EF4-FFF2-40B4-BE49-F238E27FC236}">
                    <a16:creationId xmlns:a16="http://schemas.microsoft.com/office/drawing/2014/main" id="{7C5FA628-D4F8-FC25-BCD9-207D275209C9}"/>
                  </a:ext>
                </a:extLst>
              </p:cNvPr>
              <p:cNvSpPr/>
              <p:nvPr/>
            </p:nvSpPr>
            <p:spPr>
              <a:xfrm>
                <a:off x="1177925" y="3731857"/>
                <a:ext cx="3906139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s-MX" sz="20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sz="2000" b="0" i="1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sz="2000" i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s-MX" sz="20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sz="2000" b="0" i="1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s-MX" sz="20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MX" sz="20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𝑓𝑜𝑟</m:t>
                    </m:r>
                    <m:r>
                      <a:rPr lang="es-MX" sz="20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MX" sz="20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</a:rPr>
                  <a:t>≠</a:t>
                </a:r>
                <a:r>
                  <a:rPr lang="en-US" sz="2000" i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</a:rPr>
                  <a:t>winner</a:t>
                </a:r>
              </a:p>
            </p:txBody>
          </p:sp>
        </mc:Choice>
        <mc:Fallback>
          <p:sp>
            <p:nvSpPr>
              <p:cNvPr id="4" name="8 Rectángulo">
                <a:extLst>
                  <a:ext uri="{FF2B5EF4-FFF2-40B4-BE49-F238E27FC236}">
                    <a16:creationId xmlns:a16="http://schemas.microsoft.com/office/drawing/2014/main" id="{7C5FA628-D4F8-FC25-BCD9-207D275209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7925" y="3731857"/>
                <a:ext cx="3906139" cy="400110"/>
              </a:xfrm>
              <a:prstGeom prst="rect">
                <a:avLst/>
              </a:prstGeom>
              <a:blipFill>
                <a:blip r:embed="rId5"/>
                <a:stretch>
                  <a:fillRect t="-9091" b="-33333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8 Rectángulo">
                <a:extLst>
                  <a:ext uri="{FF2B5EF4-FFF2-40B4-BE49-F238E27FC236}">
                    <a16:creationId xmlns:a16="http://schemas.microsoft.com/office/drawing/2014/main" id="{BC4E2223-FC83-EA6B-560C-812E063113ED}"/>
                  </a:ext>
                </a:extLst>
              </p:cNvPr>
              <p:cNvSpPr/>
              <p:nvPr/>
            </p:nvSpPr>
            <p:spPr>
              <a:xfrm>
                <a:off x="470323" y="2463327"/>
                <a:ext cx="5321341" cy="9713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s-MX" sz="20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𝑖𝑛𝑛𝑒𝑟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+1)=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𝑤𝑖𝑛𝑛𝑒𝑟</m:t>
                              </m:r>
                            </m:sub>
                          </m:sSub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+1)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s-MX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s-MX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MX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es-MX" sz="2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20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𝑤𝑖𝑛𝑛𝑒𝑟</m:t>
                              </m:r>
                            </m:sub>
                          </m:sSub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+1)</m:t>
                          </m:r>
                        </m:sup>
                        <m:e>
                          <m:sSub>
                            <m:sSubPr>
                              <m:ctrlPr>
                                <a:rPr lang="es-MX" sz="2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8" name="8 Rectángulo">
                <a:extLst>
                  <a:ext uri="{FF2B5EF4-FFF2-40B4-BE49-F238E27FC236}">
                    <a16:creationId xmlns:a16="http://schemas.microsoft.com/office/drawing/2014/main" id="{BC4E2223-FC83-EA6B-560C-812E063113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323" y="2463327"/>
                <a:ext cx="5321341" cy="97135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7358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64CAF-D365-3872-62ED-59435790F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2">
            <a:extLst>
              <a:ext uri="{FF2B5EF4-FFF2-40B4-BE49-F238E27FC236}">
                <a16:creationId xmlns:a16="http://schemas.microsoft.com/office/drawing/2014/main" id="{58C1ED41-0A5F-8DDD-DEA9-9116F2E7BE52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1177925" cy="682625"/>
            <a:chOff x="-1" y="0"/>
            <a:chExt cx="1570413" cy="911205"/>
          </a:xfrm>
        </p:grpSpPr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38E1243C-121E-643D-DDC2-AA31C6611F59}"/>
                </a:ext>
              </a:extLst>
            </p:cNvPr>
            <p:cNvSpPr>
              <a:spLocks/>
            </p:cNvSpPr>
            <p:nvPr/>
          </p:nvSpPr>
          <p:spPr bwMode="auto">
            <a:xfrm>
              <a:off x="-1" y="0"/>
              <a:ext cx="1570413" cy="911205"/>
            </a:xfrm>
            <a:custGeom>
              <a:avLst/>
              <a:gdLst>
                <a:gd name="T0" fmla="*/ 0 w 663"/>
                <a:gd name="T1" fmla="*/ 384 h 384"/>
                <a:gd name="T2" fmla="*/ 236 w 663"/>
                <a:gd name="T3" fmla="*/ 384 h 384"/>
                <a:gd name="T4" fmla="*/ 309 w 663"/>
                <a:gd name="T5" fmla="*/ 354 h 384"/>
                <a:gd name="T6" fmla="*/ 663 w 663"/>
                <a:gd name="T7" fmla="*/ 0 h 384"/>
                <a:gd name="T8" fmla="*/ 31 w 663"/>
                <a:gd name="T9" fmla="*/ 5 h 384"/>
                <a:gd name="T10" fmla="*/ 0 w 663"/>
                <a:gd name="T11" fmla="*/ 384 h 384"/>
                <a:gd name="connsiteX0" fmla="*/ 8 w 10008"/>
                <a:gd name="connsiteY0" fmla="*/ 10000 h 10000"/>
                <a:gd name="connsiteX1" fmla="*/ 3568 w 10008"/>
                <a:gd name="connsiteY1" fmla="*/ 10000 h 10000"/>
                <a:gd name="connsiteX2" fmla="*/ 4669 w 10008"/>
                <a:gd name="connsiteY2" fmla="*/ 9219 h 10000"/>
                <a:gd name="connsiteX3" fmla="*/ 10008 w 10008"/>
                <a:gd name="connsiteY3" fmla="*/ 0 h 10000"/>
                <a:gd name="connsiteX4" fmla="*/ 0 w 10008"/>
                <a:gd name="connsiteY4" fmla="*/ 130 h 10000"/>
                <a:gd name="connsiteX5" fmla="*/ 8 w 10008"/>
                <a:gd name="connsiteY5" fmla="*/ 10000 h 10000"/>
                <a:gd name="connsiteX0" fmla="*/ 8 w 10008"/>
                <a:gd name="connsiteY0" fmla="*/ 10023 h 10023"/>
                <a:gd name="connsiteX1" fmla="*/ 3568 w 10008"/>
                <a:gd name="connsiteY1" fmla="*/ 10023 h 10023"/>
                <a:gd name="connsiteX2" fmla="*/ 4669 w 10008"/>
                <a:gd name="connsiteY2" fmla="*/ 9242 h 10023"/>
                <a:gd name="connsiteX3" fmla="*/ 10008 w 10008"/>
                <a:gd name="connsiteY3" fmla="*/ 23 h 10023"/>
                <a:gd name="connsiteX4" fmla="*/ 0 w 10008"/>
                <a:gd name="connsiteY4" fmla="*/ 0 h 10023"/>
                <a:gd name="connsiteX5" fmla="*/ 8 w 10008"/>
                <a:gd name="connsiteY5" fmla="*/ 10023 h 10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8" h="10023">
                  <a:moveTo>
                    <a:pt x="8" y="10023"/>
                  </a:moveTo>
                  <a:lnTo>
                    <a:pt x="3568" y="10023"/>
                  </a:lnTo>
                  <a:cubicBezTo>
                    <a:pt x="3975" y="10023"/>
                    <a:pt x="4367" y="9737"/>
                    <a:pt x="4669" y="9242"/>
                  </a:cubicBezTo>
                  <a:lnTo>
                    <a:pt x="10008" y="23"/>
                  </a:lnTo>
                  <a:lnTo>
                    <a:pt x="0" y="0"/>
                  </a:lnTo>
                  <a:cubicBezTo>
                    <a:pt x="3" y="3290"/>
                    <a:pt x="5" y="6733"/>
                    <a:pt x="8" y="10023"/>
                  </a:cubicBezTo>
                  <a:close/>
                </a:path>
              </a:pathLst>
            </a:custGeom>
            <a:gradFill>
              <a:gsLst>
                <a:gs pos="48000">
                  <a:srgbClr val="09193C"/>
                </a:gs>
                <a:gs pos="100000">
                  <a:srgbClr val="003CA3"/>
                </a:gs>
              </a:gsLst>
              <a:lin ang="5400000" scaled="1"/>
            </a:gradFill>
            <a:ln>
              <a:noFill/>
            </a:ln>
          </p:spPr>
          <p:txBody>
            <a:bodyPr lIns="68580" tIns="34290" rIns="68580" bIns="3429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01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463FFD22-8E16-DA2C-1CA7-3D900775FBBE}"/>
                </a:ext>
              </a:extLst>
            </p:cNvPr>
            <p:cNvSpPr>
              <a:spLocks/>
            </p:cNvSpPr>
            <p:nvPr/>
          </p:nvSpPr>
          <p:spPr bwMode="auto">
            <a:xfrm>
              <a:off x="-1" y="0"/>
              <a:ext cx="1157704" cy="671749"/>
            </a:xfrm>
            <a:custGeom>
              <a:avLst/>
              <a:gdLst>
                <a:gd name="T0" fmla="*/ 0 w 663"/>
                <a:gd name="T1" fmla="*/ 384 h 384"/>
                <a:gd name="T2" fmla="*/ 236 w 663"/>
                <a:gd name="T3" fmla="*/ 384 h 384"/>
                <a:gd name="T4" fmla="*/ 309 w 663"/>
                <a:gd name="T5" fmla="*/ 354 h 384"/>
                <a:gd name="T6" fmla="*/ 663 w 663"/>
                <a:gd name="T7" fmla="*/ 0 h 384"/>
                <a:gd name="T8" fmla="*/ 31 w 663"/>
                <a:gd name="T9" fmla="*/ 5 h 384"/>
                <a:gd name="T10" fmla="*/ 0 w 663"/>
                <a:gd name="T11" fmla="*/ 384 h 384"/>
                <a:gd name="connsiteX0" fmla="*/ 8 w 10008"/>
                <a:gd name="connsiteY0" fmla="*/ 10000 h 10000"/>
                <a:gd name="connsiteX1" fmla="*/ 3568 w 10008"/>
                <a:gd name="connsiteY1" fmla="*/ 10000 h 10000"/>
                <a:gd name="connsiteX2" fmla="*/ 4669 w 10008"/>
                <a:gd name="connsiteY2" fmla="*/ 9219 h 10000"/>
                <a:gd name="connsiteX3" fmla="*/ 10008 w 10008"/>
                <a:gd name="connsiteY3" fmla="*/ 0 h 10000"/>
                <a:gd name="connsiteX4" fmla="*/ 0 w 10008"/>
                <a:gd name="connsiteY4" fmla="*/ 130 h 10000"/>
                <a:gd name="connsiteX5" fmla="*/ 8 w 10008"/>
                <a:gd name="connsiteY5" fmla="*/ 10000 h 10000"/>
                <a:gd name="connsiteX0" fmla="*/ 8 w 10008"/>
                <a:gd name="connsiteY0" fmla="*/ 10023 h 10023"/>
                <a:gd name="connsiteX1" fmla="*/ 3568 w 10008"/>
                <a:gd name="connsiteY1" fmla="*/ 10023 h 10023"/>
                <a:gd name="connsiteX2" fmla="*/ 4669 w 10008"/>
                <a:gd name="connsiteY2" fmla="*/ 9242 h 10023"/>
                <a:gd name="connsiteX3" fmla="*/ 10008 w 10008"/>
                <a:gd name="connsiteY3" fmla="*/ 23 h 10023"/>
                <a:gd name="connsiteX4" fmla="*/ 0 w 10008"/>
                <a:gd name="connsiteY4" fmla="*/ 0 h 10023"/>
                <a:gd name="connsiteX5" fmla="*/ 8 w 10008"/>
                <a:gd name="connsiteY5" fmla="*/ 10023 h 10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8" h="10023">
                  <a:moveTo>
                    <a:pt x="8" y="10023"/>
                  </a:moveTo>
                  <a:lnTo>
                    <a:pt x="3568" y="10023"/>
                  </a:lnTo>
                  <a:cubicBezTo>
                    <a:pt x="3975" y="10023"/>
                    <a:pt x="4367" y="9737"/>
                    <a:pt x="4669" y="9242"/>
                  </a:cubicBezTo>
                  <a:lnTo>
                    <a:pt x="10008" y="23"/>
                  </a:lnTo>
                  <a:lnTo>
                    <a:pt x="0" y="0"/>
                  </a:lnTo>
                  <a:cubicBezTo>
                    <a:pt x="3" y="3290"/>
                    <a:pt x="5" y="6733"/>
                    <a:pt x="8" y="10023"/>
                  </a:cubicBezTo>
                  <a:close/>
                </a:path>
              </a:pathLst>
            </a:custGeom>
            <a:gradFill>
              <a:gsLst>
                <a:gs pos="23000">
                  <a:srgbClr val="09193C"/>
                </a:gs>
                <a:gs pos="100000">
                  <a:srgbClr val="003CA3"/>
                </a:gs>
              </a:gsLst>
              <a:lin ang="5400000" scaled="1"/>
            </a:gradFill>
            <a:ln>
              <a:noFill/>
            </a:ln>
          </p:spPr>
          <p:txBody>
            <a:bodyPr lIns="68580" tIns="34290" rIns="68580" bIns="3429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01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" name="AutoShape 4" descr="Imagen generada">
            <a:extLst>
              <a:ext uri="{FF2B5EF4-FFF2-40B4-BE49-F238E27FC236}">
                <a16:creationId xmlns:a16="http://schemas.microsoft.com/office/drawing/2014/main" id="{79DA4F4D-821F-9861-DF58-D07A93A2A64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ítulo 3">
            <a:extLst>
              <a:ext uri="{FF2B5EF4-FFF2-40B4-BE49-F238E27FC236}">
                <a16:creationId xmlns:a16="http://schemas.microsoft.com/office/drawing/2014/main" id="{5F87AF87-3941-D013-23B1-211E85EB2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792" y="-253558"/>
            <a:ext cx="7886700" cy="994172"/>
          </a:xfrm>
        </p:spPr>
        <p:txBody>
          <a:bodyPr>
            <a:normAutofit/>
          </a:bodyPr>
          <a:lstStyle/>
          <a:p>
            <a:r>
              <a:rPr lang="es-MX" sz="2400" b="1" dirty="0">
                <a:solidFill>
                  <a:srgbClr val="002060"/>
                </a:solidFill>
                <a:latin typeface="Raleway" pitchFamily="2" charset="0"/>
                <a:ea typeface="+mn-ea"/>
                <a:cs typeface="+mn-cs"/>
              </a:rPr>
              <a:t>Competitive </a:t>
            </a:r>
            <a:r>
              <a:rPr lang="es-MX" sz="2400" b="1" dirty="0" err="1">
                <a:solidFill>
                  <a:srgbClr val="002060"/>
                </a:solidFill>
                <a:latin typeface="Raleway" pitchFamily="2" charset="0"/>
                <a:ea typeface="+mn-ea"/>
                <a:cs typeface="+mn-cs"/>
              </a:rPr>
              <a:t>Learning</a:t>
            </a:r>
            <a:r>
              <a:rPr lang="es-MX" sz="2400" b="1" dirty="0">
                <a:solidFill>
                  <a:srgbClr val="002060"/>
                </a:solidFill>
                <a:latin typeface="Raleway" pitchFamily="2" charset="0"/>
                <a:ea typeface="+mn-ea"/>
                <a:cs typeface="+mn-cs"/>
              </a:rPr>
              <a:t> Rule</a:t>
            </a:r>
          </a:p>
        </p:txBody>
      </p:sp>
      <p:graphicFrame>
        <p:nvGraphicFramePr>
          <p:cNvPr id="9" name="Objeto 8">
            <a:extLst>
              <a:ext uri="{FF2B5EF4-FFF2-40B4-BE49-F238E27FC236}">
                <a16:creationId xmlns:a16="http://schemas.microsoft.com/office/drawing/2014/main" id="{AB1D5D81-5801-C8C2-C900-9B225774ED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96965" y="1160806"/>
          <a:ext cx="3599914" cy="2821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n de mapa de bits" r:id="rId2" imgW="5553000" imgH="4352760" progId="Paint.Picture">
                  <p:embed/>
                </p:oleObj>
              </mc:Choice>
              <mc:Fallback>
                <p:oleObj name="Imagen de mapa de bits" r:id="rId2" imgW="5553000" imgH="4352760" progId="Paint.Picture">
                  <p:embed/>
                  <p:pic>
                    <p:nvPicPr>
                      <p:cNvPr id="9" name="Objeto 8">
                        <a:extLst>
                          <a:ext uri="{FF2B5EF4-FFF2-40B4-BE49-F238E27FC236}">
                            <a16:creationId xmlns:a16="http://schemas.microsoft.com/office/drawing/2014/main" id="{AB1D5D81-5801-C8C2-C900-9B225774ED6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496965" y="1160806"/>
                        <a:ext cx="3599914" cy="2821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C01A0392-AF5F-12CE-4CDB-43B8AEF2270F}"/>
              </a:ext>
            </a:extLst>
          </p:cNvPr>
          <p:cNvSpPr txBox="1"/>
          <p:nvPr/>
        </p:nvSpPr>
        <p:spPr>
          <a:xfrm>
            <a:off x="604811" y="410558"/>
            <a:ext cx="72434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000" dirty="0">
                <a:latin typeface="+mj-lt"/>
                <a:cs typeface="Arial" panose="020B0604020202020204" pitchFamily="34" charset="0"/>
              </a:rPr>
              <a:t>Las neuronas se actualizan siguiendo la regla de </a:t>
            </a:r>
            <a:r>
              <a:rPr lang="es-MX" sz="2000" dirty="0" err="1">
                <a:latin typeface="+mj-lt"/>
                <a:cs typeface="Arial" panose="020B0604020202020204" pitchFamily="34" charset="0"/>
              </a:rPr>
              <a:t>Kohonen</a:t>
            </a:r>
            <a:r>
              <a:rPr lang="es-MX" sz="2000" dirty="0">
                <a:latin typeface="+mj-lt"/>
                <a:cs typeface="Arial" panose="020B0604020202020204" pitchFamily="34" charset="0"/>
              </a:rPr>
              <a:t> rule,</a:t>
            </a:r>
            <a:endParaRPr lang="en-US" sz="2000" dirty="0">
              <a:latin typeface="+mj-lt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4 Rectángulo">
                <a:extLst>
                  <a:ext uri="{FF2B5EF4-FFF2-40B4-BE49-F238E27FC236}">
                    <a16:creationId xmlns:a16="http://schemas.microsoft.com/office/drawing/2014/main" id="{B1B09029-7008-5FD9-CA11-F52571E5FFE1}"/>
                  </a:ext>
                </a:extLst>
              </p:cNvPr>
              <p:cNvSpPr/>
              <p:nvPr/>
            </p:nvSpPr>
            <p:spPr>
              <a:xfrm>
                <a:off x="1090223" y="787446"/>
                <a:ext cx="4020460" cy="15775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𝑀𝑖𝑛</m:t>
                      </m:r>
                      <m:r>
                        <a:rPr lang="en-US" sz="2000" i="1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 </m:t>
                      </m:r>
                      <m:limLow>
                        <m:limLow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𝐸</m:t>
                          </m:r>
                        </m:e>
                        <m:lim>
                          <m:sSub>
                            <m:sSub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/>
                                </a:rPr>
                                <m:t>𝑘</m:t>
                              </m:r>
                            </m:sub>
                          </m:sSub>
                        </m:lim>
                      </m:limLow>
                      <m:r>
                        <a:rPr lang="en-US" sz="2000" i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𝑝</m:t>
                          </m:r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𝑁</m:t>
                          </m:r>
                        </m:sup>
                        <m:e>
                          <m:nary>
                            <m:naryPr>
                              <m:chr m:val="∑"/>
                              <m:limLoc m:val="undOvr"/>
                              <m:grow m:val="on"/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/>
                                </a:rPr>
                                <m:t>𝑘</m:t>
                              </m:r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/>
                                </a:rPr>
                                <m:t>𝐾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Cambria Math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Cambria Math"/>
                                    </a:rPr>
                                    <m:t>𝑘𝑝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s-MX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s-MX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s-MX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MX" sz="20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s-MX" sz="2000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sub>
                                      </m:sSub>
                                      <m:r>
                                        <a:rPr lang="es-MX" sz="20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s-MX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MX" sz="2000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s-MX" sz="20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s-MX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nor/>
                                </m:rPr>
                                <a:rPr lang="es-MX" sz="2000"/>
                                <m:t> 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>
          <p:sp>
            <p:nvSpPr>
              <p:cNvPr id="10" name="4 Rectángulo">
                <a:extLst>
                  <a:ext uri="{FF2B5EF4-FFF2-40B4-BE49-F238E27FC236}">
                    <a16:creationId xmlns:a16="http://schemas.microsoft.com/office/drawing/2014/main" id="{B1B09029-7008-5FD9-CA11-F52571E5FF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0223" y="787446"/>
                <a:ext cx="4020460" cy="1577548"/>
              </a:xfrm>
              <a:prstGeom prst="rect">
                <a:avLst/>
              </a:prstGeom>
              <a:blipFill>
                <a:blip r:embed="rId4"/>
                <a:stretch>
                  <a:fillRect b="-1544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8 Rectángulo">
                <a:extLst>
                  <a:ext uri="{FF2B5EF4-FFF2-40B4-BE49-F238E27FC236}">
                    <a16:creationId xmlns:a16="http://schemas.microsoft.com/office/drawing/2014/main" id="{CDC10043-A60D-4CBD-43D9-DC43D65C17D5}"/>
                  </a:ext>
                </a:extLst>
              </p:cNvPr>
              <p:cNvSpPr/>
              <p:nvPr/>
            </p:nvSpPr>
            <p:spPr>
              <a:xfrm>
                <a:off x="-999203" y="2364994"/>
                <a:ext cx="8199312" cy="41351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/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s-MX" sz="2000" b="0" i="1" smtClean="0">
                              <a:solidFill>
                                <a:schemeClr val="tx1"/>
                              </a:solidFill>
                              <a:effectLst/>
                              <a:latin typeface="Cambria Math"/>
                            </a:rPr>
                            <m:t>𝑘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tx1"/>
                          </a:solidFill>
                          <a:effectLst/>
                          <a:latin typeface="Cambria Math"/>
                        </a:rPr>
                        <m:t>(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effectLst/>
                          <a:latin typeface="Cambria Math"/>
                        </a:rPr>
                        <m:t>𝑡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effectLst/>
                          <a:latin typeface="Cambria Math"/>
                        </a:rPr>
                        <m:t>+1)=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/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s-MX" sz="2000" b="0" i="1" smtClean="0">
                              <a:solidFill>
                                <a:schemeClr val="tx1"/>
                              </a:solidFill>
                              <a:effectLst/>
                              <a:latin typeface="Cambria Math"/>
                            </a:rPr>
                            <m:t>𝑘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tx1"/>
                          </a:solidFill>
                          <a:effectLst/>
                          <a:latin typeface="Cambria Math"/>
                        </a:rPr>
                        <m:t>(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effectLst/>
                          <a:latin typeface="Cambria Math"/>
                        </a:rPr>
                        <m:t>𝑡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effectLst/>
                          <a:latin typeface="Cambria Math"/>
                        </a:rPr>
                        <m:t>)+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effectLst/>
                          <a:latin typeface="Cambria Math"/>
                        </a:rPr>
                        <m:t>𝜂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effectLst/>
                          <a:latin typeface="Cambria Math"/>
                        </a:rPr>
                        <m:t>(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effectLst/>
                          <a:latin typeface="Cambria Math"/>
                        </a:rPr>
                        <m:t>𝑡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effectLst/>
                          <a:latin typeface="Cambria Math"/>
                        </a:rPr>
                        <m:t>)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/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/>
                              <a:latin typeface="Cambria Math"/>
                            </a:rPr>
                            <m:t>𝑘</m:t>
                          </m:r>
                          <m:r>
                            <a:rPr lang="es-MX" sz="2000" b="0" i="1" smtClean="0">
                              <a:solidFill>
                                <a:schemeClr val="tx1"/>
                              </a:solidFill>
                              <a:effectLst/>
                              <a:latin typeface="Cambria Math"/>
                            </a:rPr>
                            <m:t>,</m:t>
                          </m:r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/>
                              <a:latin typeface="Cambria Math"/>
                            </a:rPr>
                            <m:t>𝑤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tx1"/>
                          </a:solidFill>
                          <a:effectLst/>
                          <a:latin typeface="Cambria Math"/>
                        </a:rPr>
                        <m:t>(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effectLst/>
                          <a:latin typeface="Cambria Math"/>
                        </a:rPr>
                        <m:t>𝑡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effectLst/>
                          <a:latin typeface="Cambria Math"/>
                        </a:rPr>
                        <m:t>)[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/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/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tx1"/>
                          </a:solidFill>
                          <a:effectLst/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/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s-MX" sz="2000" b="0" i="1" smtClean="0">
                              <a:solidFill>
                                <a:schemeClr val="tx1"/>
                              </a:solidFill>
                              <a:effectLst/>
                              <a:latin typeface="Cambria Math"/>
                            </a:rPr>
                            <m:t>𝑘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tx1"/>
                          </a:solidFill>
                          <a:effectLst/>
                          <a:latin typeface="Cambria Math"/>
                        </a:rPr>
                        <m:t>(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effectLst/>
                          <a:latin typeface="Cambria Math"/>
                        </a:rPr>
                        <m:t>𝑡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effectLst/>
                          <a:latin typeface="Cambria Math"/>
                        </a:rPr>
                        <m:t>)]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  <a:effectLst/>
                </a:endParaRPr>
              </a:p>
            </p:txBody>
          </p:sp>
        </mc:Choice>
        <mc:Fallback>
          <p:sp>
            <p:nvSpPr>
              <p:cNvPr id="11" name="8 Rectángulo">
                <a:extLst>
                  <a:ext uri="{FF2B5EF4-FFF2-40B4-BE49-F238E27FC236}">
                    <a16:creationId xmlns:a16="http://schemas.microsoft.com/office/drawing/2014/main" id="{CDC10043-A60D-4CBD-43D9-DC43D65C17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99203" y="2364994"/>
                <a:ext cx="8199312" cy="413511"/>
              </a:xfrm>
              <a:prstGeom prst="rect">
                <a:avLst/>
              </a:prstGeom>
              <a:blipFill>
                <a:blip r:embed="rId5"/>
                <a:stretch>
                  <a:fillRect b="-1176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11 Rectángulo">
                <a:extLst>
                  <a:ext uri="{FF2B5EF4-FFF2-40B4-BE49-F238E27FC236}">
                    <a16:creationId xmlns:a16="http://schemas.microsoft.com/office/drawing/2014/main" id="{CAFEFE74-C3CB-41D2-7D13-0B86CDFADD43}"/>
                  </a:ext>
                </a:extLst>
              </p:cNvPr>
              <p:cNvSpPr/>
              <p:nvPr/>
            </p:nvSpPr>
            <p:spPr>
              <a:xfrm>
                <a:off x="677656" y="2930411"/>
                <a:ext cx="2195794" cy="6547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effectLst/>
                          <a:latin typeface="Cambria Math"/>
                        </a:rPr>
                        <m:t>𝜂</m:t>
                      </m:r>
                      <m:r>
                        <a:rPr lang="en-US" sz="2000" i="1" smtClean="0">
                          <a:solidFill>
                            <a:schemeClr val="tx1"/>
                          </a:solidFill>
                          <a:effectLst/>
                          <a:latin typeface="Cambria Math"/>
                        </a:rPr>
                        <m:t>(</m:t>
                      </m:r>
                      <m:r>
                        <a:rPr lang="en-US" sz="2000" i="1" smtClean="0">
                          <a:solidFill>
                            <a:schemeClr val="tx1"/>
                          </a:solidFill>
                          <a:effectLst/>
                          <a:latin typeface="Cambria Math"/>
                        </a:rPr>
                        <m:t>𝑡</m:t>
                      </m:r>
                      <m:r>
                        <a:rPr lang="en-US" sz="2000" i="1" smtClean="0">
                          <a:solidFill>
                            <a:schemeClr val="tx1"/>
                          </a:solidFill>
                          <a:effectLst/>
                          <a:latin typeface="Cambria Math"/>
                        </a:rPr>
                        <m:t>)=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/>
                              <a:latin typeface="Cambria Math"/>
                            </a:rPr>
                            <m:t>𝜂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/>
                              <a:latin typeface="Cambria Math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/>
                              <a:latin typeface="Cambria Math"/>
                            </a:rPr>
                            <m:t>1−</m:t>
                          </m:r>
                          <m:f>
                            <m:f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/>
                                </a:rPr>
                                <m:t>𝑡</m:t>
                              </m:r>
                            </m:num>
                            <m:den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/>
                                </a:rPr>
                                <m:t>𝑇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  <a:effectLst/>
                </a:endParaRPr>
              </a:p>
            </p:txBody>
          </p:sp>
        </mc:Choice>
        <mc:Fallback>
          <p:sp>
            <p:nvSpPr>
              <p:cNvPr id="15" name="11 Rectángulo">
                <a:extLst>
                  <a:ext uri="{FF2B5EF4-FFF2-40B4-BE49-F238E27FC236}">
                    <a16:creationId xmlns:a16="http://schemas.microsoft.com/office/drawing/2014/main" id="{CAFEFE74-C3CB-41D2-7D13-0B86CDFADD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656" y="2930411"/>
                <a:ext cx="2195794" cy="6547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4 Rectángulo">
                <a:extLst>
                  <a:ext uri="{FF2B5EF4-FFF2-40B4-BE49-F238E27FC236}">
                    <a16:creationId xmlns:a16="http://schemas.microsoft.com/office/drawing/2014/main" id="{6C2D3276-6D7D-0A5B-CCD7-B98960C8944B}"/>
                  </a:ext>
                </a:extLst>
              </p:cNvPr>
              <p:cNvSpPr/>
              <p:nvPr/>
            </p:nvSpPr>
            <p:spPr>
              <a:xfrm>
                <a:off x="3067851" y="2918613"/>
                <a:ext cx="2703497" cy="6665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/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/>
                              <a:latin typeface="Cambria Math"/>
                            </a:rPr>
                            <m:t>𝑘</m:t>
                          </m:r>
                          <m:r>
                            <a:rPr lang="es-MX" sz="2000" b="0" i="1" smtClean="0">
                              <a:solidFill>
                                <a:schemeClr val="tx1"/>
                              </a:solidFill>
                              <a:effectLst/>
                              <a:latin typeface="Cambria Math"/>
                            </a:rPr>
                            <m:t>,</m:t>
                          </m:r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/>
                              <a:latin typeface="Cambria Math"/>
                            </a:rPr>
                            <m:t>𝑤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tx1"/>
                          </a:solidFill>
                          <a:effectLst/>
                          <a:latin typeface="Cambria Math"/>
                        </a:rPr>
                        <m:t>(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effectLst/>
                          <a:latin typeface="Cambria Math"/>
                        </a:rPr>
                        <m:t>𝑡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effectLst/>
                          <a:latin typeface="Cambria Math"/>
                        </a:rPr>
                        <m:t>)=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/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/>
                              <a:latin typeface="Cambria Math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/>
                              <a:latin typeface="Cambria Math"/>
                            </a:rPr>
                            <m:t>𝑒</m:t>
                          </m:r>
                        </m:e>
                        <m:sup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/>
                              <a:latin typeface="Cambria Math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  <m: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/>
                                            </a:rPr>
                                            <m:t>𝑤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/>
                                </a:rPr>
                                <m:t>𝑡</m:t>
                              </m:r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/>
                                </a:rPr>
                                <m:t>)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  <a:effectLst/>
                </a:endParaRPr>
              </a:p>
            </p:txBody>
          </p:sp>
        </mc:Choice>
        <mc:Fallback>
          <p:sp>
            <p:nvSpPr>
              <p:cNvPr id="16" name="4 Rectángulo">
                <a:extLst>
                  <a:ext uri="{FF2B5EF4-FFF2-40B4-BE49-F238E27FC236}">
                    <a16:creationId xmlns:a16="http://schemas.microsoft.com/office/drawing/2014/main" id="{6C2D3276-6D7D-0A5B-CCD7-B98960C894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7851" y="2918613"/>
                <a:ext cx="2703497" cy="66652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12 CuadroTexto">
                <a:extLst>
                  <a:ext uri="{FF2B5EF4-FFF2-40B4-BE49-F238E27FC236}">
                    <a16:creationId xmlns:a16="http://schemas.microsoft.com/office/drawing/2014/main" id="{7F71FF77-AECB-923E-53A0-34E2CBAB9037}"/>
                  </a:ext>
                </a:extLst>
              </p:cNvPr>
              <p:cNvSpPr txBox="1"/>
              <p:nvPr/>
            </p:nvSpPr>
            <p:spPr>
              <a:xfrm>
                <a:off x="303583" y="4100230"/>
                <a:ext cx="8232032" cy="7212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s-MX" sz="2000" dirty="0">
                    <a:solidFill>
                      <a:schemeClr val="tx1"/>
                    </a:solidFill>
                    <a:effectLst/>
                    <a:latin typeface="+mj-lt"/>
                    <a:cs typeface="Arial" panose="020B0604020202020204" pitchFamily="34" charset="0"/>
                  </a:rPr>
                  <a:t>Donde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200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s-MX" sz="200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sz="20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effectLst/>
                    <a:latin typeface="+mj-lt"/>
                    <a:cs typeface="Arial" panose="020B0604020202020204" pitchFamily="34" charset="0"/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  <a:effectLst/>
                    <a:latin typeface="+mj-lt"/>
                    <a:cs typeface="Arial" panose="020B0604020202020204" pitchFamily="34" charset="0"/>
                  </a:rPr>
                  <a:t>es</a:t>
                </a:r>
                <a:r>
                  <a:rPr lang="en-US" sz="2000" dirty="0">
                    <a:solidFill>
                      <a:schemeClr val="tx1"/>
                    </a:solidFill>
                    <a:effectLst/>
                    <a:latin typeface="+mj-lt"/>
                    <a:cs typeface="Arial" panose="020B0604020202020204" pitchFamily="34" charset="0"/>
                  </a:rPr>
                  <a:t> la </a:t>
                </a:r>
                <a:r>
                  <a:rPr lang="en-US" sz="2000" dirty="0" err="1">
                    <a:solidFill>
                      <a:schemeClr val="tx1"/>
                    </a:solidFill>
                    <a:effectLst/>
                    <a:latin typeface="+mj-lt"/>
                    <a:cs typeface="Arial" panose="020B0604020202020204" pitchFamily="34" charset="0"/>
                  </a:rPr>
                  <a:t>función</a:t>
                </a:r>
                <a:r>
                  <a:rPr lang="en-US" sz="2000" dirty="0">
                    <a:solidFill>
                      <a:schemeClr val="tx1"/>
                    </a:solidFill>
                    <a:effectLst/>
                    <a:latin typeface="+mj-lt"/>
                    <a:cs typeface="Arial" panose="020B0604020202020204" pitchFamily="34" charset="0"/>
                  </a:rPr>
                  <a:t> de </a:t>
                </a:r>
                <a:r>
                  <a:rPr lang="en-US" sz="2000" dirty="0" err="1">
                    <a:solidFill>
                      <a:schemeClr val="tx1"/>
                    </a:solidFill>
                    <a:effectLst/>
                    <a:latin typeface="+mj-lt"/>
                    <a:cs typeface="Arial" panose="020B0604020202020204" pitchFamily="34" charset="0"/>
                  </a:rPr>
                  <a:t>estimulación</a:t>
                </a:r>
                <a:r>
                  <a:rPr lang="en-US" sz="2000" dirty="0">
                    <a:solidFill>
                      <a:schemeClr val="tx1"/>
                    </a:solidFill>
                    <a:effectLst/>
                    <a:latin typeface="+mj-lt"/>
                    <a:cs typeface="Arial" panose="020B0604020202020204" pitchFamily="34" charset="0"/>
                  </a:rPr>
                  <a:t> de la </a:t>
                </a:r>
                <a:r>
                  <a:rPr lang="en-US" sz="2000" dirty="0" err="1">
                    <a:solidFill>
                      <a:schemeClr val="tx1"/>
                    </a:solidFill>
                    <a:effectLst/>
                    <a:latin typeface="+mj-lt"/>
                    <a:cs typeface="Arial" panose="020B0604020202020204" pitchFamily="34" charset="0"/>
                  </a:rPr>
                  <a:t>neurona</a:t>
                </a:r>
                <a:r>
                  <a:rPr lang="en-US" sz="2000" dirty="0">
                    <a:solidFill>
                      <a:schemeClr val="tx1"/>
                    </a:solidFill>
                    <a:effectLst/>
                    <a:latin typeface="+mj-lt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effectLst/>
                    <a:latin typeface="+mj-lt"/>
                    <a:cs typeface="Arial" panose="020B0604020202020204" pitchFamily="34" charset="0"/>
                  </a:rPr>
                  <a:t>.</a:t>
                </a:r>
              </a:p>
              <a:p>
                <a:pPr algn="just"/>
                <a:endParaRPr lang="en-US" sz="2000" dirty="0">
                  <a:solidFill>
                    <a:schemeClr val="tx1"/>
                  </a:solidFill>
                  <a:effectLst/>
                  <a:latin typeface="+mj-lt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7" name="12 CuadroTexto">
                <a:extLst>
                  <a:ext uri="{FF2B5EF4-FFF2-40B4-BE49-F238E27FC236}">
                    <a16:creationId xmlns:a16="http://schemas.microsoft.com/office/drawing/2014/main" id="{7F71FF77-AECB-923E-53A0-34E2CBAB90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83" y="4100230"/>
                <a:ext cx="8232032" cy="721288"/>
              </a:xfrm>
              <a:prstGeom prst="rect">
                <a:avLst/>
              </a:prstGeom>
              <a:blipFill>
                <a:blip r:embed="rId8"/>
                <a:stretch>
                  <a:fillRect l="-815" t="-423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3268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2B964-2A6C-AFBA-2C5E-4AF31B1C7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2">
            <a:extLst>
              <a:ext uri="{FF2B5EF4-FFF2-40B4-BE49-F238E27FC236}">
                <a16:creationId xmlns:a16="http://schemas.microsoft.com/office/drawing/2014/main" id="{39C196F7-B8EB-FFE9-8092-DA72E781E4F7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1177925" cy="682625"/>
            <a:chOff x="-1" y="0"/>
            <a:chExt cx="1570413" cy="911205"/>
          </a:xfrm>
        </p:grpSpPr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D41B9A59-6584-3B81-DEC3-7A8567CC11E9}"/>
                </a:ext>
              </a:extLst>
            </p:cNvPr>
            <p:cNvSpPr>
              <a:spLocks/>
            </p:cNvSpPr>
            <p:nvPr/>
          </p:nvSpPr>
          <p:spPr bwMode="auto">
            <a:xfrm>
              <a:off x="-1" y="0"/>
              <a:ext cx="1570413" cy="911205"/>
            </a:xfrm>
            <a:custGeom>
              <a:avLst/>
              <a:gdLst>
                <a:gd name="T0" fmla="*/ 0 w 663"/>
                <a:gd name="T1" fmla="*/ 384 h 384"/>
                <a:gd name="T2" fmla="*/ 236 w 663"/>
                <a:gd name="T3" fmla="*/ 384 h 384"/>
                <a:gd name="T4" fmla="*/ 309 w 663"/>
                <a:gd name="T5" fmla="*/ 354 h 384"/>
                <a:gd name="T6" fmla="*/ 663 w 663"/>
                <a:gd name="T7" fmla="*/ 0 h 384"/>
                <a:gd name="T8" fmla="*/ 31 w 663"/>
                <a:gd name="T9" fmla="*/ 5 h 384"/>
                <a:gd name="T10" fmla="*/ 0 w 663"/>
                <a:gd name="T11" fmla="*/ 384 h 384"/>
                <a:gd name="connsiteX0" fmla="*/ 8 w 10008"/>
                <a:gd name="connsiteY0" fmla="*/ 10000 h 10000"/>
                <a:gd name="connsiteX1" fmla="*/ 3568 w 10008"/>
                <a:gd name="connsiteY1" fmla="*/ 10000 h 10000"/>
                <a:gd name="connsiteX2" fmla="*/ 4669 w 10008"/>
                <a:gd name="connsiteY2" fmla="*/ 9219 h 10000"/>
                <a:gd name="connsiteX3" fmla="*/ 10008 w 10008"/>
                <a:gd name="connsiteY3" fmla="*/ 0 h 10000"/>
                <a:gd name="connsiteX4" fmla="*/ 0 w 10008"/>
                <a:gd name="connsiteY4" fmla="*/ 130 h 10000"/>
                <a:gd name="connsiteX5" fmla="*/ 8 w 10008"/>
                <a:gd name="connsiteY5" fmla="*/ 10000 h 10000"/>
                <a:gd name="connsiteX0" fmla="*/ 8 w 10008"/>
                <a:gd name="connsiteY0" fmla="*/ 10023 h 10023"/>
                <a:gd name="connsiteX1" fmla="*/ 3568 w 10008"/>
                <a:gd name="connsiteY1" fmla="*/ 10023 h 10023"/>
                <a:gd name="connsiteX2" fmla="*/ 4669 w 10008"/>
                <a:gd name="connsiteY2" fmla="*/ 9242 h 10023"/>
                <a:gd name="connsiteX3" fmla="*/ 10008 w 10008"/>
                <a:gd name="connsiteY3" fmla="*/ 23 h 10023"/>
                <a:gd name="connsiteX4" fmla="*/ 0 w 10008"/>
                <a:gd name="connsiteY4" fmla="*/ 0 h 10023"/>
                <a:gd name="connsiteX5" fmla="*/ 8 w 10008"/>
                <a:gd name="connsiteY5" fmla="*/ 10023 h 10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8" h="10023">
                  <a:moveTo>
                    <a:pt x="8" y="10023"/>
                  </a:moveTo>
                  <a:lnTo>
                    <a:pt x="3568" y="10023"/>
                  </a:lnTo>
                  <a:cubicBezTo>
                    <a:pt x="3975" y="10023"/>
                    <a:pt x="4367" y="9737"/>
                    <a:pt x="4669" y="9242"/>
                  </a:cubicBezTo>
                  <a:lnTo>
                    <a:pt x="10008" y="23"/>
                  </a:lnTo>
                  <a:lnTo>
                    <a:pt x="0" y="0"/>
                  </a:lnTo>
                  <a:cubicBezTo>
                    <a:pt x="3" y="3290"/>
                    <a:pt x="5" y="6733"/>
                    <a:pt x="8" y="10023"/>
                  </a:cubicBezTo>
                  <a:close/>
                </a:path>
              </a:pathLst>
            </a:custGeom>
            <a:gradFill>
              <a:gsLst>
                <a:gs pos="48000">
                  <a:srgbClr val="09193C"/>
                </a:gs>
                <a:gs pos="100000">
                  <a:srgbClr val="003CA3"/>
                </a:gs>
              </a:gsLst>
              <a:lin ang="5400000" scaled="1"/>
            </a:gradFill>
            <a:ln>
              <a:noFill/>
            </a:ln>
          </p:spPr>
          <p:txBody>
            <a:bodyPr lIns="68580" tIns="34290" rIns="68580" bIns="3429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01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7DADE160-F38E-8272-79DC-80478EB81329}"/>
                </a:ext>
              </a:extLst>
            </p:cNvPr>
            <p:cNvSpPr>
              <a:spLocks/>
            </p:cNvSpPr>
            <p:nvPr/>
          </p:nvSpPr>
          <p:spPr bwMode="auto">
            <a:xfrm>
              <a:off x="-1" y="0"/>
              <a:ext cx="1157704" cy="671749"/>
            </a:xfrm>
            <a:custGeom>
              <a:avLst/>
              <a:gdLst>
                <a:gd name="T0" fmla="*/ 0 w 663"/>
                <a:gd name="T1" fmla="*/ 384 h 384"/>
                <a:gd name="T2" fmla="*/ 236 w 663"/>
                <a:gd name="T3" fmla="*/ 384 h 384"/>
                <a:gd name="T4" fmla="*/ 309 w 663"/>
                <a:gd name="T5" fmla="*/ 354 h 384"/>
                <a:gd name="T6" fmla="*/ 663 w 663"/>
                <a:gd name="T7" fmla="*/ 0 h 384"/>
                <a:gd name="T8" fmla="*/ 31 w 663"/>
                <a:gd name="T9" fmla="*/ 5 h 384"/>
                <a:gd name="T10" fmla="*/ 0 w 663"/>
                <a:gd name="T11" fmla="*/ 384 h 384"/>
                <a:gd name="connsiteX0" fmla="*/ 8 w 10008"/>
                <a:gd name="connsiteY0" fmla="*/ 10000 h 10000"/>
                <a:gd name="connsiteX1" fmla="*/ 3568 w 10008"/>
                <a:gd name="connsiteY1" fmla="*/ 10000 h 10000"/>
                <a:gd name="connsiteX2" fmla="*/ 4669 w 10008"/>
                <a:gd name="connsiteY2" fmla="*/ 9219 h 10000"/>
                <a:gd name="connsiteX3" fmla="*/ 10008 w 10008"/>
                <a:gd name="connsiteY3" fmla="*/ 0 h 10000"/>
                <a:gd name="connsiteX4" fmla="*/ 0 w 10008"/>
                <a:gd name="connsiteY4" fmla="*/ 130 h 10000"/>
                <a:gd name="connsiteX5" fmla="*/ 8 w 10008"/>
                <a:gd name="connsiteY5" fmla="*/ 10000 h 10000"/>
                <a:gd name="connsiteX0" fmla="*/ 8 w 10008"/>
                <a:gd name="connsiteY0" fmla="*/ 10023 h 10023"/>
                <a:gd name="connsiteX1" fmla="*/ 3568 w 10008"/>
                <a:gd name="connsiteY1" fmla="*/ 10023 h 10023"/>
                <a:gd name="connsiteX2" fmla="*/ 4669 w 10008"/>
                <a:gd name="connsiteY2" fmla="*/ 9242 h 10023"/>
                <a:gd name="connsiteX3" fmla="*/ 10008 w 10008"/>
                <a:gd name="connsiteY3" fmla="*/ 23 h 10023"/>
                <a:gd name="connsiteX4" fmla="*/ 0 w 10008"/>
                <a:gd name="connsiteY4" fmla="*/ 0 h 10023"/>
                <a:gd name="connsiteX5" fmla="*/ 8 w 10008"/>
                <a:gd name="connsiteY5" fmla="*/ 10023 h 10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8" h="10023">
                  <a:moveTo>
                    <a:pt x="8" y="10023"/>
                  </a:moveTo>
                  <a:lnTo>
                    <a:pt x="3568" y="10023"/>
                  </a:lnTo>
                  <a:cubicBezTo>
                    <a:pt x="3975" y="10023"/>
                    <a:pt x="4367" y="9737"/>
                    <a:pt x="4669" y="9242"/>
                  </a:cubicBezTo>
                  <a:lnTo>
                    <a:pt x="10008" y="23"/>
                  </a:lnTo>
                  <a:lnTo>
                    <a:pt x="0" y="0"/>
                  </a:lnTo>
                  <a:cubicBezTo>
                    <a:pt x="3" y="3290"/>
                    <a:pt x="5" y="6733"/>
                    <a:pt x="8" y="10023"/>
                  </a:cubicBezTo>
                  <a:close/>
                </a:path>
              </a:pathLst>
            </a:custGeom>
            <a:gradFill>
              <a:gsLst>
                <a:gs pos="23000">
                  <a:srgbClr val="09193C"/>
                </a:gs>
                <a:gs pos="100000">
                  <a:srgbClr val="003CA3"/>
                </a:gs>
              </a:gsLst>
              <a:lin ang="5400000" scaled="1"/>
            </a:gradFill>
            <a:ln>
              <a:noFill/>
            </a:ln>
          </p:spPr>
          <p:txBody>
            <a:bodyPr lIns="68580" tIns="34290" rIns="68580" bIns="3429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01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" name="AutoShape 4" descr="Imagen generada">
            <a:extLst>
              <a:ext uri="{FF2B5EF4-FFF2-40B4-BE49-F238E27FC236}">
                <a16:creationId xmlns:a16="http://schemas.microsoft.com/office/drawing/2014/main" id="{154CFDF7-6AD5-B1B0-5226-3BA1C13AA70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ítulo 3">
            <a:extLst>
              <a:ext uri="{FF2B5EF4-FFF2-40B4-BE49-F238E27FC236}">
                <a16:creationId xmlns:a16="http://schemas.microsoft.com/office/drawing/2014/main" id="{ACA95567-3129-2604-412E-CBFBD259E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792" y="-253558"/>
            <a:ext cx="7886700" cy="994172"/>
          </a:xfrm>
        </p:spPr>
        <p:txBody>
          <a:bodyPr>
            <a:normAutofit/>
          </a:bodyPr>
          <a:lstStyle/>
          <a:p>
            <a:r>
              <a:rPr lang="es-MX" sz="2400" b="1" dirty="0">
                <a:solidFill>
                  <a:srgbClr val="002060"/>
                </a:solidFill>
                <a:latin typeface="Raleway" pitchFamily="2" charset="0"/>
                <a:ea typeface="+mn-ea"/>
                <a:cs typeface="+mn-cs"/>
              </a:rPr>
              <a:t>Competitive </a:t>
            </a:r>
            <a:r>
              <a:rPr lang="es-MX" sz="2400" b="1" dirty="0" err="1">
                <a:solidFill>
                  <a:srgbClr val="002060"/>
                </a:solidFill>
                <a:latin typeface="Raleway" pitchFamily="2" charset="0"/>
                <a:ea typeface="+mn-ea"/>
                <a:cs typeface="+mn-cs"/>
              </a:rPr>
              <a:t>Learning</a:t>
            </a:r>
            <a:r>
              <a:rPr lang="es-MX" sz="2400" b="1" dirty="0">
                <a:solidFill>
                  <a:srgbClr val="002060"/>
                </a:solidFill>
                <a:latin typeface="Raleway" pitchFamily="2" charset="0"/>
                <a:ea typeface="+mn-ea"/>
                <a:cs typeface="+mn-cs"/>
              </a:rPr>
              <a:t> Rule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4 Rectángulo">
                <a:extLst>
                  <a:ext uri="{FF2B5EF4-FFF2-40B4-BE49-F238E27FC236}">
                    <a16:creationId xmlns:a16="http://schemas.microsoft.com/office/drawing/2014/main" id="{B17B582D-1458-2662-C44E-D7B178E275DA}"/>
                  </a:ext>
                </a:extLst>
              </p:cNvPr>
              <p:cNvSpPr/>
              <p:nvPr/>
            </p:nvSpPr>
            <p:spPr>
              <a:xfrm>
                <a:off x="2224439" y="857721"/>
                <a:ext cx="4020460" cy="15775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𝑀𝑖𝑛</m:t>
                      </m:r>
                      <m:r>
                        <a:rPr lang="en-US" sz="2000" i="1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 </m:t>
                      </m:r>
                      <m:limLow>
                        <m:limLow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𝐸</m:t>
                          </m:r>
                        </m:e>
                        <m:lim>
                          <m:sSub>
                            <m:sSub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/>
                                </a:rPr>
                                <m:t>𝑘</m:t>
                              </m:r>
                            </m:sub>
                          </m:sSub>
                        </m:lim>
                      </m:limLow>
                      <m:r>
                        <a:rPr lang="en-US" sz="2000" i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𝑝</m:t>
                          </m:r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𝑁</m:t>
                          </m:r>
                        </m:sup>
                        <m:e>
                          <m:nary>
                            <m:naryPr>
                              <m:chr m:val="∑"/>
                              <m:limLoc m:val="undOvr"/>
                              <m:grow m:val="on"/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/>
                                </a:rPr>
                                <m:t>𝑘</m:t>
                              </m:r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/>
                                </a:rPr>
                                <m:t>𝐾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Cambria Math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Cambria Math"/>
                                    </a:rPr>
                                    <m:t>𝑘𝑝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s-MX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s-MX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s-MX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MX" sz="20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s-MX" sz="2000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sub>
                                      </m:sSub>
                                      <m:r>
                                        <a:rPr lang="es-MX" sz="20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s-MX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MX" sz="2000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s-MX" sz="20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s-MX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nor/>
                                </m:rPr>
                                <a:rPr lang="es-MX" sz="2000"/>
                                <m:t> 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>
          <p:sp>
            <p:nvSpPr>
              <p:cNvPr id="2" name="4 Rectángulo">
                <a:extLst>
                  <a:ext uri="{FF2B5EF4-FFF2-40B4-BE49-F238E27FC236}">
                    <a16:creationId xmlns:a16="http://schemas.microsoft.com/office/drawing/2014/main" id="{B17B582D-1458-2662-C44E-D7B178E275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4439" y="857721"/>
                <a:ext cx="4020460" cy="1577548"/>
              </a:xfrm>
              <a:prstGeom prst="rect">
                <a:avLst/>
              </a:prstGeom>
              <a:blipFill>
                <a:blip r:embed="rId2"/>
                <a:stretch>
                  <a:fillRect b="-1938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7 CuadroTexto">
            <a:extLst>
              <a:ext uri="{FF2B5EF4-FFF2-40B4-BE49-F238E27FC236}">
                <a16:creationId xmlns:a16="http://schemas.microsoft.com/office/drawing/2014/main" id="{AA300B06-21AE-B894-16BA-8EE6C0784A71}"/>
              </a:ext>
            </a:extLst>
          </p:cNvPr>
          <p:cNvSpPr txBox="1"/>
          <p:nvPr/>
        </p:nvSpPr>
        <p:spPr>
          <a:xfrm>
            <a:off x="925181" y="435111"/>
            <a:ext cx="8504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2000" dirty="0">
                <a:latin typeface="+mj-lt"/>
                <a:cs typeface="Arial" panose="020B0604020202020204" pitchFamily="34" charset="0"/>
              </a:rPr>
              <a:t>Desarrolla el siguiente algoritmo de aprendizaje,</a:t>
            </a:r>
            <a:endParaRPr lang="en-US" sz="2000" dirty="0">
              <a:latin typeface="+mj-lt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14 Rectángulo">
                <a:extLst>
                  <a:ext uri="{FF2B5EF4-FFF2-40B4-BE49-F238E27FC236}">
                    <a16:creationId xmlns:a16="http://schemas.microsoft.com/office/drawing/2014/main" id="{6D301FDC-9AD9-C6E9-71B8-36CD1F1A0AA7}"/>
                  </a:ext>
                </a:extLst>
              </p:cNvPr>
              <p:cNvSpPr/>
              <p:nvPr/>
            </p:nvSpPr>
            <p:spPr>
              <a:xfrm>
                <a:off x="1525412" y="2617827"/>
                <a:ext cx="5063309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/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/>
                              <a:latin typeface="Cambria Math"/>
                            </a:rPr>
                            <m:t>𝑘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tx1"/>
                          </a:solidFill>
                          <a:effectLst/>
                          <a:latin typeface="Cambria Math"/>
                        </a:rPr>
                        <m:t>(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effectLst/>
                          <a:latin typeface="Cambria Math"/>
                        </a:rPr>
                        <m:t>𝑡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effectLst/>
                          <a:latin typeface="Cambria Math"/>
                        </a:rPr>
                        <m:t>+1)=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/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/>
                              <a:latin typeface="Cambria Math"/>
                            </a:rPr>
                            <m:t>𝑘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tx1"/>
                          </a:solidFill>
                          <a:effectLst/>
                          <a:latin typeface="Cambria Math"/>
                        </a:rPr>
                        <m:t>(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effectLst/>
                          <a:latin typeface="Cambria Math"/>
                        </a:rPr>
                        <m:t>𝑡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effectLst/>
                          <a:latin typeface="Cambria Math"/>
                        </a:rPr>
                        <m:t>)+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effectLst/>
                          <a:latin typeface="Cambria Math"/>
                        </a:rPr>
                        <m:t>𝜂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effectLst/>
                          <a:latin typeface="Cambria Math"/>
                        </a:rPr>
                        <m:t>(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effectLst/>
                          <a:latin typeface="Cambria Math"/>
                        </a:rPr>
                        <m:t>𝑡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effectLst/>
                          <a:latin typeface="Cambria Math"/>
                        </a:rPr>
                        <m:t>)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effectLst/>
                          <a:latin typeface="Cambria Math"/>
                        </a:rPr>
                        <m:t>h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effectLst/>
                          <a:latin typeface="Cambria Math"/>
                        </a:rPr>
                        <m:t>[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/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/>
                              <a:latin typeface="Cambria Math"/>
                            </a:rPr>
                            <m:t>𝑘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tx1"/>
                          </a:solidFill>
                          <a:effectLst/>
                          <a:latin typeface="Cambria Math"/>
                        </a:rPr>
                        <m:t>(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effectLst/>
                          <a:latin typeface="Cambria Math"/>
                        </a:rPr>
                        <m:t>𝑡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effectLst/>
                          <a:latin typeface="Cambria Math"/>
                        </a:rPr>
                        <m:t>)][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/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/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tx1"/>
                          </a:solidFill>
                          <a:effectLst/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/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/>
                              <a:latin typeface="Cambria Math"/>
                            </a:rPr>
                            <m:t>𝑘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tx1"/>
                          </a:solidFill>
                          <a:effectLst/>
                          <a:latin typeface="Cambria Math"/>
                        </a:rPr>
                        <m:t>(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effectLst/>
                          <a:latin typeface="Cambria Math"/>
                        </a:rPr>
                        <m:t>𝑡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effectLst/>
                          <a:latin typeface="Cambria Math"/>
                        </a:rPr>
                        <m:t>)]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  <a:effectLst/>
                </a:endParaRPr>
              </a:p>
            </p:txBody>
          </p:sp>
        </mc:Choice>
        <mc:Fallback>
          <p:sp>
            <p:nvSpPr>
              <p:cNvPr id="4" name="14 Rectángulo">
                <a:extLst>
                  <a:ext uri="{FF2B5EF4-FFF2-40B4-BE49-F238E27FC236}">
                    <a16:creationId xmlns:a16="http://schemas.microsoft.com/office/drawing/2014/main" id="{6D301FDC-9AD9-C6E9-71B8-36CD1F1A0A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5412" y="2617827"/>
                <a:ext cx="5063309" cy="400110"/>
              </a:xfrm>
              <a:prstGeom prst="rect">
                <a:avLst/>
              </a:prstGeom>
              <a:blipFill>
                <a:blip r:embed="rId3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15 CuadroTexto">
            <a:extLst>
              <a:ext uri="{FF2B5EF4-FFF2-40B4-BE49-F238E27FC236}">
                <a16:creationId xmlns:a16="http://schemas.microsoft.com/office/drawing/2014/main" id="{E9D40A6F-F6E2-07E1-5F24-E4D47EF4ADE0}"/>
              </a:ext>
            </a:extLst>
          </p:cNvPr>
          <p:cNvSpPr txBox="1"/>
          <p:nvPr/>
        </p:nvSpPr>
        <p:spPr>
          <a:xfrm>
            <a:off x="517170" y="3365008"/>
            <a:ext cx="31683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 err="1">
                <a:latin typeface="+mj-lt"/>
              </a:rPr>
              <a:t>Where</a:t>
            </a:r>
            <a:r>
              <a:rPr lang="es-MX" sz="2000" dirty="0">
                <a:latin typeface="+mj-lt"/>
              </a:rPr>
              <a:t>,</a:t>
            </a:r>
            <a:endParaRPr lang="en-US" sz="2000" dirty="0">
              <a:latin typeface="+mj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19 Rectángulo">
                <a:extLst>
                  <a:ext uri="{FF2B5EF4-FFF2-40B4-BE49-F238E27FC236}">
                    <a16:creationId xmlns:a16="http://schemas.microsoft.com/office/drawing/2014/main" id="{CF73289B-99A9-BC51-A0A9-C756D737A525}"/>
                  </a:ext>
                </a:extLst>
              </p:cNvPr>
              <p:cNvSpPr/>
              <p:nvPr/>
            </p:nvSpPr>
            <p:spPr>
              <a:xfrm>
                <a:off x="1525412" y="3365008"/>
                <a:ext cx="306731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/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/>
                              <a:latin typeface="Cambria Math"/>
                            </a:rPr>
                            <m:t>𝑘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tx1"/>
                          </a:solidFill>
                          <a:effectLst/>
                          <a:latin typeface="Cambria Math"/>
                        </a:rPr>
                        <m:t>(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effectLst/>
                          <a:latin typeface="Cambria Math"/>
                        </a:rPr>
                        <m:t>𝑡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effectLst/>
                          <a:latin typeface="Cambria Math"/>
                        </a:rPr>
                        <m:t>): 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effectLst/>
                          <a:latin typeface="Cambria Math"/>
                        </a:rPr>
                        <m:t>𝑡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effectLst/>
                          <a:latin typeface="Cambria Math"/>
                        </a:rPr>
                        <m:t>→{0,1,...,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effectLst/>
                          <a:latin typeface="Cambria Math"/>
                        </a:rPr>
                        <m:t>𝐾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effectLst/>
                          <a:latin typeface="Cambria Math"/>
                        </a:rPr>
                        <m:t>−1}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  <a:effectLst/>
                </a:endParaRPr>
              </a:p>
            </p:txBody>
          </p:sp>
        </mc:Choice>
        <mc:Fallback>
          <p:sp>
            <p:nvSpPr>
              <p:cNvPr id="18" name="19 Rectángulo">
                <a:extLst>
                  <a:ext uri="{FF2B5EF4-FFF2-40B4-BE49-F238E27FC236}">
                    <a16:creationId xmlns:a16="http://schemas.microsoft.com/office/drawing/2014/main" id="{CF73289B-99A9-BC51-A0A9-C756D737A5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5412" y="3365008"/>
                <a:ext cx="3067314" cy="400110"/>
              </a:xfrm>
              <a:prstGeom prst="rect">
                <a:avLst/>
              </a:prstGeom>
              <a:blipFill>
                <a:blip r:embed="rId4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16 Rectángulo">
                <a:extLst>
                  <a:ext uri="{FF2B5EF4-FFF2-40B4-BE49-F238E27FC236}">
                    <a16:creationId xmlns:a16="http://schemas.microsoft.com/office/drawing/2014/main" id="{44DB7ACD-B3C1-4273-028B-36D55DCB2A5D}"/>
                  </a:ext>
                </a:extLst>
              </p:cNvPr>
              <p:cNvSpPr/>
              <p:nvPr/>
            </p:nvSpPr>
            <p:spPr>
              <a:xfrm>
                <a:off x="4993142" y="3282751"/>
                <a:ext cx="1826910" cy="55816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effectLst/>
                          <a:latin typeface="Cambria Math"/>
                        </a:rPr>
                        <m:t>h</m:t>
                      </m:r>
                      <m:r>
                        <a:rPr lang="en-US" sz="2000" i="1" smtClean="0">
                          <a:solidFill>
                            <a:schemeClr val="tx1"/>
                          </a:solidFill>
                          <a:effectLst/>
                          <a:latin typeface="Cambria Math"/>
                        </a:rPr>
                        <m:t>(</m:t>
                      </m:r>
                      <m:r>
                        <a:rPr lang="en-US" sz="2000" i="1" smtClean="0">
                          <a:solidFill>
                            <a:schemeClr val="tx1"/>
                          </a:solidFill>
                          <a:effectLst/>
                          <a:latin typeface="Cambria Math"/>
                        </a:rPr>
                        <m:t>𝑟</m:t>
                      </m:r>
                      <m:r>
                        <a:rPr lang="en-US" sz="2000" i="1" smtClean="0">
                          <a:solidFill>
                            <a:schemeClr val="tx1"/>
                          </a:solidFill>
                          <a:effectLst/>
                          <a:latin typeface="Cambria Math"/>
                        </a:rPr>
                        <m:t>) = </m:t>
                      </m:r>
                      <m:sSup>
                        <m:sSup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/>
                              <a:latin typeface="Cambria Math"/>
                            </a:rPr>
                            <m:t>𝑒</m:t>
                          </m:r>
                        </m:e>
                        <m:sup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/>
                              <a:latin typeface="Cambria Math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/>
                                </a:rPr>
                                <m:t>𝑟</m:t>
                              </m:r>
                            </m:num>
                            <m:den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/>
                                </a:rPr>
                                <m:t>𝜌</m:t>
                              </m:r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/>
                                </a:rPr>
                                <m:t>𝑡</m:t>
                              </m:r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/>
                                </a:rPr>
                                <m:t>)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  <a:effectLst/>
                </a:endParaRPr>
              </a:p>
            </p:txBody>
          </p:sp>
        </mc:Choice>
        <mc:Fallback>
          <p:sp>
            <p:nvSpPr>
              <p:cNvPr id="19" name="16 Rectángulo">
                <a:extLst>
                  <a:ext uri="{FF2B5EF4-FFF2-40B4-BE49-F238E27FC236}">
                    <a16:creationId xmlns:a16="http://schemas.microsoft.com/office/drawing/2014/main" id="{44DB7ACD-B3C1-4273-028B-36D55DCB2A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3142" y="3282751"/>
                <a:ext cx="1826910" cy="55816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18 Rectángulo">
                <a:extLst>
                  <a:ext uri="{FF2B5EF4-FFF2-40B4-BE49-F238E27FC236}">
                    <a16:creationId xmlns:a16="http://schemas.microsoft.com/office/drawing/2014/main" id="{CDF318DB-296B-F37D-DEB2-D5BC034B7038}"/>
                  </a:ext>
                </a:extLst>
              </p:cNvPr>
              <p:cNvSpPr/>
              <p:nvPr/>
            </p:nvSpPr>
            <p:spPr>
              <a:xfrm>
                <a:off x="1717401" y="3840917"/>
                <a:ext cx="2130070" cy="95064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effectLst/>
                          <a:latin typeface="Cambria Math"/>
                        </a:rPr>
                        <m:t>𝜌</m:t>
                      </m:r>
                      <m:r>
                        <a:rPr lang="en-US" sz="2000" i="1" smtClean="0">
                          <a:solidFill>
                            <a:schemeClr val="tx1"/>
                          </a:solidFill>
                          <a:effectLst/>
                          <a:latin typeface="Cambria Math"/>
                        </a:rPr>
                        <m:t>(</m:t>
                      </m:r>
                      <m:r>
                        <a:rPr lang="en-US" sz="2000" i="1" smtClean="0">
                          <a:solidFill>
                            <a:schemeClr val="tx1"/>
                          </a:solidFill>
                          <a:effectLst/>
                          <a:latin typeface="Cambria Math"/>
                        </a:rPr>
                        <m:t>𝑡</m:t>
                      </m:r>
                      <m:r>
                        <a:rPr lang="en-US" sz="2000" i="1" smtClean="0">
                          <a:solidFill>
                            <a:schemeClr val="tx1"/>
                          </a:solidFill>
                          <a:effectLst/>
                          <a:latin typeface="Cambria Math"/>
                        </a:rPr>
                        <m:t>)=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/>
                              <a:latin typeface="Cambria Math"/>
                            </a:rPr>
                            <m:t>𝜌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/>
                              <a:latin typeface="Cambria Math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/>
                                        </a:rPr>
                                        <m:t>𝜌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/>
                                        </a:rPr>
                                        <m:t>𝑓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/>
                                        </a:rPr>
                                        <m:t>𝜌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/>
                                </a:rPr>
                                <m:t>𝑡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/>
                                    </a:rPr>
                                    <m:t>𝑓</m:t>
                                  </m:r>
                                </m:sub>
                              </m:sSub>
                            </m:den>
                          </m:f>
                        </m:sup>
                      </m:sSup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  <a:effectLst/>
                </a:endParaRPr>
              </a:p>
            </p:txBody>
          </p:sp>
        </mc:Choice>
        <mc:Fallback>
          <p:sp>
            <p:nvSpPr>
              <p:cNvPr id="20" name="18 Rectángulo">
                <a:extLst>
                  <a:ext uri="{FF2B5EF4-FFF2-40B4-BE49-F238E27FC236}">
                    <a16:creationId xmlns:a16="http://schemas.microsoft.com/office/drawing/2014/main" id="{CDF318DB-296B-F37D-DEB2-D5BC034B70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7401" y="3840917"/>
                <a:ext cx="2130070" cy="95064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17 Rectángulo">
                <a:extLst>
                  <a:ext uri="{FF2B5EF4-FFF2-40B4-BE49-F238E27FC236}">
                    <a16:creationId xmlns:a16="http://schemas.microsoft.com/office/drawing/2014/main" id="{57269D75-05C7-CBCD-2371-4FFF015E1A1B}"/>
                  </a:ext>
                </a:extLst>
              </p:cNvPr>
              <p:cNvSpPr/>
              <p:nvPr/>
            </p:nvSpPr>
            <p:spPr>
              <a:xfrm>
                <a:off x="4234669" y="3879472"/>
                <a:ext cx="2123723" cy="95064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effectLst/>
                          <a:latin typeface="Cambria Math"/>
                        </a:rPr>
                        <m:t>𝜂</m:t>
                      </m:r>
                      <m:r>
                        <a:rPr lang="en-US" sz="2000" i="1" smtClean="0">
                          <a:solidFill>
                            <a:schemeClr val="tx1"/>
                          </a:solidFill>
                          <a:effectLst/>
                          <a:latin typeface="Cambria Math"/>
                        </a:rPr>
                        <m:t>(</m:t>
                      </m:r>
                      <m:r>
                        <a:rPr lang="en-US" sz="2000" i="1" smtClean="0">
                          <a:solidFill>
                            <a:schemeClr val="tx1"/>
                          </a:solidFill>
                          <a:effectLst/>
                          <a:latin typeface="Cambria Math"/>
                        </a:rPr>
                        <m:t>𝑡</m:t>
                      </m:r>
                      <m:r>
                        <a:rPr lang="en-US" sz="2000" i="1" smtClean="0">
                          <a:solidFill>
                            <a:schemeClr val="tx1"/>
                          </a:solidFill>
                          <a:effectLst/>
                          <a:latin typeface="Cambria Math"/>
                        </a:rPr>
                        <m:t>)=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/>
                              <a:latin typeface="Cambria Math"/>
                            </a:rPr>
                            <m:t>𝜂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/>
                              <a:latin typeface="Cambria Math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/>
                                        </a:rPr>
                                        <m:t>𝜂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/>
                                        </a:rPr>
                                        <m:t>𝑓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/>
                                        </a:rPr>
                                        <m:t>𝜂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/>
                                </a:rPr>
                                <m:t>𝑡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/>
                                    </a:rPr>
                                    <m:t>𝑓</m:t>
                                  </m:r>
                                </m:sub>
                              </m:sSub>
                            </m:den>
                          </m:f>
                        </m:sup>
                      </m:sSup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  <a:effectLst/>
                </a:endParaRPr>
              </a:p>
            </p:txBody>
          </p:sp>
        </mc:Choice>
        <mc:Fallback>
          <p:sp>
            <p:nvSpPr>
              <p:cNvPr id="21" name="17 Rectángulo">
                <a:extLst>
                  <a:ext uri="{FF2B5EF4-FFF2-40B4-BE49-F238E27FC236}">
                    <a16:creationId xmlns:a16="http://schemas.microsoft.com/office/drawing/2014/main" id="{57269D75-05C7-CBCD-2371-4FFF015E1A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4669" y="3879472"/>
                <a:ext cx="2123723" cy="95064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9389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21369-5658-C653-8BDD-C0D9A3FE2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2">
            <a:extLst>
              <a:ext uri="{FF2B5EF4-FFF2-40B4-BE49-F238E27FC236}">
                <a16:creationId xmlns:a16="http://schemas.microsoft.com/office/drawing/2014/main" id="{545548C3-B17E-92F5-C173-3D88CE119985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1177925" cy="682625"/>
            <a:chOff x="-1" y="0"/>
            <a:chExt cx="1570413" cy="911205"/>
          </a:xfrm>
        </p:grpSpPr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1C43DFA5-240E-A8BF-1500-4231DADC7045}"/>
                </a:ext>
              </a:extLst>
            </p:cNvPr>
            <p:cNvSpPr>
              <a:spLocks/>
            </p:cNvSpPr>
            <p:nvPr/>
          </p:nvSpPr>
          <p:spPr bwMode="auto">
            <a:xfrm>
              <a:off x="-1" y="0"/>
              <a:ext cx="1570413" cy="911205"/>
            </a:xfrm>
            <a:custGeom>
              <a:avLst/>
              <a:gdLst>
                <a:gd name="T0" fmla="*/ 0 w 663"/>
                <a:gd name="T1" fmla="*/ 384 h 384"/>
                <a:gd name="T2" fmla="*/ 236 w 663"/>
                <a:gd name="T3" fmla="*/ 384 h 384"/>
                <a:gd name="T4" fmla="*/ 309 w 663"/>
                <a:gd name="T5" fmla="*/ 354 h 384"/>
                <a:gd name="T6" fmla="*/ 663 w 663"/>
                <a:gd name="T7" fmla="*/ 0 h 384"/>
                <a:gd name="T8" fmla="*/ 31 w 663"/>
                <a:gd name="T9" fmla="*/ 5 h 384"/>
                <a:gd name="T10" fmla="*/ 0 w 663"/>
                <a:gd name="T11" fmla="*/ 384 h 384"/>
                <a:gd name="connsiteX0" fmla="*/ 8 w 10008"/>
                <a:gd name="connsiteY0" fmla="*/ 10000 h 10000"/>
                <a:gd name="connsiteX1" fmla="*/ 3568 w 10008"/>
                <a:gd name="connsiteY1" fmla="*/ 10000 h 10000"/>
                <a:gd name="connsiteX2" fmla="*/ 4669 w 10008"/>
                <a:gd name="connsiteY2" fmla="*/ 9219 h 10000"/>
                <a:gd name="connsiteX3" fmla="*/ 10008 w 10008"/>
                <a:gd name="connsiteY3" fmla="*/ 0 h 10000"/>
                <a:gd name="connsiteX4" fmla="*/ 0 w 10008"/>
                <a:gd name="connsiteY4" fmla="*/ 130 h 10000"/>
                <a:gd name="connsiteX5" fmla="*/ 8 w 10008"/>
                <a:gd name="connsiteY5" fmla="*/ 10000 h 10000"/>
                <a:gd name="connsiteX0" fmla="*/ 8 w 10008"/>
                <a:gd name="connsiteY0" fmla="*/ 10023 h 10023"/>
                <a:gd name="connsiteX1" fmla="*/ 3568 w 10008"/>
                <a:gd name="connsiteY1" fmla="*/ 10023 h 10023"/>
                <a:gd name="connsiteX2" fmla="*/ 4669 w 10008"/>
                <a:gd name="connsiteY2" fmla="*/ 9242 h 10023"/>
                <a:gd name="connsiteX3" fmla="*/ 10008 w 10008"/>
                <a:gd name="connsiteY3" fmla="*/ 23 h 10023"/>
                <a:gd name="connsiteX4" fmla="*/ 0 w 10008"/>
                <a:gd name="connsiteY4" fmla="*/ 0 h 10023"/>
                <a:gd name="connsiteX5" fmla="*/ 8 w 10008"/>
                <a:gd name="connsiteY5" fmla="*/ 10023 h 10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8" h="10023">
                  <a:moveTo>
                    <a:pt x="8" y="10023"/>
                  </a:moveTo>
                  <a:lnTo>
                    <a:pt x="3568" y="10023"/>
                  </a:lnTo>
                  <a:cubicBezTo>
                    <a:pt x="3975" y="10023"/>
                    <a:pt x="4367" y="9737"/>
                    <a:pt x="4669" y="9242"/>
                  </a:cubicBezTo>
                  <a:lnTo>
                    <a:pt x="10008" y="23"/>
                  </a:lnTo>
                  <a:lnTo>
                    <a:pt x="0" y="0"/>
                  </a:lnTo>
                  <a:cubicBezTo>
                    <a:pt x="3" y="3290"/>
                    <a:pt x="5" y="6733"/>
                    <a:pt x="8" y="10023"/>
                  </a:cubicBezTo>
                  <a:close/>
                </a:path>
              </a:pathLst>
            </a:custGeom>
            <a:gradFill>
              <a:gsLst>
                <a:gs pos="48000">
                  <a:srgbClr val="09193C"/>
                </a:gs>
                <a:gs pos="100000">
                  <a:srgbClr val="003CA3"/>
                </a:gs>
              </a:gsLst>
              <a:lin ang="5400000" scaled="1"/>
            </a:gradFill>
            <a:ln>
              <a:noFill/>
            </a:ln>
          </p:spPr>
          <p:txBody>
            <a:bodyPr lIns="68580" tIns="34290" rIns="68580" bIns="3429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01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84FEF14A-7129-FFAA-621F-5B2948367644}"/>
                </a:ext>
              </a:extLst>
            </p:cNvPr>
            <p:cNvSpPr>
              <a:spLocks/>
            </p:cNvSpPr>
            <p:nvPr/>
          </p:nvSpPr>
          <p:spPr bwMode="auto">
            <a:xfrm>
              <a:off x="-1" y="0"/>
              <a:ext cx="1157704" cy="671749"/>
            </a:xfrm>
            <a:custGeom>
              <a:avLst/>
              <a:gdLst>
                <a:gd name="T0" fmla="*/ 0 w 663"/>
                <a:gd name="T1" fmla="*/ 384 h 384"/>
                <a:gd name="T2" fmla="*/ 236 w 663"/>
                <a:gd name="T3" fmla="*/ 384 h 384"/>
                <a:gd name="T4" fmla="*/ 309 w 663"/>
                <a:gd name="T5" fmla="*/ 354 h 384"/>
                <a:gd name="T6" fmla="*/ 663 w 663"/>
                <a:gd name="T7" fmla="*/ 0 h 384"/>
                <a:gd name="T8" fmla="*/ 31 w 663"/>
                <a:gd name="T9" fmla="*/ 5 h 384"/>
                <a:gd name="T10" fmla="*/ 0 w 663"/>
                <a:gd name="T11" fmla="*/ 384 h 384"/>
                <a:gd name="connsiteX0" fmla="*/ 8 w 10008"/>
                <a:gd name="connsiteY0" fmla="*/ 10000 h 10000"/>
                <a:gd name="connsiteX1" fmla="*/ 3568 w 10008"/>
                <a:gd name="connsiteY1" fmla="*/ 10000 h 10000"/>
                <a:gd name="connsiteX2" fmla="*/ 4669 w 10008"/>
                <a:gd name="connsiteY2" fmla="*/ 9219 h 10000"/>
                <a:gd name="connsiteX3" fmla="*/ 10008 w 10008"/>
                <a:gd name="connsiteY3" fmla="*/ 0 h 10000"/>
                <a:gd name="connsiteX4" fmla="*/ 0 w 10008"/>
                <a:gd name="connsiteY4" fmla="*/ 130 h 10000"/>
                <a:gd name="connsiteX5" fmla="*/ 8 w 10008"/>
                <a:gd name="connsiteY5" fmla="*/ 10000 h 10000"/>
                <a:gd name="connsiteX0" fmla="*/ 8 w 10008"/>
                <a:gd name="connsiteY0" fmla="*/ 10023 h 10023"/>
                <a:gd name="connsiteX1" fmla="*/ 3568 w 10008"/>
                <a:gd name="connsiteY1" fmla="*/ 10023 h 10023"/>
                <a:gd name="connsiteX2" fmla="*/ 4669 w 10008"/>
                <a:gd name="connsiteY2" fmla="*/ 9242 h 10023"/>
                <a:gd name="connsiteX3" fmla="*/ 10008 w 10008"/>
                <a:gd name="connsiteY3" fmla="*/ 23 h 10023"/>
                <a:gd name="connsiteX4" fmla="*/ 0 w 10008"/>
                <a:gd name="connsiteY4" fmla="*/ 0 h 10023"/>
                <a:gd name="connsiteX5" fmla="*/ 8 w 10008"/>
                <a:gd name="connsiteY5" fmla="*/ 10023 h 10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8" h="10023">
                  <a:moveTo>
                    <a:pt x="8" y="10023"/>
                  </a:moveTo>
                  <a:lnTo>
                    <a:pt x="3568" y="10023"/>
                  </a:lnTo>
                  <a:cubicBezTo>
                    <a:pt x="3975" y="10023"/>
                    <a:pt x="4367" y="9737"/>
                    <a:pt x="4669" y="9242"/>
                  </a:cubicBezTo>
                  <a:lnTo>
                    <a:pt x="10008" y="23"/>
                  </a:lnTo>
                  <a:lnTo>
                    <a:pt x="0" y="0"/>
                  </a:lnTo>
                  <a:cubicBezTo>
                    <a:pt x="3" y="3290"/>
                    <a:pt x="5" y="6733"/>
                    <a:pt x="8" y="10023"/>
                  </a:cubicBezTo>
                  <a:close/>
                </a:path>
              </a:pathLst>
            </a:custGeom>
            <a:gradFill>
              <a:gsLst>
                <a:gs pos="23000">
                  <a:srgbClr val="09193C"/>
                </a:gs>
                <a:gs pos="100000">
                  <a:srgbClr val="003CA3"/>
                </a:gs>
              </a:gsLst>
              <a:lin ang="5400000" scaled="1"/>
            </a:gradFill>
            <a:ln>
              <a:noFill/>
            </a:ln>
          </p:spPr>
          <p:txBody>
            <a:bodyPr lIns="68580" tIns="34290" rIns="68580" bIns="3429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01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" name="AutoShape 4" descr="Imagen generada">
            <a:extLst>
              <a:ext uri="{FF2B5EF4-FFF2-40B4-BE49-F238E27FC236}">
                <a16:creationId xmlns:a16="http://schemas.microsoft.com/office/drawing/2014/main" id="{B2AC52D0-8753-75D3-450A-34BFFC74F28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0B803CE5-7C69-EFFA-856D-625DC1BC0B57}"/>
              </a:ext>
            </a:extLst>
          </p:cNvPr>
          <p:cNvSpPr txBox="1">
            <a:spLocks/>
          </p:cNvSpPr>
          <p:nvPr/>
        </p:nvSpPr>
        <p:spPr>
          <a:xfrm>
            <a:off x="2582267" y="1999386"/>
            <a:ext cx="4557368" cy="5723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6000" b="1" dirty="0">
                <a:solidFill>
                  <a:srgbClr val="002060"/>
                </a:solidFill>
                <a:latin typeface="Raleway" pitchFamily="2" charset="0"/>
                <a:ea typeface="+mn-ea"/>
                <a:cs typeface="+mn-cs"/>
              </a:rPr>
              <a:t>Preguntas?</a:t>
            </a:r>
          </a:p>
        </p:txBody>
      </p:sp>
    </p:spTree>
    <p:extLst>
      <p:ext uri="{BB962C8B-B14F-4D97-AF65-F5344CB8AC3E}">
        <p14:creationId xmlns:p14="http://schemas.microsoft.com/office/powerpoint/2010/main" val="1123832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C567A"/>
      </a:accent1>
      <a:accent2>
        <a:srgbClr val="0072C7"/>
      </a:accent2>
      <a:accent3>
        <a:srgbClr val="0D1D51"/>
      </a:accent3>
      <a:accent4>
        <a:srgbClr val="666666"/>
      </a:accent4>
      <a:accent5>
        <a:srgbClr val="3C76A6"/>
      </a:accent5>
      <a:accent6>
        <a:srgbClr val="1E44BC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DA02990A985E1429346E7EDB47F092B" ma:contentTypeVersion="7" ma:contentTypeDescription="Crear nuevo documento." ma:contentTypeScope="" ma:versionID="637f3bd5eb3e3d405c73f5c92250049f">
  <xsd:schema xmlns:xsd="http://www.w3.org/2001/XMLSchema" xmlns:xs="http://www.w3.org/2001/XMLSchema" xmlns:p="http://schemas.microsoft.com/office/2006/metadata/properties" xmlns:ns2="50d70ff0-be44-4442-a31e-b1ac4229c49f" targetNamespace="http://schemas.microsoft.com/office/2006/metadata/properties" ma:root="true" ma:fieldsID="9ea56dff4003a76d09cf44a27e9b5a6a" ns2:_="">
    <xsd:import namespace="50d70ff0-be44-4442-a31e-b1ac4229c49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d70ff0-be44-4442-a31e-b1ac4229c4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D3E4EB3-179D-4162-B148-619D78458076}"/>
</file>

<file path=customXml/itemProps2.xml><?xml version="1.0" encoding="utf-8"?>
<ds:datastoreItem xmlns:ds="http://schemas.openxmlformats.org/officeDocument/2006/customXml" ds:itemID="{C16EF2C5-5613-4617-8988-F77B7E3A337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2D72823-DCE9-4E32-8B2E-6DD8638B7C07}">
  <ds:schemaRefs>
    <ds:schemaRef ds:uri="a6c25035-f145-4372-9916-f499d6890560"/>
    <ds:schemaRef ds:uri="http://purl.org/dc/terms/"/>
    <ds:schemaRef ds:uri="http://schemas.openxmlformats.org/package/2006/metadata/core-properties"/>
    <ds:schemaRef ds:uri="b5381dfd-d193-4d3b-a4f1-0a044556b78f"/>
    <ds:schemaRef ds:uri="http://schemas.microsoft.com/office/infopath/2007/PartnerControls"/>
    <ds:schemaRef ds:uri="http://www.w3.org/XML/1998/namespace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30816</TotalTime>
  <Words>794</Words>
  <Application>Microsoft Office PowerPoint</Application>
  <PresentationFormat>Presentación en pantalla (16:9)</PresentationFormat>
  <Paragraphs>72</Paragraphs>
  <Slides>15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Cambria Math</vt:lpstr>
      <vt:lpstr>Raleway</vt:lpstr>
      <vt:lpstr>Office Theme</vt:lpstr>
      <vt:lpstr>Imagen de mapa de bits</vt:lpstr>
      <vt:lpstr>Presentación de PowerPoint</vt:lpstr>
      <vt:lpstr>Introduction</vt:lpstr>
      <vt:lpstr>Introduction</vt:lpstr>
      <vt:lpstr>Competitive Learning Rule</vt:lpstr>
      <vt:lpstr>Competitive Learning Rule</vt:lpstr>
      <vt:lpstr>Competitive Learning Rule</vt:lpstr>
      <vt:lpstr>Competitive Learning Rule</vt:lpstr>
      <vt:lpstr>Competitive Learning Rule</vt:lpstr>
      <vt:lpstr>Competitive Learning Rule</vt:lpstr>
      <vt:lpstr>Competitive Learning Rule</vt:lpstr>
      <vt:lpstr>Competitive Learning Rule</vt:lpstr>
      <vt:lpstr>Competitive Learning Rule</vt:lpstr>
      <vt:lpstr>Competitive Learning Rule</vt:lpstr>
      <vt:lpstr>Competitive Learning Rule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JESUS ROCHA SALAZAR</cp:lastModifiedBy>
  <cp:revision>514</cp:revision>
  <dcterms:created xsi:type="dcterms:W3CDTF">2019-09-10T01:48:06Z</dcterms:created>
  <dcterms:modified xsi:type="dcterms:W3CDTF">2026-02-06T21:25:30Z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0x0101002DA02990A985E1429346E7EDB47F092B</vt:lpwstr>
  </property>
  <property fmtid="{D5CDD505-2E9C-101B-9397-08002B2CF9AE}" pid="3" name="MSIP_Label_d291669d-c62a-41f9-9790-e463798003d8_Enabled">
    <vt:lpwstr>true</vt:lpwstr>
  </property>
  <property fmtid="{D5CDD505-2E9C-101B-9397-08002B2CF9AE}" pid="4" name="MSIP_Label_d291669d-c62a-41f9-9790-e463798003d8_SetDate">
    <vt:lpwstr>2024-08-12T22:53:21Z</vt:lpwstr>
  </property>
  <property fmtid="{D5CDD505-2E9C-101B-9397-08002B2CF9AE}" pid="5" name="MSIP_Label_d291669d-c62a-41f9-9790-e463798003d8_Method">
    <vt:lpwstr>Privileged</vt:lpwstr>
  </property>
  <property fmtid="{D5CDD505-2E9C-101B-9397-08002B2CF9AE}" pid="6" name="MSIP_Label_d291669d-c62a-41f9-9790-e463798003d8_Name">
    <vt:lpwstr>Public</vt:lpwstr>
  </property>
  <property fmtid="{D5CDD505-2E9C-101B-9397-08002B2CF9AE}" pid="7" name="MSIP_Label_d291669d-c62a-41f9-9790-e463798003d8_SiteId">
    <vt:lpwstr>1771ae17-e764-4e0f-a476-d4184d79a5d9</vt:lpwstr>
  </property>
  <property fmtid="{D5CDD505-2E9C-101B-9397-08002B2CF9AE}" pid="8" name="MSIP_Label_d291669d-c62a-41f9-9790-e463798003d8_ActionId">
    <vt:lpwstr>6b4c8926-5387-47eb-bfad-601cc03d0f99</vt:lpwstr>
  </property>
  <property fmtid="{D5CDD505-2E9C-101B-9397-08002B2CF9AE}" pid="9" name="MSIP_Label_d291669d-c62a-41f9-9790-e463798003d8_ContentBits">
    <vt:lpwstr>0</vt:lpwstr>
  </property>
</Properties>
</file>