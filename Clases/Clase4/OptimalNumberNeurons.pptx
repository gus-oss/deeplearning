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4"/>
  </p:sldMasterIdLst>
  <p:notesMasterIdLst>
    <p:notesMasterId r:id="rId7"/>
  </p:notesMasterIdLst>
  <p:handoutMasterIdLst>
    <p:handoutMasterId r:id="rId8"/>
  </p:handoutMasterIdLst>
  <p:sldIdLst>
    <p:sldId id="4182" r:id="rId5"/>
    <p:sldId id="2147473126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013793"/>
    <a:srgbClr val="595959"/>
    <a:srgbClr val="5A99D2"/>
    <a:srgbClr val="0D1D50"/>
    <a:srgbClr val="3B74A3"/>
    <a:srgbClr val="898989"/>
    <a:srgbClr val="3C76A5"/>
    <a:srgbClr val="3B75A4"/>
    <a:srgbClr val="656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29D728-8098-456F-867D-8B57D849F5A5}" v="27" dt="2026-02-06T21:27:36.4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696" y="2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>
        <p:scale>
          <a:sx n="100" d="100"/>
          <a:sy n="100" d="100"/>
        </p:scale>
        <p:origin x="954" y="-287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US ROCHA SALAZAR" userId="4e0323458c84468b" providerId="LiveId" clId="{DC2CD160-77F3-4A47-9FD0-6C2276FF51A8}"/>
    <pc:docChg chg="custSel delSld modSld">
      <pc:chgData name="JESUS ROCHA SALAZAR" userId="4e0323458c84468b" providerId="LiveId" clId="{DC2CD160-77F3-4A47-9FD0-6C2276FF51A8}" dt="2026-02-06T21:27:36.437" v="34" actId="20577"/>
      <pc:docMkLst>
        <pc:docMk/>
      </pc:docMkLst>
      <pc:sldChg chg="modSp">
        <pc:chgData name="JESUS ROCHA SALAZAR" userId="4e0323458c84468b" providerId="LiveId" clId="{DC2CD160-77F3-4A47-9FD0-6C2276FF51A8}" dt="2026-02-06T21:27:36.437" v="34" actId="20577"/>
        <pc:sldMkLst>
          <pc:docMk/>
          <pc:sldMk cId="1433306844" sldId="4182"/>
        </pc:sldMkLst>
        <pc:spChg chg="mod">
          <ac:chgData name="JESUS ROCHA SALAZAR" userId="4e0323458c84468b" providerId="LiveId" clId="{DC2CD160-77F3-4A47-9FD0-6C2276FF51A8}" dt="2026-02-06T21:27:36.437" v="34" actId="20577"/>
          <ac:spMkLst>
            <pc:docMk/>
            <pc:sldMk cId="1433306844" sldId="4182"/>
            <ac:spMk id="17" creationId="{78CDE5D4-BED1-4679-97DB-6E2E6F8D48DB}"/>
          </ac:spMkLst>
        </pc:spChg>
      </pc:sldChg>
      <pc:sldChg chg="del">
        <pc:chgData name="JESUS ROCHA SALAZAR" userId="4e0323458c84468b" providerId="LiveId" clId="{DC2CD160-77F3-4A47-9FD0-6C2276FF51A8}" dt="2026-02-06T21:26:39.015" v="1" actId="2696"/>
        <pc:sldMkLst>
          <pc:docMk/>
          <pc:sldMk cId="1123832120" sldId="2147473099"/>
        </pc:sldMkLst>
      </pc:sldChg>
      <pc:sldChg chg="addSp delSp modSp mod">
        <pc:chgData name="JESUS ROCHA SALAZAR" userId="4e0323458c84468b" providerId="LiveId" clId="{DC2CD160-77F3-4A47-9FD0-6C2276FF51A8}" dt="2026-02-06T21:27:26.796" v="9" actId="1076"/>
        <pc:sldMkLst>
          <pc:docMk/>
          <pc:sldMk cId="268863807" sldId="2147473126"/>
        </pc:sldMkLst>
        <pc:spChg chg="del">
          <ac:chgData name="JESUS ROCHA SALAZAR" userId="4e0323458c84468b" providerId="LiveId" clId="{DC2CD160-77F3-4A47-9FD0-6C2276FF51A8}" dt="2026-02-06T21:26:55.572" v="4" actId="478"/>
          <ac:spMkLst>
            <pc:docMk/>
            <pc:sldMk cId="268863807" sldId="2147473126"/>
            <ac:spMk id="2" creationId="{B4770EEE-29F2-580E-9A00-741EC0E06E8C}"/>
          </ac:spMkLst>
        </pc:spChg>
        <pc:spChg chg="del">
          <ac:chgData name="JESUS ROCHA SALAZAR" userId="4e0323458c84468b" providerId="LiveId" clId="{DC2CD160-77F3-4A47-9FD0-6C2276FF51A8}" dt="2026-02-06T21:27:20.698" v="7" actId="478"/>
          <ac:spMkLst>
            <pc:docMk/>
            <pc:sldMk cId="268863807" sldId="2147473126"/>
            <ac:spMk id="5" creationId="{2A7A5529-7021-BAD2-DAC5-E597EEB05092}"/>
          </ac:spMkLst>
        </pc:spChg>
        <pc:spChg chg="add del mod">
          <ac:chgData name="JESUS ROCHA SALAZAR" userId="4e0323458c84468b" providerId="LiveId" clId="{DC2CD160-77F3-4A47-9FD0-6C2276FF51A8}" dt="2026-02-06T21:27:25.202" v="8" actId="478"/>
          <ac:spMkLst>
            <pc:docMk/>
            <pc:sldMk cId="268863807" sldId="2147473126"/>
            <ac:spMk id="9" creationId="{81F30666-FE1C-5C27-BE2A-3342750BC24F}"/>
          </ac:spMkLst>
        </pc:spChg>
        <pc:graphicFrameChg chg="del">
          <ac:chgData name="JESUS ROCHA SALAZAR" userId="4e0323458c84468b" providerId="LiveId" clId="{DC2CD160-77F3-4A47-9FD0-6C2276FF51A8}" dt="2026-02-06T21:26:53.039" v="3" actId="478"/>
          <ac:graphicFrameMkLst>
            <pc:docMk/>
            <pc:sldMk cId="268863807" sldId="2147473126"/>
            <ac:graphicFrameMk id="3" creationId="{5F637D5F-9C42-301A-A578-BA631B0A08F4}"/>
          </ac:graphicFrameMkLst>
        </pc:graphicFrameChg>
        <pc:graphicFrameChg chg="add mod">
          <ac:chgData name="JESUS ROCHA SALAZAR" userId="4e0323458c84468b" providerId="LiveId" clId="{DC2CD160-77F3-4A47-9FD0-6C2276FF51A8}" dt="2026-02-06T21:27:26.796" v="9" actId="1076"/>
          <ac:graphicFrameMkLst>
            <pc:docMk/>
            <pc:sldMk cId="268863807" sldId="2147473126"/>
            <ac:graphicFrameMk id="7" creationId="{3AAE3D58-C665-FDCD-C06E-5F654C9F0D91}"/>
          </ac:graphicFrameMkLst>
        </pc:graphicFrameChg>
      </pc:sldChg>
      <pc:sldChg chg="del">
        <pc:chgData name="JESUS ROCHA SALAZAR" userId="4e0323458c84468b" providerId="LiveId" clId="{DC2CD160-77F3-4A47-9FD0-6C2276FF51A8}" dt="2026-02-06T21:26:39.015" v="1" actId="2696"/>
        <pc:sldMkLst>
          <pc:docMk/>
          <pc:sldMk cId="2716747430" sldId="2147473175"/>
        </pc:sldMkLst>
      </pc:sldChg>
      <pc:sldChg chg="del">
        <pc:chgData name="JESUS ROCHA SALAZAR" userId="4e0323458c84468b" providerId="LiveId" clId="{DC2CD160-77F3-4A47-9FD0-6C2276FF51A8}" dt="2026-02-06T21:26:39.015" v="1" actId="2696"/>
        <pc:sldMkLst>
          <pc:docMk/>
          <pc:sldMk cId="1276120309" sldId="2147473176"/>
        </pc:sldMkLst>
      </pc:sldChg>
      <pc:sldChg chg="del">
        <pc:chgData name="JESUS ROCHA SALAZAR" userId="4e0323458c84468b" providerId="LiveId" clId="{DC2CD160-77F3-4A47-9FD0-6C2276FF51A8}" dt="2026-02-06T21:26:39.015" v="1" actId="2696"/>
        <pc:sldMkLst>
          <pc:docMk/>
          <pc:sldMk cId="2790956395" sldId="2147473177"/>
        </pc:sldMkLst>
      </pc:sldChg>
      <pc:sldChg chg="del">
        <pc:chgData name="JESUS ROCHA SALAZAR" userId="4e0323458c84468b" providerId="LiveId" clId="{DC2CD160-77F3-4A47-9FD0-6C2276FF51A8}" dt="2026-02-06T21:26:39.015" v="1" actId="2696"/>
        <pc:sldMkLst>
          <pc:docMk/>
          <pc:sldMk cId="620814691" sldId="2147473178"/>
        </pc:sldMkLst>
      </pc:sldChg>
      <pc:sldChg chg="del">
        <pc:chgData name="JESUS ROCHA SALAZAR" userId="4e0323458c84468b" providerId="LiveId" clId="{DC2CD160-77F3-4A47-9FD0-6C2276FF51A8}" dt="2026-02-06T21:26:50.336" v="2" actId="2696"/>
        <pc:sldMkLst>
          <pc:docMk/>
          <pc:sldMk cId="3741944382" sldId="2147473179"/>
        </pc:sldMkLst>
      </pc:sldChg>
      <pc:sldChg chg="del">
        <pc:chgData name="JESUS ROCHA SALAZAR" userId="4e0323458c84468b" providerId="LiveId" clId="{DC2CD160-77F3-4A47-9FD0-6C2276FF51A8}" dt="2026-02-06T21:26:50.336" v="2" actId="2696"/>
        <pc:sldMkLst>
          <pc:docMk/>
          <pc:sldMk cId="1383887681" sldId="2147473180"/>
        </pc:sldMkLst>
      </pc:sldChg>
      <pc:sldChg chg="del">
        <pc:chgData name="JESUS ROCHA SALAZAR" userId="4e0323458c84468b" providerId="LiveId" clId="{DC2CD160-77F3-4A47-9FD0-6C2276FF51A8}" dt="2026-02-06T21:26:50.336" v="2" actId="2696"/>
        <pc:sldMkLst>
          <pc:docMk/>
          <pc:sldMk cId="2851787557" sldId="2147473181"/>
        </pc:sldMkLst>
      </pc:sldChg>
      <pc:sldChg chg="del">
        <pc:chgData name="JESUS ROCHA SALAZAR" userId="4e0323458c84468b" providerId="LiveId" clId="{DC2CD160-77F3-4A47-9FD0-6C2276FF51A8}" dt="2026-02-06T21:26:50.336" v="2" actId="2696"/>
        <pc:sldMkLst>
          <pc:docMk/>
          <pc:sldMk cId="1326375213" sldId="2147473182"/>
        </pc:sldMkLst>
      </pc:sldChg>
      <pc:sldChg chg="del">
        <pc:chgData name="JESUS ROCHA SALAZAR" userId="4e0323458c84468b" providerId="LiveId" clId="{DC2CD160-77F3-4A47-9FD0-6C2276FF51A8}" dt="2026-02-06T21:26:50.336" v="2" actId="2696"/>
        <pc:sldMkLst>
          <pc:docMk/>
          <pc:sldMk cId="3083692072" sldId="2147473183"/>
        </pc:sldMkLst>
      </pc:sldChg>
      <pc:sldChg chg="del">
        <pc:chgData name="JESUS ROCHA SALAZAR" userId="4e0323458c84468b" providerId="LiveId" clId="{DC2CD160-77F3-4A47-9FD0-6C2276FF51A8}" dt="2026-02-06T21:26:50.336" v="2" actId="2696"/>
        <pc:sldMkLst>
          <pc:docMk/>
          <pc:sldMk cId="2377358384" sldId="2147473184"/>
        </pc:sldMkLst>
      </pc:sldChg>
      <pc:sldChg chg="del">
        <pc:chgData name="JESUS ROCHA SALAZAR" userId="4e0323458c84468b" providerId="LiveId" clId="{DC2CD160-77F3-4A47-9FD0-6C2276FF51A8}" dt="2026-02-06T21:26:50.336" v="2" actId="2696"/>
        <pc:sldMkLst>
          <pc:docMk/>
          <pc:sldMk cId="3723268993" sldId="2147473185"/>
        </pc:sldMkLst>
      </pc:sldChg>
      <pc:sldChg chg="del">
        <pc:chgData name="JESUS ROCHA SALAZAR" userId="4e0323458c84468b" providerId="LiveId" clId="{DC2CD160-77F3-4A47-9FD0-6C2276FF51A8}" dt="2026-02-06T21:26:31.916" v="0" actId="2696"/>
        <pc:sldMkLst>
          <pc:docMk/>
          <pc:sldMk cId="4149389634" sldId="214747318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DCED173-ADBB-4F9F-B250-DBABF25F80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1577A6-3A17-4A5C-A609-081116AC9E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218887-2D2A-4A91-964F-CFEC368559CF}" type="datetimeFigureOut">
              <a:rPr lang="id-ID" smtClean="0"/>
              <a:t>06/02/2026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AE15E-7F83-4886-8F16-92BED6547A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F1E6D5-D5B6-465F-B770-981EF131B7E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C52C4C-E201-45A0-BB4F-991A321561A1}" type="slidenum">
              <a:rPr lang="id-ID" smtClean="0"/>
              <a:t>‹Nº›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264287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8931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05690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083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5744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94407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12196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24971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33880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42795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14729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66035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94313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FB66A83-33E3-495A-BA40-8310A7896B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70086" y="1169704"/>
            <a:ext cx="4052723" cy="2800964"/>
          </a:xfrm>
          <a:custGeom>
            <a:avLst/>
            <a:gdLst>
              <a:gd name="connsiteX0" fmla="*/ 1867310 w 5403630"/>
              <a:gd name="connsiteY0" fmla="*/ 0 h 3734619"/>
              <a:gd name="connsiteX1" fmla="*/ 2212207 w 5403630"/>
              <a:gd name="connsiteY1" fmla="*/ 142862 h 3734619"/>
              <a:gd name="connsiteX2" fmla="*/ 2701815 w 5403630"/>
              <a:gd name="connsiteY2" fmla="*/ 632470 h 3734619"/>
              <a:gd name="connsiteX3" fmla="*/ 3191423 w 5403630"/>
              <a:gd name="connsiteY3" fmla="*/ 142862 h 3734619"/>
              <a:gd name="connsiteX4" fmla="*/ 3881218 w 5403630"/>
              <a:gd name="connsiteY4" fmla="*/ 142862 h 3734619"/>
              <a:gd name="connsiteX5" fmla="*/ 5260769 w 5403630"/>
              <a:gd name="connsiteY5" fmla="*/ 1522412 h 3734619"/>
              <a:gd name="connsiteX6" fmla="*/ 5260769 w 5403630"/>
              <a:gd name="connsiteY6" fmla="*/ 2212208 h 3734619"/>
              <a:gd name="connsiteX7" fmla="*/ 3881218 w 5403630"/>
              <a:gd name="connsiteY7" fmla="*/ 3591758 h 3734619"/>
              <a:gd name="connsiteX8" fmla="*/ 3191423 w 5403630"/>
              <a:gd name="connsiteY8" fmla="*/ 3591758 h 3734619"/>
              <a:gd name="connsiteX9" fmla="*/ 2701815 w 5403630"/>
              <a:gd name="connsiteY9" fmla="*/ 3102151 h 3734619"/>
              <a:gd name="connsiteX10" fmla="*/ 2212207 w 5403630"/>
              <a:gd name="connsiteY10" fmla="*/ 3591758 h 3734619"/>
              <a:gd name="connsiteX11" fmla="*/ 1522412 w 5403630"/>
              <a:gd name="connsiteY11" fmla="*/ 3591758 h 3734619"/>
              <a:gd name="connsiteX12" fmla="*/ 142862 w 5403630"/>
              <a:gd name="connsiteY12" fmla="*/ 2212208 h 3734619"/>
              <a:gd name="connsiteX13" fmla="*/ 142862 w 5403630"/>
              <a:gd name="connsiteY13" fmla="*/ 1522412 h 3734619"/>
              <a:gd name="connsiteX14" fmla="*/ 1522412 w 5403630"/>
              <a:gd name="connsiteY14" fmla="*/ 142862 h 3734619"/>
              <a:gd name="connsiteX15" fmla="*/ 1867310 w 5403630"/>
              <a:gd name="connsiteY15" fmla="*/ 0 h 3734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3630" h="3734619">
                <a:moveTo>
                  <a:pt x="1867310" y="0"/>
                </a:moveTo>
                <a:cubicBezTo>
                  <a:pt x="1992138" y="0"/>
                  <a:pt x="2116967" y="47621"/>
                  <a:pt x="2212207" y="142862"/>
                </a:cubicBezTo>
                <a:lnTo>
                  <a:pt x="2701815" y="632470"/>
                </a:lnTo>
                <a:lnTo>
                  <a:pt x="3191423" y="142862"/>
                </a:lnTo>
                <a:cubicBezTo>
                  <a:pt x="3381905" y="-47620"/>
                  <a:pt x="3690736" y="-47620"/>
                  <a:pt x="3881218" y="142862"/>
                </a:cubicBezTo>
                <a:lnTo>
                  <a:pt x="5260769" y="1522412"/>
                </a:lnTo>
                <a:cubicBezTo>
                  <a:pt x="5451251" y="1712894"/>
                  <a:pt x="5451251" y="2021726"/>
                  <a:pt x="5260769" y="2212208"/>
                </a:cubicBezTo>
                <a:lnTo>
                  <a:pt x="3881218" y="3591758"/>
                </a:lnTo>
                <a:cubicBezTo>
                  <a:pt x="3690736" y="3782240"/>
                  <a:pt x="3381905" y="3782240"/>
                  <a:pt x="3191423" y="3591758"/>
                </a:cubicBezTo>
                <a:lnTo>
                  <a:pt x="2701815" y="3102151"/>
                </a:lnTo>
                <a:lnTo>
                  <a:pt x="2212207" y="3591758"/>
                </a:lnTo>
                <a:cubicBezTo>
                  <a:pt x="2021726" y="3782240"/>
                  <a:pt x="1712894" y="3782240"/>
                  <a:pt x="1522412" y="3591758"/>
                </a:cubicBezTo>
                <a:lnTo>
                  <a:pt x="142862" y="2212208"/>
                </a:lnTo>
                <a:cubicBezTo>
                  <a:pt x="-47620" y="2021726"/>
                  <a:pt x="-47620" y="1712894"/>
                  <a:pt x="142862" y="1522412"/>
                </a:cubicBezTo>
                <a:lnTo>
                  <a:pt x="1522412" y="142862"/>
                </a:lnTo>
                <a:cubicBezTo>
                  <a:pt x="1617653" y="47621"/>
                  <a:pt x="1742481" y="0"/>
                  <a:pt x="186731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51658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5942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54C0F3D-A00C-408A-8FDD-34AAD6BE09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360924" cy="4402394"/>
          </a:xfrm>
          <a:custGeom>
            <a:avLst/>
            <a:gdLst>
              <a:gd name="connsiteX0" fmla="*/ 0 w 8481232"/>
              <a:gd name="connsiteY0" fmla="*/ 0 h 5869858"/>
              <a:gd name="connsiteX1" fmla="*/ 6316990 w 8481232"/>
              <a:gd name="connsiteY1" fmla="*/ 0 h 5869858"/>
              <a:gd name="connsiteX2" fmla="*/ 8271790 w 8481232"/>
              <a:gd name="connsiteY2" fmla="*/ 1963035 h 5869858"/>
              <a:gd name="connsiteX3" fmla="*/ 8271790 w 8481232"/>
              <a:gd name="connsiteY3" fmla="*/ 2963797 h 5869858"/>
              <a:gd name="connsiteX4" fmla="*/ 5575514 w 8481232"/>
              <a:gd name="connsiteY4" fmla="*/ 5658158 h 5869858"/>
              <a:gd name="connsiteX5" fmla="*/ 5074777 w 8481232"/>
              <a:gd name="connsiteY5" fmla="*/ 5869858 h 5869858"/>
              <a:gd name="connsiteX6" fmla="*/ 0 w 8481232"/>
              <a:gd name="connsiteY6" fmla="*/ 5869858 h 5869858"/>
              <a:gd name="connsiteX7" fmla="*/ 0 w 8481232"/>
              <a:gd name="connsiteY7" fmla="*/ 0 h 5869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81232" h="5869858">
                <a:moveTo>
                  <a:pt x="0" y="0"/>
                </a:moveTo>
                <a:cubicBezTo>
                  <a:pt x="0" y="0"/>
                  <a:pt x="0" y="0"/>
                  <a:pt x="6316990" y="0"/>
                </a:cubicBezTo>
                <a:cubicBezTo>
                  <a:pt x="6316990" y="0"/>
                  <a:pt x="6316990" y="0"/>
                  <a:pt x="8271790" y="1963035"/>
                </a:cubicBezTo>
                <a:cubicBezTo>
                  <a:pt x="8551047" y="2232471"/>
                  <a:pt x="8551047" y="2684738"/>
                  <a:pt x="8271790" y="2963797"/>
                </a:cubicBezTo>
                <a:cubicBezTo>
                  <a:pt x="8271790" y="2963797"/>
                  <a:pt x="8271790" y="2963797"/>
                  <a:pt x="5575514" y="5658158"/>
                </a:cubicBezTo>
                <a:cubicBezTo>
                  <a:pt x="5440700" y="5792877"/>
                  <a:pt x="5267368" y="5869858"/>
                  <a:pt x="5074777" y="5869858"/>
                </a:cubicBezTo>
                <a:cubicBezTo>
                  <a:pt x="5074777" y="5869858"/>
                  <a:pt x="5074777" y="5869858"/>
                  <a:pt x="0" y="5869858"/>
                </a:cubicBezTo>
                <a:cubicBezTo>
                  <a:pt x="0" y="5869858"/>
                  <a:pt x="0" y="5869858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30468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A653CF1-82BD-4689-BEBA-D371BB41555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95164" y="1653072"/>
            <a:ext cx="7945787" cy="3490432"/>
          </a:xfrm>
          <a:custGeom>
            <a:avLst/>
            <a:gdLst>
              <a:gd name="connsiteX0" fmla="*/ 5047666 w 10594382"/>
              <a:gd name="connsiteY0" fmla="*/ 0 h 4653909"/>
              <a:gd name="connsiteX1" fmla="*/ 10594382 w 10594382"/>
              <a:gd name="connsiteY1" fmla="*/ 0 h 4653909"/>
              <a:gd name="connsiteX2" fmla="*/ 10594382 w 10594382"/>
              <a:gd name="connsiteY2" fmla="*/ 4653909 h 4653909"/>
              <a:gd name="connsiteX3" fmla="*/ 0 w 10594382"/>
              <a:gd name="connsiteY3" fmla="*/ 4653909 h 4653909"/>
              <a:gd name="connsiteX4" fmla="*/ 6284 w 10594382"/>
              <a:gd name="connsiteY4" fmla="*/ 4647620 h 4653909"/>
              <a:gd name="connsiteX5" fmla="*/ 4370949 w 10594382"/>
              <a:gd name="connsiteY5" fmla="*/ 278907 h 4653909"/>
              <a:gd name="connsiteX6" fmla="*/ 5047666 w 10594382"/>
              <a:gd name="connsiteY6" fmla="*/ 0 h 465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594382" h="4653909">
                <a:moveTo>
                  <a:pt x="5047666" y="0"/>
                </a:moveTo>
                <a:lnTo>
                  <a:pt x="10594382" y="0"/>
                </a:lnTo>
                <a:lnTo>
                  <a:pt x="10594382" y="4653909"/>
                </a:lnTo>
                <a:lnTo>
                  <a:pt x="0" y="4653909"/>
                </a:lnTo>
                <a:lnTo>
                  <a:pt x="6284" y="4647620"/>
                </a:lnTo>
                <a:cubicBezTo>
                  <a:pt x="411253" y="4242275"/>
                  <a:pt x="1491170" y="3161356"/>
                  <a:pt x="4370949" y="278907"/>
                </a:cubicBezTo>
                <a:cubicBezTo>
                  <a:pt x="4550080" y="99610"/>
                  <a:pt x="4788921" y="0"/>
                  <a:pt x="504766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4718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055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  <p:sldLayoutId id="2147483716" r:id="rId12"/>
    <p:sldLayoutId id="2147483714" r:id="rId13"/>
    <p:sldLayoutId id="2147483650" r:id="rId14"/>
    <p:sldLayoutId id="2147483921" r:id="rId1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9">
            <a:extLst>
              <a:ext uri="{FF2B5EF4-FFF2-40B4-BE49-F238E27FC236}">
                <a16:creationId xmlns:a16="http://schemas.microsoft.com/office/drawing/2014/main" id="{CF82F7C9-E76F-44A6-8028-2DF626E91C6D}"/>
              </a:ext>
            </a:extLst>
          </p:cNvPr>
          <p:cNvSpPr>
            <a:spLocks/>
          </p:cNvSpPr>
          <p:nvPr/>
        </p:nvSpPr>
        <p:spPr bwMode="auto">
          <a:xfrm>
            <a:off x="6924660" y="-2371"/>
            <a:ext cx="2219340" cy="3147527"/>
          </a:xfrm>
          <a:custGeom>
            <a:avLst/>
            <a:gdLst>
              <a:gd name="T0" fmla="*/ 350 w 350"/>
              <a:gd name="T1" fmla="*/ 0 h 499"/>
              <a:gd name="T2" fmla="*/ 12 w 350"/>
              <a:gd name="T3" fmla="*/ 338 h 499"/>
              <a:gd name="T4" fmla="*/ 12 w 350"/>
              <a:gd name="T5" fmla="*/ 383 h 499"/>
              <a:gd name="T6" fmla="*/ 117 w 350"/>
              <a:gd name="T7" fmla="*/ 487 h 499"/>
              <a:gd name="T8" fmla="*/ 161 w 350"/>
              <a:gd name="T9" fmla="*/ 487 h 499"/>
              <a:gd name="T10" fmla="*/ 350 w 350"/>
              <a:gd name="T11" fmla="*/ 298 h 499"/>
              <a:gd name="T12" fmla="*/ 350 w 350"/>
              <a:gd name="T13" fmla="*/ 0 h 4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50" h="499">
                <a:moveTo>
                  <a:pt x="350" y="0"/>
                </a:moveTo>
                <a:cubicBezTo>
                  <a:pt x="12" y="338"/>
                  <a:pt x="12" y="338"/>
                  <a:pt x="12" y="338"/>
                </a:cubicBezTo>
                <a:cubicBezTo>
                  <a:pt x="0" y="350"/>
                  <a:pt x="0" y="370"/>
                  <a:pt x="12" y="383"/>
                </a:cubicBezTo>
                <a:cubicBezTo>
                  <a:pt x="117" y="487"/>
                  <a:pt x="117" y="487"/>
                  <a:pt x="117" y="487"/>
                </a:cubicBezTo>
                <a:cubicBezTo>
                  <a:pt x="129" y="499"/>
                  <a:pt x="149" y="499"/>
                  <a:pt x="161" y="487"/>
                </a:cubicBezTo>
                <a:cubicBezTo>
                  <a:pt x="350" y="298"/>
                  <a:pt x="350" y="298"/>
                  <a:pt x="350" y="298"/>
                </a:cubicBezTo>
                <a:lnTo>
                  <a:pt x="350" y="0"/>
                </a:lnTo>
                <a:close/>
              </a:path>
            </a:pathLst>
          </a:custGeom>
          <a:gradFill>
            <a:gsLst>
              <a:gs pos="100000">
                <a:srgbClr val="09193C"/>
              </a:gs>
              <a:gs pos="0">
                <a:srgbClr val="003CA3"/>
              </a:gs>
            </a:gsLst>
            <a:lin ang="5400000" scaled="1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id-ID" sz="1013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676D53E-7427-4631-81F2-DB85070D41B3}"/>
              </a:ext>
            </a:extLst>
          </p:cNvPr>
          <p:cNvSpPr/>
          <p:nvPr/>
        </p:nvSpPr>
        <p:spPr>
          <a:xfrm>
            <a:off x="4692545" y="1730924"/>
            <a:ext cx="4451457" cy="3407836"/>
          </a:xfrm>
          <a:custGeom>
            <a:avLst/>
            <a:gdLst>
              <a:gd name="connsiteX0" fmla="*/ 4856875 w 5935276"/>
              <a:gd name="connsiteY0" fmla="*/ 0 h 4543781"/>
              <a:gd name="connsiteX1" fmla="*/ 5935276 w 5935276"/>
              <a:gd name="connsiteY1" fmla="*/ 0 h 4543781"/>
              <a:gd name="connsiteX2" fmla="*/ 5935276 w 5935276"/>
              <a:gd name="connsiteY2" fmla="*/ 4543781 h 4543781"/>
              <a:gd name="connsiteX3" fmla="*/ 702490 w 5935276"/>
              <a:gd name="connsiteY3" fmla="*/ 4543781 h 4543781"/>
              <a:gd name="connsiteX4" fmla="*/ 0 w 5935276"/>
              <a:gd name="connsiteY4" fmla="*/ 4542809 h 4543781"/>
              <a:gd name="connsiteX5" fmla="*/ 4026531 w 5935276"/>
              <a:gd name="connsiteY5" fmla="*/ 354794 h 4543781"/>
              <a:gd name="connsiteX6" fmla="*/ 4856875 w 5935276"/>
              <a:gd name="connsiteY6" fmla="*/ 0 h 4543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5276" h="4543781">
                <a:moveTo>
                  <a:pt x="4856875" y="0"/>
                </a:moveTo>
                <a:lnTo>
                  <a:pt x="5935276" y="0"/>
                </a:lnTo>
                <a:lnTo>
                  <a:pt x="5935276" y="4543781"/>
                </a:lnTo>
                <a:lnTo>
                  <a:pt x="702490" y="4543781"/>
                </a:lnTo>
                <a:lnTo>
                  <a:pt x="0" y="4542809"/>
                </a:lnTo>
                <a:lnTo>
                  <a:pt x="4026531" y="354794"/>
                </a:lnTo>
                <a:cubicBezTo>
                  <a:pt x="4254291" y="129925"/>
                  <a:pt x="4549927" y="0"/>
                  <a:pt x="4856875" y="0"/>
                </a:cubicBezTo>
                <a:close/>
              </a:path>
            </a:pathLst>
          </a:custGeom>
          <a:gradFill>
            <a:gsLst>
              <a:gs pos="26000">
                <a:srgbClr val="09193C"/>
              </a:gs>
              <a:gs pos="100000">
                <a:srgbClr val="003CA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013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156E7ED-E596-4DB3-AC2C-2843D3AB5BA8}"/>
              </a:ext>
            </a:extLst>
          </p:cNvPr>
          <p:cNvSpPr/>
          <p:nvPr/>
        </p:nvSpPr>
        <p:spPr>
          <a:xfrm>
            <a:off x="5477859" y="2245417"/>
            <a:ext cx="3666145" cy="2898083"/>
          </a:xfrm>
          <a:custGeom>
            <a:avLst/>
            <a:gdLst>
              <a:gd name="connsiteX0" fmla="*/ 4248543 w 4888193"/>
              <a:gd name="connsiteY0" fmla="*/ 0 h 3864111"/>
              <a:gd name="connsiteX1" fmla="*/ 4888193 w 4888193"/>
              <a:gd name="connsiteY1" fmla="*/ 0 h 3864111"/>
              <a:gd name="connsiteX2" fmla="*/ 4888193 w 4888193"/>
              <a:gd name="connsiteY2" fmla="*/ 3864111 h 3864111"/>
              <a:gd name="connsiteX3" fmla="*/ 0 w 4888193"/>
              <a:gd name="connsiteY3" fmla="*/ 3864111 h 3864111"/>
              <a:gd name="connsiteX4" fmla="*/ 3343188 w 4888193"/>
              <a:gd name="connsiteY4" fmla="*/ 386844 h 3864111"/>
              <a:gd name="connsiteX5" fmla="*/ 4248543 w 4888193"/>
              <a:gd name="connsiteY5" fmla="*/ 0 h 3864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88193" h="3864111">
                <a:moveTo>
                  <a:pt x="4248543" y="0"/>
                </a:moveTo>
                <a:lnTo>
                  <a:pt x="4888193" y="0"/>
                </a:lnTo>
                <a:lnTo>
                  <a:pt x="4888193" y="3864111"/>
                </a:lnTo>
                <a:lnTo>
                  <a:pt x="0" y="3864111"/>
                </a:lnTo>
                <a:lnTo>
                  <a:pt x="3343188" y="386844"/>
                </a:lnTo>
                <a:cubicBezTo>
                  <a:pt x="3591523" y="141661"/>
                  <a:pt x="3913866" y="0"/>
                  <a:pt x="4248543" y="0"/>
                </a:cubicBezTo>
                <a:close/>
              </a:path>
            </a:pathLst>
          </a:custGeom>
          <a:gradFill>
            <a:gsLst>
              <a:gs pos="61000">
                <a:srgbClr val="09193C"/>
              </a:gs>
              <a:gs pos="0">
                <a:srgbClr val="003CA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013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C7DE09E-54A6-4A32-AD88-7408F7286AD3}"/>
              </a:ext>
            </a:extLst>
          </p:cNvPr>
          <p:cNvSpPr txBox="1">
            <a:spLocks/>
          </p:cNvSpPr>
          <p:nvPr/>
        </p:nvSpPr>
        <p:spPr>
          <a:xfrm>
            <a:off x="1664858" y="3434842"/>
            <a:ext cx="3002835" cy="15444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id-ID" sz="2000" spc="225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CDE5D4-BED1-4679-97DB-6E2E6F8D48DB}"/>
              </a:ext>
            </a:extLst>
          </p:cNvPr>
          <p:cNvSpPr txBox="1"/>
          <p:nvPr/>
        </p:nvSpPr>
        <p:spPr>
          <a:xfrm>
            <a:off x="321589" y="473404"/>
            <a:ext cx="6875990" cy="27392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4800" b="1" spc="300" dirty="0" err="1">
                <a:latin typeface="Raleway"/>
              </a:rPr>
              <a:t>Optimal</a:t>
            </a:r>
            <a:r>
              <a:rPr lang="es-ES" sz="4800" b="1" spc="300" dirty="0">
                <a:latin typeface="Raleway"/>
              </a:rPr>
              <a:t> </a:t>
            </a:r>
            <a:r>
              <a:rPr lang="es-ES" sz="4800" b="1" spc="300" dirty="0" err="1">
                <a:latin typeface="Raleway"/>
              </a:rPr>
              <a:t>Number</a:t>
            </a:r>
            <a:r>
              <a:rPr lang="es-ES" sz="4800" b="1" spc="300" dirty="0">
                <a:latin typeface="Raleway"/>
              </a:rPr>
              <a:t> </a:t>
            </a:r>
            <a:r>
              <a:rPr lang="es-ES" sz="4800" b="1" spc="300" dirty="0" err="1">
                <a:latin typeface="Raleway"/>
              </a:rPr>
              <a:t>of</a:t>
            </a:r>
            <a:r>
              <a:rPr lang="es-ES" sz="4800" b="1" spc="300" dirty="0">
                <a:latin typeface="Raleway"/>
              </a:rPr>
              <a:t> </a:t>
            </a:r>
            <a:r>
              <a:rPr lang="es-ES" sz="4800" b="1" spc="300" dirty="0" err="1">
                <a:latin typeface="Raleway"/>
              </a:rPr>
              <a:t>Neurons</a:t>
            </a:r>
            <a:endParaRPr lang="es-ES" sz="4800" b="1" spc="300" dirty="0">
              <a:latin typeface="Raleway"/>
            </a:endParaRPr>
          </a:p>
          <a:p>
            <a:pPr algn="ctr"/>
            <a:endParaRPr lang="es-ES" sz="4800" b="1" spc="300" dirty="0">
              <a:latin typeface="Raleway"/>
            </a:endParaRPr>
          </a:p>
          <a:p>
            <a:pPr algn="ctr"/>
            <a:r>
              <a:rPr lang="es-ES" sz="2800" b="1" spc="300" dirty="0">
                <a:latin typeface="Raleway"/>
              </a:rPr>
              <a:t>Feb 2026</a:t>
            </a:r>
          </a:p>
        </p:txBody>
      </p:sp>
    </p:spTree>
    <p:extLst>
      <p:ext uri="{BB962C8B-B14F-4D97-AF65-F5344CB8AC3E}">
        <p14:creationId xmlns:p14="http://schemas.microsoft.com/office/powerpoint/2010/main" val="1433306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2" grpId="0" animBg="1"/>
      <p:bldP spid="20" grpId="0" animBg="1"/>
      <p:bldP spid="14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812B0-87F6-84C7-1B57-A2BFEF1CD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5022D1E3-1313-9BB8-AF08-FF8C813234F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177925" cy="682625"/>
            <a:chOff x="-1" y="0"/>
            <a:chExt cx="1570413" cy="911205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EC99A055-C22D-BB45-4648-0F33AE28B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570413" cy="911205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48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C9B4FDB0-B889-6FAA-123D-C92530335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0"/>
              <a:ext cx="1157704" cy="671749"/>
            </a:xfrm>
            <a:custGeom>
              <a:avLst/>
              <a:gdLst>
                <a:gd name="T0" fmla="*/ 0 w 663"/>
                <a:gd name="T1" fmla="*/ 384 h 384"/>
                <a:gd name="T2" fmla="*/ 236 w 663"/>
                <a:gd name="T3" fmla="*/ 384 h 384"/>
                <a:gd name="T4" fmla="*/ 309 w 663"/>
                <a:gd name="T5" fmla="*/ 354 h 384"/>
                <a:gd name="T6" fmla="*/ 663 w 663"/>
                <a:gd name="T7" fmla="*/ 0 h 384"/>
                <a:gd name="T8" fmla="*/ 31 w 663"/>
                <a:gd name="T9" fmla="*/ 5 h 384"/>
                <a:gd name="T10" fmla="*/ 0 w 663"/>
                <a:gd name="T11" fmla="*/ 384 h 384"/>
                <a:gd name="connsiteX0" fmla="*/ 8 w 10008"/>
                <a:gd name="connsiteY0" fmla="*/ 10000 h 10000"/>
                <a:gd name="connsiteX1" fmla="*/ 3568 w 10008"/>
                <a:gd name="connsiteY1" fmla="*/ 10000 h 10000"/>
                <a:gd name="connsiteX2" fmla="*/ 4669 w 10008"/>
                <a:gd name="connsiteY2" fmla="*/ 9219 h 10000"/>
                <a:gd name="connsiteX3" fmla="*/ 10008 w 10008"/>
                <a:gd name="connsiteY3" fmla="*/ 0 h 10000"/>
                <a:gd name="connsiteX4" fmla="*/ 0 w 10008"/>
                <a:gd name="connsiteY4" fmla="*/ 130 h 10000"/>
                <a:gd name="connsiteX5" fmla="*/ 8 w 10008"/>
                <a:gd name="connsiteY5" fmla="*/ 10000 h 10000"/>
                <a:gd name="connsiteX0" fmla="*/ 8 w 10008"/>
                <a:gd name="connsiteY0" fmla="*/ 10023 h 10023"/>
                <a:gd name="connsiteX1" fmla="*/ 3568 w 10008"/>
                <a:gd name="connsiteY1" fmla="*/ 10023 h 10023"/>
                <a:gd name="connsiteX2" fmla="*/ 4669 w 10008"/>
                <a:gd name="connsiteY2" fmla="*/ 9242 h 10023"/>
                <a:gd name="connsiteX3" fmla="*/ 10008 w 10008"/>
                <a:gd name="connsiteY3" fmla="*/ 23 h 10023"/>
                <a:gd name="connsiteX4" fmla="*/ 0 w 10008"/>
                <a:gd name="connsiteY4" fmla="*/ 0 h 10023"/>
                <a:gd name="connsiteX5" fmla="*/ 8 w 10008"/>
                <a:gd name="connsiteY5" fmla="*/ 10023 h 1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8" h="10023">
                  <a:moveTo>
                    <a:pt x="8" y="10023"/>
                  </a:moveTo>
                  <a:lnTo>
                    <a:pt x="3568" y="10023"/>
                  </a:lnTo>
                  <a:cubicBezTo>
                    <a:pt x="3975" y="10023"/>
                    <a:pt x="4367" y="9737"/>
                    <a:pt x="4669" y="9242"/>
                  </a:cubicBezTo>
                  <a:lnTo>
                    <a:pt x="10008" y="23"/>
                  </a:lnTo>
                  <a:lnTo>
                    <a:pt x="0" y="0"/>
                  </a:lnTo>
                  <a:cubicBezTo>
                    <a:pt x="3" y="3290"/>
                    <a:pt x="5" y="6733"/>
                    <a:pt x="8" y="10023"/>
                  </a:cubicBezTo>
                  <a:close/>
                </a:path>
              </a:pathLst>
            </a:custGeom>
            <a:gradFill>
              <a:gsLst>
                <a:gs pos="23000">
                  <a:srgbClr val="09193C"/>
                </a:gs>
                <a:gs pos="100000">
                  <a:srgbClr val="003CA3"/>
                </a:gs>
              </a:gsLst>
              <a:lin ang="5400000" scaled="1"/>
            </a:gradFill>
            <a:ln>
              <a:noFill/>
            </a:ln>
          </p:spPr>
          <p:txBody>
            <a:bodyPr lIns="68580" tIns="34290" rIns="68580" bIns="3429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AutoShape 4" descr="Imagen generada">
            <a:extLst>
              <a:ext uri="{FF2B5EF4-FFF2-40B4-BE49-F238E27FC236}">
                <a16:creationId xmlns:a16="http://schemas.microsoft.com/office/drawing/2014/main" id="{9989BC41-E11F-CF5C-2D7D-8C91102FCD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3AAE3D58-C665-FDCD-C06E-5F654C9F0D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8710746"/>
              </p:ext>
            </p:extLst>
          </p:nvPr>
        </p:nvGraphicFramePr>
        <p:xfrm>
          <a:off x="211354" y="1044575"/>
          <a:ext cx="8604250" cy="305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8604360" imgH="3054240" progId="PBrush">
                  <p:embed/>
                </p:oleObj>
              </mc:Choice>
              <mc:Fallback>
                <p:oleObj name="Bitmap Image" r:id="rId2" imgW="8604360" imgH="3054240" progId="PBrush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3AAE3D58-C665-FDCD-C06E-5F654C9F0D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1354" y="1044575"/>
                        <a:ext cx="8604250" cy="305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86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C567A"/>
      </a:accent1>
      <a:accent2>
        <a:srgbClr val="0072C7"/>
      </a:accent2>
      <a:accent3>
        <a:srgbClr val="0D1D51"/>
      </a:accent3>
      <a:accent4>
        <a:srgbClr val="666666"/>
      </a:accent4>
      <a:accent5>
        <a:srgbClr val="3C76A6"/>
      </a:accent5>
      <a:accent6>
        <a:srgbClr val="1E44B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DA02990A985E1429346E7EDB47F092B" ma:contentTypeVersion="7" ma:contentTypeDescription="Crear nuevo documento." ma:contentTypeScope="" ma:versionID="637f3bd5eb3e3d405c73f5c92250049f">
  <xsd:schema xmlns:xsd="http://www.w3.org/2001/XMLSchema" xmlns:xs="http://www.w3.org/2001/XMLSchema" xmlns:p="http://schemas.microsoft.com/office/2006/metadata/properties" xmlns:ns2="50d70ff0-be44-4442-a31e-b1ac4229c49f" targetNamespace="http://schemas.microsoft.com/office/2006/metadata/properties" ma:root="true" ma:fieldsID="9ea56dff4003a76d09cf44a27e9b5a6a" ns2:_="">
    <xsd:import namespace="50d70ff0-be44-4442-a31e-b1ac4229c4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d70ff0-be44-4442-a31e-b1ac4229c4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C0ADABE-18D2-470C-851A-3CDFEDE9B44B}"/>
</file>

<file path=customXml/itemProps2.xml><?xml version="1.0" encoding="utf-8"?>
<ds:datastoreItem xmlns:ds="http://schemas.openxmlformats.org/officeDocument/2006/customXml" ds:itemID="{C16EF2C5-5613-4617-8988-F77B7E3A33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D72823-DCE9-4E32-8B2E-6DD8638B7C07}">
  <ds:schemaRefs>
    <ds:schemaRef ds:uri="a6c25035-f145-4372-9916-f499d6890560"/>
    <ds:schemaRef ds:uri="http://purl.org/dc/terms/"/>
    <ds:schemaRef ds:uri="http://schemas.openxmlformats.org/package/2006/metadata/core-properties"/>
    <ds:schemaRef ds:uri="b5381dfd-d193-4d3b-a4f1-0a044556b78f"/>
    <ds:schemaRef ds:uri="http://schemas.microsoft.com/office/infopath/2007/PartnerControls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30818</TotalTime>
  <Words>6</Words>
  <Application>Microsoft Office PowerPoint</Application>
  <PresentationFormat>Presentación en pantalla (16:9)</PresentationFormat>
  <Paragraphs>3</Paragraphs>
  <Slides>2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Raleway</vt:lpstr>
      <vt:lpstr>Office Theme</vt:lpstr>
      <vt:lpstr>Bitmap Image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JESUS ROCHA SALAZAR</cp:lastModifiedBy>
  <cp:revision>515</cp:revision>
  <dcterms:created xsi:type="dcterms:W3CDTF">2019-09-10T01:48:06Z</dcterms:created>
  <dcterms:modified xsi:type="dcterms:W3CDTF">2026-02-06T21:27:41Z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0x0101002DA02990A985E1429346E7EDB47F092B</vt:lpwstr>
  </property>
  <property fmtid="{D5CDD505-2E9C-101B-9397-08002B2CF9AE}" pid="3" name="MSIP_Label_d291669d-c62a-41f9-9790-e463798003d8_Enabled">
    <vt:lpwstr>true</vt:lpwstr>
  </property>
  <property fmtid="{D5CDD505-2E9C-101B-9397-08002B2CF9AE}" pid="4" name="MSIP_Label_d291669d-c62a-41f9-9790-e463798003d8_SetDate">
    <vt:lpwstr>2024-08-12T22:53:21Z</vt:lpwstr>
  </property>
  <property fmtid="{D5CDD505-2E9C-101B-9397-08002B2CF9AE}" pid="5" name="MSIP_Label_d291669d-c62a-41f9-9790-e463798003d8_Method">
    <vt:lpwstr>Privileged</vt:lpwstr>
  </property>
  <property fmtid="{D5CDD505-2E9C-101B-9397-08002B2CF9AE}" pid="6" name="MSIP_Label_d291669d-c62a-41f9-9790-e463798003d8_Name">
    <vt:lpwstr>Public</vt:lpwstr>
  </property>
  <property fmtid="{D5CDD505-2E9C-101B-9397-08002B2CF9AE}" pid="7" name="MSIP_Label_d291669d-c62a-41f9-9790-e463798003d8_SiteId">
    <vt:lpwstr>1771ae17-e764-4e0f-a476-d4184d79a5d9</vt:lpwstr>
  </property>
  <property fmtid="{D5CDD505-2E9C-101B-9397-08002B2CF9AE}" pid="8" name="MSIP_Label_d291669d-c62a-41f9-9790-e463798003d8_ActionId">
    <vt:lpwstr>6b4c8926-5387-47eb-bfad-601cc03d0f99</vt:lpwstr>
  </property>
  <property fmtid="{D5CDD505-2E9C-101B-9397-08002B2CF9AE}" pid="9" name="MSIP_Label_d291669d-c62a-41f9-9790-e463798003d8_ContentBits">
    <vt:lpwstr>0</vt:lpwstr>
  </property>
</Properties>
</file>