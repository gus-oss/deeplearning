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4"/>
  </p:sldMasterIdLst>
  <p:notesMasterIdLst>
    <p:notesMasterId r:id="rId49"/>
  </p:notesMasterIdLst>
  <p:handoutMasterIdLst>
    <p:handoutMasterId r:id="rId50"/>
  </p:handoutMasterIdLst>
  <p:sldIdLst>
    <p:sldId id="4182" r:id="rId5"/>
    <p:sldId id="2147473126" r:id="rId6"/>
    <p:sldId id="2147473127" r:id="rId7"/>
    <p:sldId id="2147473128" r:id="rId8"/>
    <p:sldId id="2147473129" r:id="rId9"/>
    <p:sldId id="2147473133" r:id="rId10"/>
    <p:sldId id="2147473130" r:id="rId11"/>
    <p:sldId id="2147473134" r:id="rId12"/>
    <p:sldId id="2147473135" r:id="rId13"/>
    <p:sldId id="2147473136" r:id="rId14"/>
    <p:sldId id="2147473137" r:id="rId15"/>
    <p:sldId id="2147473138" r:id="rId16"/>
    <p:sldId id="2147473139" r:id="rId17"/>
    <p:sldId id="2147473140" r:id="rId18"/>
    <p:sldId id="2147473141" r:id="rId19"/>
    <p:sldId id="2147473142" r:id="rId20"/>
    <p:sldId id="2147473143" r:id="rId21"/>
    <p:sldId id="2147473144" r:id="rId22"/>
    <p:sldId id="2147473145" r:id="rId23"/>
    <p:sldId id="2147473146" r:id="rId24"/>
    <p:sldId id="2147473147" r:id="rId25"/>
    <p:sldId id="2147473148" r:id="rId26"/>
    <p:sldId id="2147473149" r:id="rId27"/>
    <p:sldId id="2147473150" r:id="rId28"/>
    <p:sldId id="2147473151" r:id="rId29"/>
    <p:sldId id="2147473152" r:id="rId30"/>
    <p:sldId id="2147473153" r:id="rId31"/>
    <p:sldId id="2147473154" r:id="rId32"/>
    <p:sldId id="2147473155" r:id="rId33"/>
    <p:sldId id="2147473156" r:id="rId34"/>
    <p:sldId id="2147473157" r:id="rId35"/>
    <p:sldId id="2147473158" r:id="rId36"/>
    <p:sldId id="2147473159" r:id="rId37"/>
    <p:sldId id="2147473160" r:id="rId38"/>
    <p:sldId id="2147473161" r:id="rId39"/>
    <p:sldId id="2147473162" r:id="rId40"/>
    <p:sldId id="2147473163" r:id="rId41"/>
    <p:sldId id="2147473164" r:id="rId42"/>
    <p:sldId id="2147473165" r:id="rId43"/>
    <p:sldId id="2147473166" r:id="rId44"/>
    <p:sldId id="2147473167" r:id="rId45"/>
    <p:sldId id="2147473168" r:id="rId46"/>
    <p:sldId id="2147473169" r:id="rId47"/>
    <p:sldId id="2147473099" r:id="rId4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13793"/>
    <a:srgbClr val="595959"/>
    <a:srgbClr val="5A99D2"/>
    <a:srgbClr val="0D1D50"/>
    <a:srgbClr val="3B74A3"/>
    <a:srgbClr val="898989"/>
    <a:srgbClr val="3C76A5"/>
    <a:srgbClr val="3B75A4"/>
    <a:srgbClr val="65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29DEA-8331-45DB-80DC-0A049A5D3978}" v="140" dt="2026-02-13T23:13:32.3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4660"/>
  </p:normalViewPr>
  <p:slideViewPr>
    <p:cSldViewPr snapToGrid="0" showGuides="1">
      <p:cViewPr varScale="1">
        <p:scale>
          <a:sx n="87" d="100"/>
          <a:sy n="87" d="100"/>
        </p:scale>
        <p:origin x="516" y="28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showGuides="1">
      <p:cViewPr>
        <p:scale>
          <a:sx n="100" d="100"/>
          <a:sy n="100" d="100"/>
        </p:scale>
        <p:origin x="954" y="-28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US ROCHA SALAZAR" userId="4e0323458c84468b" providerId="LiveId" clId="{DC2CD160-77F3-4A47-9FD0-6C2276FF51A8}"/>
    <pc:docChg chg="undo custSel addSld delSld modSld">
      <pc:chgData name="JESUS ROCHA SALAZAR" userId="4e0323458c84468b" providerId="LiveId" clId="{DC2CD160-77F3-4A47-9FD0-6C2276FF51A8}" dt="2026-02-13T23:13:32.360" v="657" actId="1076"/>
      <pc:docMkLst>
        <pc:docMk/>
      </pc:docMkLst>
      <pc:sldChg chg="modSp">
        <pc:chgData name="JESUS ROCHA SALAZAR" userId="4e0323458c84468b" providerId="LiveId" clId="{DC2CD160-77F3-4A47-9FD0-6C2276FF51A8}" dt="2026-02-13T21:57:48.020" v="12" actId="20577"/>
        <pc:sldMkLst>
          <pc:docMk/>
          <pc:sldMk cId="1433306844" sldId="4182"/>
        </pc:sldMkLst>
        <pc:spChg chg="mod">
          <ac:chgData name="JESUS ROCHA SALAZAR" userId="4e0323458c84468b" providerId="LiveId" clId="{DC2CD160-77F3-4A47-9FD0-6C2276FF51A8}" dt="2026-02-13T21:57:48.020" v="12" actId="20577"/>
          <ac:spMkLst>
            <pc:docMk/>
            <pc:sldMk cId="1433306844" sldId="4182"/>
            <ac:spMk id="17" creationId="{78CDE5D4-BED1-4679-97DB-6E2E6F8D48DB}"/>
          </ac:spMkLst>
        </pc:spChg>
      </pc:sldChg>
      <pc:sldChg chg="modSp mod">
        <pc:chgData name="JESUS ROCHA SALAZAR" userId="4e0323458c84468b" providerId="LiveId" clId="{DC2CD160-77F3-4A47-9FD0-6C2276FF51A8}" dt="2026-02-13T23:11:49.918" v="648" actId="20577"/>
        <pc:sldMkLst>
          <pc:docMk/>
          <pc:sldMk cId="1123832120" sldId="2147473099"/>
        </pc:sldMkLst>
        <pc:spChg chg="mod">
          <ac:chgData name="JESUS ROCHA SALAZAR" userId="4e0323458c84468b" providerId="LiveId" clId="{DC2CD160-77F3-4A47-9FD0-6C2276FF51A8}" dt="2026-02-13T23:11:49.918" v="648" actId="20577"/>
          <ac:spMkLst>
            <pc:docMk/>
            <pc:sldMk cId="1123832120" sldId="2147473099"/>
            <ac:spMk id="4" creationId="{0B803CE5-7C69-EFFA-856D-625DC1BC0B57}"/>
          </ac:spMkLst>
        </pc:spChg>
      </pc:sldChg>
      <pc:sldChg chg="addSp delSp modSp mod">
        <pc:chgData name="JESUS ROCHA SALAZAR" userId="4e0323458c84468b" providerId="LiveId" clId="{DC2CD160-77F3-4A47-9FD0-6C2276FF51A8}" dt="2026-02-13T23:13:32.360" v="657" actId="1076"/>
        <pc:sldMkLst>
          <pc:docMk/>
          <pc:sldMk cId="268863807" sldId="2147473126"/>
        </pc:sldMkLst>
        <pc:spChg chg="mod">
          <ac:chgData name="JESUS ROCHA SALAZAR" userId="4e0323458c84468b" providerId="LiveId" clId="{DC2CD160-77F3-4A47-9FD0-6C2276FF51A8}" dt="2026-02-13T23:13:32.360" v="657" actId="1076"/>
          <ac:spMkLst>
            <pc:docMk/>
            <pc:sldMk cId="268863807" sldId="2147473126"/>
            <ac:spMk id="2" creationId="{B4770EEE-29F2-580E-9A00-741EC0E06E8C}"/>
          </ac:spMkLst>
        </pc:spChg>
        <pc:spChg chg="mod">
          <ac:chgData name="JESUS ROCHA SALAZAR" userId="4e0323458c84468b" providerId="LiveId" clId="{DC2CD160-77F3-4A47-9FD0-6C2276FF51A8}" dt="2026-02-13T21:58:55.289" v="24" actId="20577"/>
          <ac:spMkLst>
            <pc:docMk/>
            <pc:sldMk cId="268863807" sldId="2147473126"/>
            <ac:spMk id="5" creationId="{2A7A5529-7021-BAD2-DAC5-E597EEB05092}"/>
          </ac:spMkLst>
        </pc:spChg>
        <pc:graphicFrameChg chg="del">
          <ac:chgData name="JESUS ROCHA SALAZAR" userId="4e0323458c84468b" providerId="LiveId" clId="{DC2CD160-77F3-4A47-9FD0-6C2276FF51A8}" dt="2026-02-13T22:01:23.608" v="26" actId="478"/>
          <ac:graphicFrameMkLst>
            <pc:docMk/>
            <pc:sldMk cId="268863807" sldId="2147473126"/>
            <ac:graphicFrameMk id="3" creationId="{5F637D5F-9C42-301A-A578-BA631B0A08F4}"/>
          </ac:graphicFrameMkLst>
        </pc:graphicFrameChg>
        <pc:picChg chg="add mod">
          <ac:chgData name="JESUS ROCHA SALAZAR" userId="4e0323458c84468b" providerId="LiveId" clId="{DC2CD160-77F3-4A47-9FD0-6C2276FF51A8}" dt="2026-02-13T23:12:28.296" v="653" actId="1076"/>
          <ac:picMkLst>
            <pc:docMk/>
            <pc:sldMk cId="268863807" sldId="2147473126"/>
            <ac:picMk id="4" creationId="{4059D848-30DF-B800-F893-686272A69241}"/>
          </ac:picMkLst>
        </pc:picChg>
        <pc:picChg chg="add mod">
          <ac:chgData name="JESUS ROCHA SALAZAR" userId="4e0323458c84468b" providerId="LiveId" clId="{DC2CD160-77F3-4A47-9FD0-6C2276FF51A8}" dt="2026-02-13T23:12:29.810" v="654" actId="1076"/>
          <ac:picMkLst>
            <pc:docMk/>
            <pc:sldMk cId="268863807" sldId="2147473126"/>
            <ac:picMk id="7" creationId="{B11ED493-2C73-FC3F-57D0-3FB7C8507E9F}"/>
          </ac:picMkLst>
        </pc:picChg>
      </pc:sldChg>
      <pc:sldChg chg="addSp delSp modSp add mod">
        <pc:chgData name="JESUS ROCHA SALAZAR" userId="4e0323458c84468b" providerId="LiveId" clId="{DC2CD160-77F3-4A47-9FD0-6C2276FF51A8}" dt="2026-02-13T22:03:25.094" v="60" actId="1076"/>
        <pc:sldMkLst>
          <pc:docMk/>
          <pc:sldMk cId="2354083678" sldId="2147473127"/>
        </pc:sldMkLst>
        <pc:spChg chg="del">
          <ac:chgData name="JESUS ROCHA SALAZAR" userId="4e0323458c84468b" providerId="LiveId" clId="{DC2CD160-77F3-4A47-9FD0-6C2276FF51A8}" dt="2026-02-13T22:02:09.231" v="38" actId="478"/>
          <ac:spMkLst>
            <pc:docMk/>
            <pc:sldMk cId="2354083678" sldId="2147473127"/>
            <ac:spMk id="2" creationId="{3031E4D9-9EB7-C8B3-ABF8-774542D9F2A7}"/>
          </ac:spMkLst>
        </pc:spChg>
        <pc:spChg chg="mod">
          <ac:chgData name="JESUS ROCHA SALAZAR" userId="4e0323458c84468b" providerId="LiveId" clId="{DC2CD160-77F3-4A47-9FD0-6C2276FF51A8}" dt="2026-02-13T22:02:40.043" v="49" actId="20577"/>
          <ac:spMkLst>
            <pc:docMk/>
            <pc:sldMk cId="2354083678" sldId="2147473127"/>
            <ac:spMk id="5" creationId="{B98BCCCF-C374-C698-508B-DFC6D0B3D0A0}"/>
          </ac:spMkLst>
        </pc:spChg>
        <pc:spChg chg="add mod">
          <ac:chgData name="JESUS ROCHA SALAZAR" userId="4e0323458c84468b" providerId="LiveId" clId="{DC2CD160-77F3-4A47-9FD0-6C2276FF51A8}" dt="2026-02-13T22:03:15.954" v="56" actId="1076"/>
          <ac:spMkLst>
            <pc:docMk/>
            <pc:sldMk cId="2354083678" sldId="2147473127"/>
            <ac:spMk id="8" creationId="{912ECACE-E77D-3C70-CA11-FF23C306BAAC}"/>
          </ac:spMkLst>
        </pc:spChg>
        <pc:graphicFrameChg chg="add mod">
          <ac:chgData name="JESUS ROCHA SALAZAR" userId="4e0323458c84468b" providerId="LiveId" clId="{DC2CD160-77F3-4A47-9FD0-6C2276FF51A8}" dt="2026-02-13T22:03:25.094" v="60" actId="1076"/>
          <ac:graphicFrameMkLst>
            <pc:docMk/>
            <pc:sldMk cId="2354083678" sldId="2147473127"/>
            <ac:graphicFrameMk id="9" creationId="{6AD8979A-B4CC-77B9-2354-534A2588C219}"/>
          </ac:graphicFrameMkLst>
        </pc:graphicFrameChg>
        <pc:picChg chg="del">
          <ac:chgData name="JESUS ROCHA SALAZAR" userId="4e0323458c84468b" providerId="LiveId" clId="{DC2CD160-77F3-4A47-9FD0-6C2276FF51A8}" dt="2026-02-13T22:02:10.770" v="39" actId="478"/>
          <ac:picMkLst>
            <pc:docMk/>
            <pc:sldMk cId="2354083678" sldId="2147473127"/>
            <ac:picMk id="4" creationId="{CCE61BBC-7042-A27B-897F-5C218A0CB284}"/>
          </ac:picMkLst>
        </pc:picChg>
        <pc:picChg chg="del">
          <ac:chgData name="JESUS ROCHA SALAZAR" userId="4e0323458c84468b" providerId="LiveId" clId="{DC2CD160-77F3-4A47-9FD0-6C2276FF51A8}" dt="2026-02-13T22:02:12.207" v="40" actId="478"/>
          <ac:picMkLst>
            <pc:docMk/>
            <pc:sldMk cId="2354083678" sldId="2147473127"/>
            <ac:picMk id="7" creationId="{052AC3B3-AB0A-0691-3D3D-7F1DC928C545}"/>
          </ac:picMkLst>
        </pc:picChg>
      </pc:sldChg>
      <pc:sldChg chg="add del">
        <pc:chgData name="JESUS ROCHA SALAZAR" userId="4e0323458c84468b" providerId="LiveId" clId="{DC2CD160-77F3-4A47-9FD0-6C2276FF51A8}" dt="2026-02-13T22:03:59.922" v="62" actId="2696"/>
        <pc:sldMkLst>
          <pc:docMk/>
          <pc:sldMk cId="71745853" sldId="2147473128"/>
        </pc:sldMkLst>
      </pc:sldChg>
      <pc:sldChg chg="addSp delSp modSp add mod">
        <pc:chgData name="JESUS ROCHA SALAZAR" userId="4e0323458c84468b" providerId="LiveId" clId="{DC2CD160-77F3-4A47-9FD0-6C2276FF51A8}" dt="2026-02-13T23:13:27.903" v="656" actId="1076"/>
        <pc:sldMkLst>
          <pc:docMk/>
          <pc:sldMk cId="3050960793" sldId="2147473128"/>
        </pc:sldMkLst>
        <pc:spChg chg="add mod">
          <ac:chgData name="JESUS ROCHA SALAZAR" userId="4e0323458c84468b" providerId="LiveId" clId="{DC2CD160-77F3-4A47-9FD0-6C2276FF51A8}" dt="2026-02-13T23:13:25.609" v="655" actId="1076"/>
          <ac:spMkLst>
            <pc:docMk/>
            <pc:sldMk cId="3050960793" sldId="2147473128"/>
            <ac:spMk id="2" creationId="{970D9E5D-D90F-4224-3C3B-EE899A548288}"/>
          </ac:spMkLst>
        </pc:spChg>
        <pc:spChg chg="del">
          <ac:chgData name="JESUS ROCHA SALAZAR" userId="4e0323458c84468b" providerId="LiveId" clId="{DC2CD160-77F3-4A47-9FD0-6C2276FF51A8}" dt="2026-02-13T22:04:25.046" v="64" actId="478"/>
          <ac:spMkLst>
            <pc:docMk/>
            <pc:sldMk cId="3050960793" sldId="2147473128"/>
            <ac:spMk id="8" creationId="{72C145B3-F4E2-D0C2-5203-6DF7C06B7004}"/>
          </ac:spMkLst>
        </pc:spChg>
        <pc:graphicFrameChg chg="mod">
          <ac:chgData name="JESUS ROCHA SALAZAR" userId="4e0323458c84468b" providerId="LiveId" clId="{DC2CD160-77F3-4A47-9FD0-6C2276FF51A8}" dt="2026-02-13T23:13:27.903" v="656" actId="1076"/>
          <ac:graphicFrameMkLst>
            <pc:docMk/>
            <pc:sldMk cId="3050960793" sldId="2147473128"/>
            <ac:graphicFrameMk id="9" creationId="{9A335562-FCFA-3187-A88B-96C59687E86B}"/>
          </ac:graphicFrameMkLst>
        </pc:graphicFrameChg>
      </pc:sldChg>
      <pc:sldChg chg="addSp delSp modSp add mod">
        <pc:chgData name="JESUS ROCHA SALAZAR" userId="4e0323458c84468b" providerId="LiveId" clId="{DC2CD160-77F3-4A47-9FD0-6C2276FF51A8}" dt="2026-02-13T22:05:08.213" v="78" actId="1076"/>
        <pc:sldMkLst>
          <pc:docMk/>
          <pc:sldMk cId="4262603826" sldId="2147473129"/>
        </pc:sldMkLst>
        <pc:spChg chg="del">
          <ac:chgData name="JESUS ROCHA SALAZAR" userId="4e0323458c84468b" providerId="LiveId" clId="{DC2CD160-77F3-4A47-9FD0-6C2276FF51A8}" dt="2026-02-13T22:05:00.944" v="74" actId="478"/>
          <ac:spMkLst>
            <pc:docMk/>
            <pc:sldMk cId="4262603826" sldId="2147473129"/>
            <ac:spMk id="2" creationId="{07371B93-67A9-5592-D36B-AD0C17B4C9B9}"/>
          </ac:spMkLst>
        </pc:spChg>
        <pc:spChg chg="add mod">
          <ac:chgData name="JESUS ROCHA SALAZAR" userId="4e0323458c84468b" providerId="LiveId" clId="{DC2CD160-77F3-4A47-9FD0-6C2276FF51A8}" dt="2026-02-13T22:05:08.213" v="78" actId="1076"/>
          <ac:spMkLst>
            <pc:docMk/>
            <pc:sldMk cId="4262603826" sldId="2147473129"/>
            <ac:spMk id="3" creationId="{995203B5-DC64-E39B-9ADD-86C84D55A0EC}"/>
          </ac:spMkLst>
        </pc:spChg>
      </pc:sldChg>
      <pc:sldChg chg="addSp delSp modSp add mod">
        <pc:chgData name="JESUS ROCHA SALAZAR" userId="4e0323458c84468b" providerId="LiveId" clId="{DC2CD160-77F3-4A47-9FD0-6C2276FF51A8}" dt="2026-02-13T22:07:24.905" v="98" actId="1076"/>
        <pc:sldMkLst>
          <pc:docMk/>
          <pc:sldMk cId="3829958004" sldId="2147473130"/>
        </pc:sldMkLst>
        <pc:spChg chg="del mod">
          <ac:chgData name="JESUS ROCHA SALAZAR" userId="4e0323458c84468b" providerId="LiveId" clId="{DC2CD160-77F3-4A47-9FD0-6C2276FF51A8}" dt="2026-02-13T22:05:22.520" v="81" actId="478"/>
          <ac:spMkLst>
            <pc:docMk/>
            <pc:sldMk cId="3829958004" sldId="2147473130"/>
            <ac:spMk id="3" creationId="{20364BF7-6B51-9C28-A1D3-5F62C2933B39}"/>
          </ac:spMkLst>
        </pc:spChg>
        <pc:spChg chg="add mod">
          <ac:chgData name="JESUS ROCHA SALAZAR" userId="4e0323458c84468b" providerId="LiveId" clId="{DC2CD160-77F3-4A47-9FD0-6C2276FF51A8}" dt="2026-02-13T22:06:48.525" v="93" actId="1076"/>
          <ac:spMkLst>
            <pc:docMk/>
            <pc:sldMk cId="3829958004" sldId="2147473130"/>
            <ac:spMk id="4" creationId="{D1101B9B-AE4B-3373-16A7-528574EA4B85}"/>
          </ac:spMkLst>
        </pc:spChg>
        <pc:spChg chg="add mod">
          <ac:chgData name="JESUS ROCHA SALAZAR" userId="4e0323458c84468b" providerId="LiveId" clId="{DC2CD160-77F3-4A47-9FD0-6C2276FF51A8}" dt="2026-02-13T22:07:24.905" v="98" actId="1076"/>
          <ac:spMkLst>
            <pc:docMk/>
            <pc:sldMk cId="3829958004" sldId="2147473130"/>
            <ac:spMk id="7" creationId="{6454F9F4-6954-FAE1-4D78-51B53348BCA1}"/>
          </ac:spMkLst>
        </pc:spChg>
        <pc:graphicFrameChg chg="add mod">
          <ac:chgData name="JESUS ROCHA SALAZAR" userId="4e0323458c84468b" providerId="LiveId" clId="{DC2CD160-77F3-4A47-9FD0-6C2276FF51A8}" dt="2026-02-13T22:06:46.808" v="92" actId="1076"/>
          <ac:graphicFrameMkLst>
            <pc:docMk/>
            <pc:sldMk cId="3829958004" sldId="2147473130"/>
            <ac:graphicFrameMk id="2" creationId="{8088F975-F2CB-3B3C-DAE7-8A80F6D0985C}"/>
          </ac:graphicFrameMkLst>
        </pc:graphicFrameChg>
        <pc:graphicFrameChg chg="del mod">
          <ac:chgData name="JESUS ROCHA SALAZAR" userId="4e0323458c84468b" providerId="LiveId" clId="{DC2CD160-77F3-4A47-9FD0-6C2276FF51A8}" dt="2026-02-13T22:05:24.157" v="83" actId="478"/>
          <ac:graphicFrameMkLst>
            <pc:docMk/>
            <pc:sldMk cId="3829958004" sldId="2147473130"/>
            <ac:graphicFrameMk id="9" creationId="{F8FAF95A-96DC-D970-D834-328E0A5BE166}"/>
          </ac:graphicFrameMkLst>
        </pc:graphicFrameChg>
      </pc:sldChg>
      <pc:sldChg chg="add del">
        <pc:chgData name="JESUS ROCHA SALAZAR" userId="4e0323458c84468b" providerId="LiveId" clId="{DC2CD160-77F3-4A47-9FD0-6C2276FF51A8}" dt="2026-02-13T22:08:20.931" v="102" actId="2696"/>
        <pc:sldMkLst>
          <pc:docMk/>
          <pc:sldMk cId="2048113038" sldId="2147473131"/>
        </pc:sldMkLst>
      </pc:sldChg>
      <pc:sldChg chg="add del">
        <pc:chgData name="JESUS ROCHA SALAZAR" userId="4e0323458c84468b" providerId="LiveId" clId="{DC2CD160-77F3-4A47-9FD0-6C2276FF51A8}" dt="2026-02-13T22:08:18.514" v="101" actId="2696"/>
        <pc:sldMkLst>
          <pc:docMk/>
          <pc:sldMk cId="140733412" sldId="2147473132"/>
        </pc:sldMkLst>
      </pc:sldChg>
      <pc:sldChg chg="add">
        <pc:chgData name="JESUS ROCHA SALAZAR" userId="4e0323458c84468b" providerId="LiveId" clId="{DC2CD160-77F3-4A47-9FD0-6C2276FF51A8}" dt="2026-02-13T22:08:11.154" v="100"/>
        <pc:sldMkLst>
          <pc:docMk/>
          <pc:sldMk cId="3785094177" sldId="2147473133"/>
        </pc:sldMkLst>
      </pc:sldChg>
      <pc:sldChg chg="addSp delSp modSp add mod">
        <pc:chgData name="JESUS ROCHA SALAZAR" userId="4e0323458c84468b" providerId="LiveId" clId="{DC2CD160-77F3-4A47-9FD0-6C2276FF51A8}" dt="2026-02-13T22:10:23.142" v="118" actId="1076"/>
        <pc:sldMkLst>
          <pc:docMk/>
          <pc:sldMk cId="1321806614" sldId="2147473134"/>
        </pc:sldMkLst>
        <pc:spChg chg="add mod">
          <ac:chgData name="JESUS ROCHA SALAZAR" userId="4e0323458c84468b" providerId="LiveId" clId="{DC2CD160-77F3-4A47-9FD0-6C2276FF51A8}" dt="2026-02-13T22:10:07.998" v="116" actId="1076"/>
          <ac:spMkLst>
            <pc:docMk/>
            <pc:sldMk cId="1321806614" sldId="2147473134"/>
            <ac:spMk id="3" creationId="{3A5A828D-D7DC-A2B3-100B-2AE747E6FA06}"/>
          </ac:spMkLst>
        </pc:spChg>
        <pc:spChg chg="del">
          <ac:chgData name="JESUS ROCHA SALAZAR" userId="4e0323458c84468b" providerId="LiveId" clId="{DC2CD160-77F3-4A47-9FD0-6C2276FF51A8}" dt="2026-02-13T22:09:49.869" v="112" actId="478"/>
          <ac:spMkLst>
            <pc:docMk/>
            <pc:sldMk cId="1321806614" sldId="2147473134"/>
            <ac:spMk id="4" creationId="{24E4F39D-6907-CC8F-571A-7979A943D10D}"/>
          </ac:spMkLst>
        </pc:spChg>
        <pc:spChg chg="mod">
          <ac:chgData name="JESUS ROCHA SALAZAR" userId="4e0323458c84468b" providerId="LiveId" clId="{DC2CD160-77F3-4A47-9FD0-6C2276FF51A8}" dt="2026-02-13T22:09:45.273" v="110" actId="20577"/>
          <ac:spMkLst>
            <pc:docMk/>
            <pc:sldMk cId="1321806614" sldId="2147473134"/>
            <ac:spMk id="5" creationId="{D7250F70-2349-63E8-4992-38FB0EBCD24B}"/>
          </ac:spMkLst>
        </pc:spChg>
        <pc:spChg chg="del">
          <ac:chgData name="JESUS ROCHA SALAZAR" userId="4e0323458c84468b" providerId="LiveId" clId="{DC2CD160-77F3-4A47-9FD0-6C2276FF51A8}" dt="2026-02-13T22:09:52.243" v="113" actId="478"/>
          <ac:spMkLst>
            <pc:docMk/>
            <pc:sldMk cId="1321806614" sldId="2147473134"/>
            <ac:spMk id="7" creationId="{BCFF35C5-BBC1-7B7D-3171-EDC375411675}"/>
          </ac:spMkLst>
        </pc:spChg>
        <pc:graphicFrameChg chg="del">
          <ac:chgData name="JESUS ROCHA SALAZAR" userId="4e0323458c84468b" providerId="LiveId" clId="{DC2CD160-77F3-4A47-9FD0-6C2276FF51A8}" dt="2026-02-13T22:09:47.235" v="111" actId="478"/>
          <ac:graphicFrameMkLst>
            <pc:docMk/>
            <pc:sldMk cId="1321806614" sldId="2147473134"/>
            <ac:graphicFrameMk id="2" creationId="{D2B5642E-2B96-DCEF-9A77-F9465E91F7F9}"/>
          </ac:graphicFrameMkLst>
        </pc:graphicFrameChg>
        <pc:graphicFrameChg chg="add mod">
          <ac:chgData name="JESUS ROCHA SALAZAR" userId="4e0323458c84468b" providerId="LiveId" clId="{DC2CD160-77F3-4A47-9FD0-6C2276FF51A8}" dt="2026-02-13T22:10:23.142" v="118" actId="1076"/>
          <ac:graphicFrameMkLst>
            <pc:docMk/>
            <pc:sldMk cId="1321806614" sldId="2147473134"/>
            <ac:graphicFrameMk id="8" creationId="{76F570A6-A2F9-29E2-D54C-A9821CB5F0F6}"/>
          </ac:graphicFrameMkLst>
        </pc:graphicFrameChg>
      </pc:sldChg>
      <pc:sldChg chg="addSp delSp modSp add mod">
        <pc:chgData name="JESUS ROCHA SALAZAR" userId="4e0323458c84468b" providerId="LiveId" clId="{DC2CD160-77F3-4A47-9FD0-6C2276FF51A8}" dt="2026-02-13T22:11:11.776" v="130" actId="1076"/>
        <pc:sldMkLst>
          <pc:docMk/>
          <pc:sldMk cId="2482023664" sldId="2147473135"/>
        </pc:sldMkLst>
        <pc:spChg chg="add mod">
          <ac:chgData name="JESUS ROCHA SALAZAR" userId="4e0323458c84468b" providerId="LiveId" clId="{DC2CD160-77F3-4A47-9FD0-6C2276FF51A8}" dt="2026-02-13T22:11:11.776" v="130" actId="1076"/>
          <ac:spMkLst>
            <pc:docMk/>
            <pc:sldMk cId="2482023664" sldId="2147473135"/>
            <ac:spMk id="2" creationId="{55D644BB-F4F6-9027-144E-6E08689AA567}"/>
          </ac:spMkLst>
        </pc:spChg>
        <pc:spChg chg="del">
          <ac:chgData name="JESUS ROCHA SALAZAR" userId="4e0323458c84468b" providerId="LiveId" clId="{DC2CD160-77F3-4A47-9FD0-6C2276FF51A8}" dt="2026-02-13T22:10:28.713" v="120" actId="478"/>
          <ac:spMkLst>
            <pc:docMk/>
            <pc:sldMk cId="2482023664" sldId="2147473135"/>
            <ac:spMk id="3" creationId="{731F17F7-BEA9-179F-046A-6386D32699C4}"/>
          </ac:spMkLst>
        </pc:spChg>
        <pc:graphicFrameChg chg="add mod">
          <ac:chgData name="JESUS ROCHA SALAZAR" userId="4e0323458c84468b" providerId="LiveId" clId="{DC2CD160-77F3-4A47-9FD0-6C2276FF51A8}" dt="2026-02-13T22:11:09.691" v="129" actId="1076"/>
          <ac:graphicFrameMkLst>
            <pc:docMk/>
            <pc:sldMk cId="2482023664" sldId="2147473135"/>
            <ac:graphicFrameMk id="4" creationId="{E6936DEB-735A-FE06-AC05-EFF5252BF56B}"/>
          </ac:graphicFrameMkLst>
        </pc:graphicFrameChg>
        <pc:graphicFrameChg chg="del">
          <ac:chgData name="JESUS ROCHA SALAZAR" userId="4e0323458c84468b" providerId="LiveId" clId="{DC2CD160-77F3-4A47-9FD0-6C2276FF51A8}" dt="2026-02-13T22:10:30.298" v="121" actId="478"/>
          <ac:graphicFrameMkLst>
            <pc:docMk/>
            <pc:sldMk cId="2482023664" sldId="2147473135"/>
            <ac:graphicFrameMk id="8" creationId="{3710C1A8-716A-BB1F-B1EF-3134EDC8BC35}"/>
          </ac:graphicFrameMkLst>
        </pc:graphicFrameChg>
      </pc:sldChg>
      <pc:sldChg chg="addSp delSp modSp add mod">
        <pc:chgData name="JESUS ROCHA SALAZAR" userId="4e0323458c84468b" providerId="LiveId" clId="{DC2CD160-77F3-4A47-9FD0-6C2276FF51A8}" dt="2026-02-13T22:11:56.551" v="138" actId="1076"/>
        <pc:sldMkLst>
          <pc:docMk/>
          <pc:sldMk cId="1162206638" sldId="2147473136"/>
        </pc:sldMkLst>
        <pc:spChg chg="del">
          <ac:chgData name="JESUS ROCHA SALAZAR" userId="4e0323458c84468b" providerId="LiveId" clId="{DC2CD160-77F3-4A47-9FD0-6C2276FF51A8}" dt="2026-02-13T22:11:35.395" v="132" actId="478"/>
          <ac:spMkLst>
            <pc:docMk/>
            <pc:sldMk cId="1162206638" sldId="2147473136"/>
            <ac:spMk id="2" creationId="{724FF765-3AC1-55C4-123E-5DB8BCDDC7D6}"/>
          </ac:spMkLst>
        </pc:spChg>
        <pc:spChg chg="add mod">
          <ac:chgData name="JESUS ROCHA SALAZAR" userId="4e0323458c84468b" providerId="LiveId" clId="{DC2CD160-77F3-4A47-9FD0-6C2276FF51A8}" dt="2026-02-13T22:11:53.234" v="137" actId="255"/>
          <ac:spMkLst>
            <pc:docMk/>
            <pc:sldMk cId="1162206638" sldId="2147473136"/>
            <ac:spMk id="3" creationId="{412F906B-99F8-B34E-5870-1A07E3321CDF}"/>
          </ac:spMkLst>
        </pc:spChg>
        <pc:graphicFrameChg chg="add mod">
          <ac:chgData name="JESUS ROCHA SALAZAR" userId="4e0323458c84468b" providerId="LiveId" clId="{DC2CD160-77F3-4A47-9FD0-6C2276FF51A8}" dt="2026-02-13T22:11:56.551" v="138" actId="1076"/>
          <ac:graphicFrameMkLst>
            <pc:docMk/>
            <pc:sldMk cId="1162206638" sldId="2147473136"/>
            <ac:graphicFrameMk id="7" creationId="{C803A84A-960C-0410-A4D9-C672A2A559BD}"/>
          </ac:graphicFrameMkLst>
        </pc:graphicFrameChg>
      </pc:sldChg>
      <pc:sldChg chg="addSp delSp modSp add mod">
        <pc:chgData name="JESUS ROCHA SALAZAR" userId="4e0323458c84468b" providerId="LiveId" clId="{DC2CD160-77F3-4A47-9FD0-6C2276FF51A8}" dt="2026-02-13T22:13:02.586" v="151" actId="1076"/>
        <pc:sldMkLst>
          <pc:docMk/>
          <pc:sldMk cId="1271214591" sldId="2147473137"/>
        </pc:sldMkLst>
        <pc:spChg chg="add mod">
          <ac:chgData name="JESUS ROCHA SALAZAR" userId="4e0323458c84468b" providerId="LiveId" clId="{DC2CD160-77F3-4A47-9FD0-6C2276FF51A8}" dt="2026-02-13T22:12:49.998" v="148" actId="14100"/>
          <ac:spMkLst>
            <pc:docMk/>
            <pc:sldMk cId="1271214591" sldId="2147473137"/>
            <ac:spMk id="2" creationId="{6B84754E-C128-5546-03F0-E0C00C4E5A57}"/>
          </ac:spMkLst>
        </pc:spChg>
        <pc:spChg chg="del">
          <ac:chgData name="JESUS ROCHA SALAZAR" userId="4e0323458c84468b" providerId="LiveId" clId="{DC2CD160-77F3-4A47-9FD0-6C2276FF51A8}" dt="2026-02-13T22:12:04.209" v="141" actId="478"/>
          <ac:spMkLst>
            <pc:docMk/>
            <pc:sldMk cId="1271214591" sldId="2147473137"/>
            <ac:spMk id="3" creationId="{7900C475-1500-911C-52F5-792528ADF995}"/>
          </ac:spMkLst>
        </pc:spChg>
        <pc:graphicFrameChg chg="del">
          <ac:chgData name="JESUS ROCHA SALAZAR" userId="4e0323458c84468b" providerId="LiveId" clId="{DC2CD160-77F3-4A47-9FD0-6C2276FF51A8}" dt="2026-02-13T22:12:02.083" v="140" actId="478"/>
          <ac:graphicFrameMkLst>
            <pc:docMk/>
            <pc:sldMk cId="1271214591" sldId="2147473137"/>
            <ac:graphicFrameMk id="7" creationId="{23FFB8A4-AE1E-4D7E-E102-F7421D7BB906}"/>
          </ac:graphicFrameMkLst>
        </pc:graphicFrameChg>
        <pc:graphicFrameChg chg="add mod">
          <ac:chgData name="JESUS ROCHA SALAZAR" userId="4e0323458c84468b" providerId="LiveId" clId="{DC2CD160-77F3-4A47-9FD0-6C2276FF51A8}" dt="2026-02-13T22:13:02.586" v="151" actId="1076"/>
          <ac:graphicFrameMkLst>
            <pc:docMk/>
            <pc:sldMk cId="1271214591" sldId="2147473137"/>
            <ac:graphicFrameMk id="8" creationId="{26B6A67E-0C0C-07B1-6274-50E7E0D5F4C2}"/>
          </ac:graphicFrameMkLst>
        </pc:graphicFrameChg>
      </pc:sldChg>
      <pc:sldChg chg="addSp delSp modSp add mod">
        <pc:chgData name="JESUS ROCHA SALAZAR" userId="4e0323458c84468b" providerId="LiveId" clId="{DC2CD160-77F3-4A47-9FD0-6C2276FF51A8}" dt="2026-02-13T22:15:18.492" v="166" actId="14100"/>
        <pc:sldMkLst>
          <pc:docMk/>
          <pc:sldMk cId="95610095" sldId="2147473138"/>
        </pc:sldMkLst>
        <pc:spChg chg="del">
          <ac:chgData name="JESUS ROCHA SALAZAR" userId="4e0323458c84468b" providerId="LiveId" clId="{DC2CD160-77F3-4A47-9FD0-6C2276FF51A8}" dt="2026-02-13T22:14:07.905" v="153" actId="478"/>
          <ac:spMkLst>
            <pc:docMk/>
            <pc:sldMk cId="95610095" sldId="2147473138"/>
            <ac:spMk id="2" creationId="{39BE3239-539B-CAEE-E126-BBE88DEF8167}"/>
          </ac:spMkLst>
        </pc:spChg>
        <pc:spChg chg="add mod">
          <ac:chgData name="JESUS ROCHA SALAZAR" userId="4e0323458c84468b" providerId="LiveId" clId="{DC2CD160-77F3-4A47-9FD0-6C2276FF51A8}" dt="2026-02-13T22:14:29.238" v="158" actId="1076"/>
          <ac:spMkLst>
            <pc:docMk/>
            <pc:sldMk cId="95610095" sldId="2147473138"/>
            <ac:spMk id="3" creationId="{25FB8A88-0E5B-AC2B-5FA5-821E991A038A}"/>
          </ac:spMkLst>
        </pc:spChg>
        <pc:spChg chg="add mod">
          <ac:chgData name="JESUS ROCHA SALAZAR" userId="4e0323458c84468b" providerId="LiveId" clId="{DC2CD160-77F3-4A47-9FD0-6C2276FF51A8}" dt="2026-02-13T22:15:18.492" v="166" actId="14100"/>
          <ac:spMkLst>
            <pc:docMk/>
            <pc:sldMk cId="95610095" sldId="2147473138"/>
            <ac:spMk id="10" creationId="{1A5600B9-89EA-5DBE-E3E0-8B3DF8D516B6}"/>
          </ac:spMkLst>
        </pc:spChg>
        <pc:spChg chg="add mod">
          <ac:chgData name="JESUS ROCHA SALAZAR" userId="4e0323458c84468b" providerId="LiveId" clId="{DC2CD160-77F3-4A47-9FD0-6C2276FF51A8}" dt="2026-02-13T22:15:18.492" v="166" actId="14100"/>
          <ac:spMkLst>
            <pc:docMk/>
            <pc:sldMk cId="95610095" sldId="2147473138"/>
            <ac:spMk id="11" creationId="{D87F3BCB-FAB2-B974-F338-5E3BE65D0EF1}"/>
          </ac:spMkLst>
        </pc:spChg>
        <pc:graphicFrameChg chg="add mod">
          <ac:chgData name="JESUS ROCHA SALAZAR" userId="4e0323458c84468b" providerId="LiveId" clId="{DC2CD160-77F3-4A47-9FD0-6C2276FF51A8}" dt="2026-02-13T22:14:42.360" v="162" actId="14100"/>
          <ac:graphicFrameMkLst>
            <pc:docMk/>
            <pc:sldMk cId="95610095" sldId="2147473138"/>
            <ac:graphicFrameMk id="7" creationId="{484D4A01-329D-0874-1559-4ACB6A79F9F2}"/>
          </ac:graphicFrameMkLst>
        </pc:graphicFrameChg>
        <pc:graphicFrameChg chg="del">
          <ac:chgData name="JESUS ROCHA SALAZAR" userId="4e0323458c84468b" providerId="LiveId" clId="{DC2CD160-77F3-4A47-9FD0-6C2276FF51A8}" dt="2026-02-13T22:14:09.207" v="154" actId="478"/>
          <ac:graphicFrameMkLst>
            <pc:docMk/>
            <pc:sldMk cId="95610095" sldId="2147473138"/>
            <ac:graphicFrameMk id="8" creationId="{11B8A2BA-DD94-70BA-481B-A0C2D59616CE}"/>
          </ac:graphicFrameMkLst>
        </pc:graphicFrameChg>
        <pc:graphicFrameChg chg="add mod">
          <ac:chgData name="JESUS ROCHA SALAZAR" userId="4e0323458c84468b" providerId="LiveId" clId="{DC2CD160-77F3-4A47-9FD0-6C2276FF51A8}" dt="2026-02-13T22:15:18.492" v="166" actId="14100"/>
          <ac:graphicFrameMkLst>
            <pc:docMk/>
            <pc:sldMk cId="95610095" sldId="2147473138"/>
            <ac:graphicFrameMk id="9" creationId="{7A24A1FE-1427-4449-993F-B30D3717E79A}"/>
          </ac:graphicFrameMkLst>
        </pc:graphicFrameChg>
      </pc:sldChg>
      <pc:sldChg chg="addSp delSp modSp add mod">
        <pc:chgData name="JESUS ROCHA SALAZAR" userId="4e0323458c84468b" providerId="LiveId" clId="{DC2CD160-77F3-4A47-9FD0-6C2276FF51A8}" dt="2026-02-13T22:16:02.649" v="174" actId="1076"/>
        <pc:sldMkLst>
          <pc:docMk/>
          <pc:sldMk cId="474937364" sldId="2147473139"/>
        </pc:sldMkLst>
        <pc:spChg chg="del">
          <ac:chgData name="JESUS ROCHA SALAZAR" userId="4e0323458c84468b" providerId="LiveId" clId="{DC2CD160-77F3-4A47-9FD0-6C2276FF51A8}" dt="2026-02-13T22:15:34.279" v="169" actId="478"/>
          <ac:spMkLst>
            <pc:docMk/>
            <pc:sldMk cId="474937364" sldId="2147473139"/>
            <ac:spMk id="3" creationId="{9E7D3412-5FA1-9B6A-A827-D2A310EBD770}"/>
          </ac:spMkLst>
        </pc:spChg>
        <pc:spChg chg="del">
          <ac:chgData name="JESUS ROCHA SALAZAR" userId="4e0323458c84468b" providerId="LiveId" clId="{DC2CD160-77F3-4A47-9FD0-6C2276FF51A8}" dt="2026-02-13T22:15:37.897" v="171" actId="478"/>
          <ac:spMkLst>
            <pc:docMk/>
            <pc:sldMk cId="474937364" sldId="2147473139"/>
            <ac:spMk id="10" creationId="{88164787-527C-DDFD-3792-61A062CF3522}"/>
          </ac:spMkLst>
        </pc:spChg>
        <pc:spChg chg="del">
          <ac:chgData name="JESUS ROCHA SALAZAR" userId="4e0323458c84468b" providerId="LiveId" clId="{DC2CD160-77F3-4A47-9FD0-6C2276FF51A8}" dt="2026-02-13T22:15:40.715" v="172" actId="478"/>
          <ac:spMkLst>
            <pc:docMk/>
            <pc:sldMk cId="474937364" sldId="2147473139"/>
            <ac:spMk id="11" creationId="{1BBA9920-FE14-5AE4-5998-870F1F95D565}"/>
          </ac:spMkLst>
        </pc:spChg>
        <pc:graphicFrameChg chg="add mod">
          <ac:chgData name="JESUS ROCHA SALAZAR" userId="4e0323458c84468b" providerId="LiveId" clId="{DC2CD160-77F3-4A47-9FD0-6C2276FF51A8}" dt="2026-02-13T22:16:02.649" v="174" actId="1076"/>
          <ac:graphicFrameMkLst>
            <pc:docMk/>
            <pc:sldMk cId="474937364" sldId="2147473139"/>
            <ac:graphicFrameMk id="2" creationId="{D0B469B2-EAD9-DB05-03BF-8E08DDF7A41D}"/>
          </ac:graphicFrameMkLst>
        </pc:graphicFrameChg>
        <pc:graphicFrameChg chg="del">
          <ac:chgData name="JESUS ROCHA SALAZAR" userId="4e0323458c84468b" providerId="LiveId" clId="{DC2CD160-77F3-4A47-9FD0-6C2276FF51A8}" dt="2026-02-13T22:15:32.343" v="168" actId="478"/>
          <ac:graphicFrameMkLst>
            <pc:docMk/>
            <pc:sldMk cId="474937364" sldId="2147473139"/>
            <ac:graphicFrameMk id="7" creationId="{87FC12A9-E54E-8657-5A1C-6E0A46DD4250}"/>
          </ac:graphicFrameMkLst>
        </pc:graphicFrameChg>
        <pc:graphicFrameChg chg="add mod">
          <ac:chgData name="JESUS ROCHA SALAZAR" userId="4e0323458c84468b" providerId="LiveId" clId="{DC2CD160-77F3-4A47-9FD0-6C2276FF51A8}" dt="2026-02-13T22:16:02.649" v="174" actId="1076"/>
          <ac:graphicFrameMkLst>
            <pc:docMk/>
            <pc:sldMk cId="474937364" sldId="2147473139"/>
            <ac:graphicFrameMk id="8" creationId="{3A8FD19B-1938-C163-5638-D2750D249B21}"/>
          </ac:graphicFrameMkLst>
        </pc:graphicFrameChg>
        <pc:graphicFrameChg chg="del">
          <ac:chgData name="JESUS ROCHA SALAZAR" userId="4e0323458c84468b" providerId="LiveId" clId="{DC2CD160-77F3-4A47-9FD0-6C2276FF51A8}" dt="2026-02-13T22:15:36.210" v="170" actId="478"/>
          <ac:graphicFrameMkLst>
            <pc:docMk/>
            <pc:sldMk cId="474937364" sldId="2147473139"/>
            <ac:graphicFrameMk id="9" creationId="{8C01E916-1C0D-EC07-1D10-85AA27677E4F}"/>
          </ac:graphicFrameMkLst>
        </pc:graphicFrameChg>
      </pc:sldChg>
      <pc:sldChg chg="addSp delSp modSp add mod">
        <pc:chgData name="JESUS ROCHA SALAZAR" userId="4e0323458c84468b" providerId="LiveId" clId="{DC2CD160-77F3-4A47-9FD0-6C2276FF51A8}" dt="2026-02-13T22:17:41.025" v="180" actId="1076"/>
        <pc:sldMkLst>
          <pc:docMk/>
          <pc:sldMk cId="3403760591" sldId="2147473140"/>
        </pc:sldMkLst>
        <pc:graphicFrameChg chg="del mod">
          <ac:chgData name="JESUS ROCHA SALAZAR" userId="4e0323458c84468b" providerId="LiveId" clId="{DC2CD160-77F3-4A47-9FD0-6C2276FF51A8}" dt="2026-02-13T22:16:08.734" v="178" actId="478"/>
          <ac:graphicFrameMkLst>
            <pc:docMk/>
            <pc:sldMk cId="3403760591" sldId="2147473140"/>
            <ac:graphicFrameMk id="2" creationId="{D7168EEF-CD2C-B185-DD88-286810E91522}"/>
          </ac:graphicFrameMkLst>
        </pc:graphicFrameChg>
        <pc:graphicFrameChg chg="add mod">
          <ac:chgData name="JESUS ROCHA SALAZAR" userId="4e0323458c84468b" providerId="LiveId" clId="{DC2CD160-77F3-4A47-9FD0-6C2276FF51A8}" dt="2026-02-13T22:17:41.025" v="180" actId="1076"/>
          <ac:graphicFrameMkLst>
            <pc:docMk/>
            <pc:sldMk cId="3403760591" sldId="2147473140"/>
            <ac:graphicFrameMk id="3" creationId="{4669DB3E-0F63-EFED-C019-E39D30BF37E3}"/>
          </ac:graphicFrameMkLst>
        </pc:graphicFrameChg>
        <pc:graphicFrameChg chg="add mod">
          <ac:chgData name="JESUS ROCHA SALAZAR" userId="4e0323458c84468b" providerId="LiveId" clId="{DC2CD160-77F3-4A47-9FD0-6C2276FF51A8}" dt="2026-02-13T22:17:41.025" v="180" actId="1076"/>
          <ac:graphicFrameMkLst>
            <pc:docMk/>
            <pc:sldMk cId="3403760591" sldId="2147473140"/>
            <ac:graphicFrameMk id="7" creationId="{E50F1E36-ECE9-D0F2-E771-3555EEF1582F}"/>
          </ac:graphicFrameMkLst>
        </pc:graphicFrameChg>
        <pc:graphicFrameChg chg="del">
          <ac:chgData name="JESUS ROCHA SALAZAR" userId="4e0323458c84468b" providerId="LiveId" clId="{DC2CD160-77F3-4A47-9FD0-6C2276FF51A8}" dt="2026-02-13T22:16:07.224" v="176" actId="478"/>
          <ac:graphicFrameMkLst>
            <pc:docMk/>
            <pc:sldMk cId="3403760591" sldId="2147473140"/>
            <ac:graphicFrameMk id="8" creationId="{2B66B1DF-3F5A-5B74-FB50-20CB11BF663E}"/>
          </ac:graphicFrameMkLst>
        </pc:graphicFrameChg>
      </pc:sldChg>
      <pc:sldChg chg="addSp delSp modSp add mod">
        <pc:chgData name="JESUS ROCHA SALAZAR" userId="4e0323458c84468b" providerId="LiveId" clId="{DC2CD160-77F3-4A47-9FD0-6C2276FF51A8}" dt="2026-02-13T22:18:11.118" v="190" actId="1076"/>
        <pc:sldMkLst>
          <pc:docMk/>
          <pc:sldMk cId="1538083549" sldId="2147473141"/>
        </pc:sldMkLst>
        <pc:graphicFrameChg chg="add mod">
          <ac:chgData name="JESUS ROCHA SALAZAR" userId="4e0323458c84468b" providerId="LiveId" clId="{DC2CD160-77F3-4A47-9FD0-6C2276FF51A8}" dt="2026-02-13T22:18:11.118" v="190" actId="1076"/>
          <ac:graphicFrameMkLst>
            <pc:docMk/>
            <pc:sldMk cId="1538083549" sldId="2147473141"/>
            <ac:graphicFrameMk id="2" creationId="{B90AE33B-0A68-1B12-F95E-F0C91F75E884}"/>
          </ac:graphicFrameMkLst>
        </pc:graphicFrameChg>
        <pc:graphicFrameChg chg="del">
          <ac:chgData name="JESUS ROCHA SALAZAR" userId="4e0323458c84468b" providerId="LiveId" clId="{DC2CD160-77F3-4A47-9FD0-6C2276FF51A8}" dt="2026-02-13T22:17:47.702" v="184" actId="478"/>
          <ac:graphicFrameMkLst>
            <pc:docMk/>
            <pc:sldMk cId="1538083549" sldId="2147473141"/>
            <ac:graphicFrameMk id="3" creationId="{818645D8-6E2E-7458-1ACF-E1BC00BF98D0}"/>
          </ac:graphicFrameMkLst>
        </pc:graphicFrameChg>
        <pc:graphicFrameChg chg="del mod">
          <ac:chgData name="JESUS ROCHA SALAZAR" userId="4e0323458c84468b" providerId="LiveId" clId="{DC2CD160-77F3-4A47-9FD0-6C2276FF51A8}" dt="2026-02-13T22:17:46.011" v="183" actId="478"/>
          <ac:graphicFrameMkLst>
            <pc:docMk/>
            <pc:sldMk cId="1538083549" sldId="2147473141"/>
            <ac:graphicFrameMk id="7" creationId="{43D2C30C-62EF-7604-B04F-24CDB2556F74}"/>
          </ac:graphicFrameMkLst>
        </pc:graphicFrameChg>
        <pc:graphicFrameChg chg="add mod">
          <ac:chgData name="JESUS ROCHA SALAZAR" userId="4e0323458c84468b" providerId="LiveId" clId="{DC2CD160-77F3-4A47-9FD0-6C2276FF51A8}" dt="2026-02-13T22:18:10" v="189" actId="1076"/>
          <ac:graphicFrameMkLst>
            <pc:docMk/>
            <pc:sldMk cId="1538083549" sldId="2147473141"/>
            <ac:graphicFrameMk id="8" creationId="{122952FE-0703-23DE-53BF-F4C1C366DE54}"/>
          </ac:graphicFrameMkLst>
        </pc:graphicFrameChg>
      </pc:sldChg>
      <pc:sldChg chg="addSp delSp modSp add mod">
        <pc:chgData name="JESUS ROCHA SALAZAR" userId="4e0323458c84468b" providerId="LiveId" clId="{DC2CD160-77F3-4A47-9FD0-6C2276FF51A8}" dt="2026-02-13T22:19:13.501" v="206" actId="478"/>
        <pc:sldMkLst>
          <pc:docMk/>
          <pc:sldMk cId="540888984" sldId="2147473142"/>
        </pc:sldMkLst>
        <pc:spChg chg="add del mod">
          <ac:chgData name="JESUS ROCHA SALAZAR" userId="4e0323458c84468b" providerId="LiveId" clId="{DC2CD160-77F3-4A47-9FD0-6C2276FF51A8}" dt="2026-02-13T22:19:13.501" v="206" actId="478"/>
          <ac:spMkLst>
            <pc:docMk/>
            <pc:sldMk cId="540888984" sldId="2147473142"/>
            <ac:spMk id="3" creationId="{37F95158-C6AB-BD74-597D-9533583837E9}"/>
          </ac:spMkLst>
        </pc:spChg>
        <pc:graphicFrameChg chg="del">
          <ac:chgData name="JESUS ROCHA SALAZAR" userId="4e0323458c84468b" providerId="LiveId" clId="{DC2CD160-77F3-4A47-9FD0-6C2276FF51A8}" dt="2026-02-13T22:18:16.315" v="192" actId="478"/>
          <ac:graphicFrameMkLst>
            <pc:docMk/>
            <pc:sldMk cId="540888984" sldId="2147473142"/>
            <ac:graphicFrameMk id="2" creationId="{55938095-6F91-E1D3-C259-1A0E741BE82D}"/>
          </ac:graphicFrameMkLst>
        </pc:graphicFrameChg>
        <pc:graphicFrameChg chg="add del mod">
          <ac:chgData name="JESUS ROCHA SALAZAR" userId="4e0323458c84468b" providerId="LiveId" clId="{DC2CD160-77F3-4A47-9FD0-6C2276FF51A8}" dt="2026-02-13T22:19:12.413" v="205" actId="478"/>
          <ac:graphicFrameMkLst>
            <pc:docMk/>
            <pc:sldMk cId="540888984" sldId="2147473142"/>
            <ac:graphicFrameMk id="7" creationId="{719608EA-07A0-C314-BCCF-0D262DE86345}"/>
          </ac:graphicFrameMkLst>
        </pc:graphicFrameChg>
        <pc:graphicFrameChg chg="del">
          <ac:chgData name="JESUS ROCHA SALAZAR" userId="4e0323458c84468b" providerId="LiveId" clId="{DC2CD160-77F3-4A47-9FD0-6C2276FF51A8}" dt="2026-02-13T22:18:17.871" v="193" actId="478"/>
          <ac:graphicFrameMkLst>
            <pc:docMk/>
            <pc:sldMk cId="540888984" sldId="2147473142"/>
            <ac:graphicFrameMk id="8" creationId="{6BB26D24-B3AE-0F53-3F3E-5F729C626581}"/>
          </ac:graphicFrameMkLst>
        </pc:graphicFrameChg>
      </pc:sldChg>
      <pc:sldChg chg="addSp delSp modSp add mod">
        <pc:chgData name="JESUS ROCHA SALAZAR" userId="4e0323458c84468b" providerId="LiveId" clId="{DC2CD160-77F3-4A47-9FD0-6C2276FF51A8}" dt="2026-02-13T22:19:54.583" v="218" actId="1076"/>
        <pc:sldMkLst>
          <pc:docMk/>
          <pc:sldMk cId="4105460368" sldId="2147473143"/>
        </pc:sldMkLst>
        <pc:spChg chg="add mod">
          <ac:chgData name="JESUS ROCHA SALAZAR" userId="4e0323458c84468b" providerId="LiveId" clId="{DC2CD160-77F3-4A47-9FD0-6C2276FF51A8}" dt="2026-02-13T22:19:42.658" v="213" actId="1076"/>
          <ac:spMkLst>
            <pc:docMk/>
            <pc:sldMk cId="4105460368" sldId="2147473143"/>
            <ac:spMk id="2" creationId="{F8624186-3ACE-EA20-3A70-9C9F90DE3E0F}"/>
          </ac:spMkLst>
        </pc:spChg>
        <pc:spChg chg="del">
          <ac:chgData name="JESUS ROCHA SALAZAR" userId="4e0323458c84468b" providerId="LiveId" clId="{DC2CD160-77F3-4A47-9FD0-6C2276FF51A8}" dt="2026-02-13T22:19:24.409" v="207" actId="478"/>
          <ac:spMkLst>
            <pc:docMk/>
            <pc:sldMk cId="4105460368" sldId="2147473143"/>
            <ac:spMk id="3" creationId="{7216740F-C5D9-AE59-15E4-6AC2FC13D320}"/>
          </ac:spMkLst>
        </pc:spChg>
        <pc:graphicFrameChg chg="del">
          <ac:chgData name="JESUS ROCHA SALAZAR" userId="4e0323458c84468b" providerId="LiveId" clId="{DC2CD160-77F3-4A47-9FD0-6C2276FF51A8}" dt="2026-02-13T22:19:27.174" v="209" actId="478"/>
          <ac:graphicFrameMkLst>
            <pc:docMk/>
            <pc:sldMk cId="4105460368" sldId="2147473143"/>
            <ac:graphicFrameMk id="4" creationId="{B5922F21-B953-7CCB-A80B-39910557AE94}"/>
          </ac:graphicFrameMkLst>
        </pc:graphicFrameChg>
        <pc:graphicFrameChg chg="del">
          <ac:chgData name="JESUS ROCHA SALAZAR" userId="4e0323458c84468b" providerId="LiveId" clId="{DC2CD160-77F3-4A47-9FD0-6C2276FF51A8}" dt="2026-02-13T22:19:25.616" v="208" actId="478"/>
          <ac:graphicFrameMkLst>
            <pc:docMk/>
            <pc:sldMk cId="4105460368" sldId="2147473143"/>
            <ac:graphicFrameMk id="7" creationId="{B7A7DC3F-E73F-21EF-F017-F38BDED1CD34}"/>
          </ac:graphicFrameMkLst>
        </pc:graphicFrameChg>
        <pc:graphicFrameChg chg="add mod">
          <ac:chgData name="JESUS ROCHA SALAZAR" userId="4e0323458c84468b" providerId="LiveId" clId="{DC2CD160-77F3-4A47-9FD0-6C2276FF51A8}" dt="2026-02-13T22:19:54.583" v="218" actId="1076"/>
          <ac:graphicFrameMkLst>
            <pc:docMk/>
            <pc:sldMk cId="4105460368" sldId="2147473143"/>
            <ac:graphicFrameMk id="8" creationId="{6FDC91BD-DA88-44D1-6AAD-A017987EC66A}"/>
          </ac:graphicFrameMkLst>
        </pc:graphicFrameChg>
      </pc:sldChg>
      <pc:sldChg chg="addSp delSp modSp add mod">
        <pc:chgData name="JESUS ROCHA SALAZAR" userId="4e0323458c84468b" providerId="LiveId" clId="{DC2CD160-77F3-4A47-9FD0-6C2276FF51A8}" dt="2026-02-13T22:20:27.516" v="223" actId="1076"/>
        <pc:sldMkLst>
          <pc:docMk/>
          <pc:sldMk cId="913136590" sldId="2147473144"/>
        </pc:sldMkLst>
        <pc:spChg chg="del">
          <ac:chgData name="JESUS ROCHA SALAZAR" userId="4e0323458c84468b" providerId="LiveId" clId="{DC2CD160-77F3-4A47-9FD0-6C2276FF51A8}" dt="2026-02-13T22:19:59.991" v="221" actId="478"/>
          <ac:spMkLst>
            <pc:docMk/>
            <pc:sldMk cId="913136590" sldId="2147473144"/>
            <ac:spMk id="2" creationId="{DC814FE0-0F2D-053F-8F0F-4D556D7DF498}"/>
          </ac:spMkLst>
        </pc:spChg>
        <pc:spChg chg="add mod">
          <ac:chgData name="JESUS ROCHA SALAZAR" userId="4e0323458c84468b" providerId="LiveId" clId="{DC2CD160-77F3-4A47-9FD0-6C2276FF51A8}" dt="2026-02-13T22:20:27.516" v="223" actId="1076"/>
          <ac:spMkLst>
            <pc:docMk/>
            <pc:sldMk cId="913136590" sldId="2147473144"/>
            <ac:spMk id="7" creationId="{3AA33082-E408-3865-E5C0-F06B4038D619}"/>
          </ac:spMkLst>
        </pc:spChg>
        <pc:spChg chg="add mod">
          <ac:chgData name="JESUS ROCHA SALAZAR" userId="4e0323458c84468b" providerId="LiveId" clId="{DC2CD160-77F3-4A47-9FD0-6C2276FF51A8}" dt="2026-02-13T22:20:27.516" v="223" actId="1076"/>
          <ac:spMkLst>
            <pc:docMk/>
            <pc:sldMk cId="913136590" sldId="2147473144"/>
            <ac:spMk id="9" creationId="{E28F3177-6DB1-DC97-FE83-29665E221679}"/>
          </ac:spMkLst>
        </pc:spChg>
        <pc:graphicFrameChg chg="add mod">
          <ac:chgData name="JESUS ROCHA SALAZAR" userId="4e0323458c84468b" providerId="LiveId" clId="{DC2CD160-77F3-4A47-9FD0-6C2276FF51A8}" dt="2026-02-13T22:20:27.516" v="223" actId="1076"/>
          <ac:graphicFrameMkLst>
            <pc:docMk/>
            <pc:sldMk cId="913136590" sldId="2147473144"/>
            <ac:graphicFrameMk id="3" creationId="{4371B14B-074F-DEBF-B132-612A649B1F07}"/>
          </ac:graphicFrameMkLst>
        </pc:graphicFrameChg>
        <pc:graphicFrameChg chg="add mod">
          <ac:chgData name="JESUS ROCHA SALAZAR" userId="4e0323458c84468b" providerId="LiveId" clId="{DC2CD160-77F3-4A47-9FD0-6C2276FF51A8}" dt="2026-02-13T22:20:27.516" v="223" actId="1076"/>
          <ac:graphicFrameMkLst>
            <pc:docMk/>
            <pc:sldMk cId="913136590" sldId="2147473144"/>
            <ac:graphicFrameMk id="4" creationId="{2F7F6E75-F05B-C31A-8ADA-AA9BEB29BB0D}"/>
          </ac:graphicFrameMkLst>
        </pc:graphicFrameChg>
        <pc:graphicFrameChg chg="del">
          <ac:chgData name="JESUS ROCHA SALAZAR" userId="4e0323458c84468b" providerId="LiveId" clId="{DC2CD160-77F3-4A47-9FD0-6C2276FF51A8}" dt="2026-02-13T22:19:57.927" v="220" actId="478"/>
          <ac:graphicFrameMkLst>
            <pc:docMk/>
            <pc:sldMk cId="913136590" sldId="2147473144"/>
            <ac:graphicFrameMk id="8" creationId="{90B68027-0D7A-75D8-D167-D2572AFE3181}"/>
          </ac:graphicFrameMkLst>
        </pc:graphicFrameChg>
      </pc:sldChg>
      <pc:sldChg chg="addSp delSp modSp add mod">
        <pc:chgData name="JESUS ROCHA SALAZAR" userId="4e0323458c84468b" providerId="LiveId" clId="{DC2CD160-77F3-4A47-9FD0-6C2276FF51A8}" dt="2026-02-13T22:21:59.965" v="234" actId="108"/>
        <pc:sldMkLst>
          <pc:docMk/>
          <pc:sldMk cId="2384084503" sldId="2147473145"/>
        </pc:sldMkLst>
        <pc:spChg chg="mod">
          <ac:chgData name="JESUS ROCHA SALAZAR" userId="4e0323458c84468b" providerId="LiveId" clId="{DC2CD160-77F3-4A47-9FD0-6C2276FF51A8}" dt="2026-02-13T22:21:59.965" v="234" actId="108"/>
          <ac:spMkLst>
            <pc:docMk/>
            <pc:sldMk cId="2384084503" sldId="2147473145"/>
            <ac:spMk id="5" creationId="{1044E4BD-CDF6-32D9-E19E-DDFAF74119E5}"/>
          </ac:spMkLst>
        </pc:spChg>
        <pc:spChg chg="del">
          <ac:chgData name="JESUS ROCHA SALAZAR" userId="4e0323458c84468b" providerId="LiveId" clId="{DC2CD160-77F3-4A47-9FD0-6C2276FF51A8}" dt="2026-02-13T22:20:41.879" v="226" actId="478"/>
          <ac:spMkLst>
            <pc:docMk/>
            <pc:sldMk cId="2384084503" sldId="2147473145"/>
            <ac:spMk id="7" creationId="{CCF14203-2475-034B-C604-0CC12029BAEE}"/>
          </ac:spMkLst>
        </pc:spChg>
        <pc:spChg chg="del">
          <ac:chgData name="JESUS ROCHA SALAZAR" userId="4e0323458c84468b" providerId="LiveId" clId="{DC2CD160-77F3-4A47-9FD0-6C2276FF51A8}" dt="2026-02-13T22:20:43.859" v="227" actId="478"/>
          <ac:spMkLst>
            <pc:docMk/>
            <pc:sldMk cId="2384084503" sldId="2147473145"/>
            <ac:spMk id="9" creationId="{E3F671AA-4CB5-C27D-87B6-6E112FAC9BD3}"/>
          </ac:spMkLst>
        </pc:spChg>
        <pc:graphicFrameChg chg="del">
          <ac:chgData name="JESUS ROCHA SALAZAR" userId="4e0323458c84468b" providerId="LiveId" clId="{DC2CD160-77F3-4A47-9FD0-6C2276FF51A8}" dt="2026-02-13T22:20:45.340" v="228" actId="478"/>
          <ac:graphicFrameMkLst>
            <pc:docMk/>
            <pc:sldMk cId="2384084503" sldId="2147473145"/>
            <ac:graphicFrameMk id="3" creationId="{61C06BE9-0617-F2FC-B541-7DCB1A9A61B2}"/>
          </ac:graphicFrameMkLst>
        </pc:graphicFrameChg>
        <pc:graphicFrameChg chg="del">
          <ac:chgData name="JESUS ROCHA SALAZAR" userId="4e0323458c84468b" providerId="LiveId" clId="{DC2CD160-77F3-4A47-9FD0-6C2276FF51A8}" dt="2026-02-13T22:20:40.205" v="225" actId="478"/>
          <ac:graphicFrameMkLst>
            <pc:docMk/>
            <pc:sldMk cId="2384084503" sldId="2147473145"/>
            <ac:graphicFrameMk id="4" creationId="{5DEACBFF-D9BF-54DB-EBFB-A9DF9D34DFF4}"/>
          </ac:graphicFrameMkLst>
        </pc:graphicFrameChg>
        <pc:picChg chg="add mod">
          <ac:chgData name="JESUS ROCHA SALAZAR" userId="4e0323458c84468b" providerId="LiveId" clId="{DC2CD160-77F3-4A47-9FD0-6C2276FF51A8}" dt="2026-02-13T22:21:03.229" v="232" actId="1076"/>
          <ac:picMkLst>
            <pc:docMk/>
            <pc:sldMk cId="2384084503" sldId="2147473145"/>
            <ac:picMk id="2" creationId="{04F1640E-7114-0CC4-A92B-BDB44A459BF9}"/>
          </ac:picMkLst>
        </pc:picChg>
      </pc:sldChg>
      <pc:sldChg chg="addSp delSp modSp add mod">
        <pc:chgData name="JESUS ROCHA SALAZAR" userId="4e0323458c84468b" providerId="LiveId" clId="{DC2CD160-77F3-4A47-9FD0-6C2276FF51A8}" dt="2026-02-13T22:24:11.455" v="243" actId="1076"/>
        <pc:sldMkLst>
          <pc:docMk/>
          <pc:sldMk cId="598946933" sldId="2147473146"/>
        </pc:sldMkLst>
        <pc:spChg chg="add mod">
          <ac:chgData name="JESUS ROCHA SALAZAR" userId="4e0323458c84468b" providerId="LiveId" clId="{DC2CD160-77F3-4A47-9FD0-6C2276FF51A8}" dt="2026-02-13T22:24:06.950" v="240" actId="1076"/>
          <ac:spMkLst>
            <pc:docMk/>
            <pc:sldMk cId="598946933" sldId="2147473146"/>
            <ac:spMk id="3" creationId="{C2AEE082-A6AB-3F58-1E16-1D4EA6B4AD28}"/>
          </ac:spMkLst>
        </pc:spChg>
        <pc:graphicFrameChg chg="add mod">
          <ac:chgData name="JESUS ROCHA SALAZAR" userId="4e0323458c84468b" providerId="LiveId" clId="{DC2CD160-77F3-4A47-9FD0-6C2276FF51A8}" dt="2026-02-13T22:24:11.455" v="243" actId="1076"/>
          <ac:graphicFrameMkLst>
            <pc:docMk/>
            <pc:sldMk cId="598946933" sldId="2147473146"/>
            <ac:graphicFrameMk id="4" creationId="{DF22B4DB-D8C7-642A-B7E0-89F3172DCFCE}"/>
          </ac:graphicFrameMkLst>
        </pc:graphicFrameChg>
        <pc:picChg chg="del">
          <ac:chgData name="JESUS ROCHA SALAZAR" userId="4e0323458c84468b" providerId="LiveId" clId="{DC2CD160-77F3-4A47-9FD0-6C2276FF51A8}" dt="2026-02-13T22:23:51.428" v="236" actId="478"/>
          <ac:picMkLst>
            <pc:docMk/>
            <pc:sldMk cId="598946933" sldId="2147473146"/>
            <ac:picMk id="2" creationId="{7A44EA65-90E9-E58E-7B55-044052247138}"/>
          </ac:picMkLst>
        </pc:picChg>
      </pc:sldChg>
      <pc:sldChg chg="addSp delSp modSp add mod">
        <pc:chgData name="JESUS ROCHA SALAZAR" userId="4e0323458c84468b" providerId="LiveId" clId="{DC2CD160-77F3-4A47-9FD0-6C2276FF51A8}" dt="2026-02-13T22:25:31.933" v="253" actId="1076"/>
        <pc:sldMkLst>
          <pc:docMk/>
          <pc:sldMk cId="213227031" sldId="2147473147"/>
        </pc:sldMkLst>
        <pc:spChg chg="add mod">
          <ac:chgData name="JESUS ROCHA SALAZAR" userId="4e0323458c84468b" providerId="LiveId" clId="{DC2CD160-77F3-4A47-9FD0-6C2276FF51A8}" dt="2026-02-13T22:25:31.933" v="253" actId="1076"/>
          <ac:spMkLst>
            <pc:docMk/>
            <pc:sldMk cId="213227031" sldId="2147473147"/>
            <ac:spMk id="2" creationId="{F45702A0-5570-EAC7-F67A-EF0B65CE0B49}"/>
          </ac:spMkLst>
        </pc:spChg>
        <pc:spChg chg="del">
          <ac:chgData name="JESUS ROCHA SALAZAR" userId="4e0323458c84468b" providerId="LiveId" clId="{DC2CD160-77F3-4A47-9FD0-6C2276FF51A8}" dt="2026-02-13T22:25:10.276" v="246" actId="478"/>
          <ac:spMkLst>
            <pc:docMk/>
            <pc:sldMk cId="213227031" sldId="2147473147"/>
            <ac:spMk id="3" creationId="{0588B432-766E-79AB-786B-611B0225A8AB}"/>
          </ac:spMkLst>
        </pc:spChg>
        <pc:graphicFrameChg chg="del">
          <ac:chgData name="JESUS ROCHA SALAZAR" userId="4e0323458c84468b" providerId="LiveId" clId="{DC2CD160-77F3-4A47-9FD0-6C2276FF51A8}" dt="2026-02-13T22:25:07.540" v="245" actId="478"/>
          <ac:graphicFrameMkLst>
            <pc:docMk/>
            <pc:sldMk cId="213227031" sldId="2147473147"/>
            <ac:graphicFrameMk id="4" creationId="{7B7EF05E-4F30-ACC1-FD49-08E637ED7FBF}"/>
          </ac:graphicFrameMkLst>
        </pc:graphicFrameChg>
        <pc:picChg chg="add mod">
          <ac:chgData name="JESUS ROCHA SALAZAR" userId="4e0323458c84468b" providerId="LiveId" clId="{DC2CD160-77F3-4A47-9FD0-6C2276FF51A8}" dt="2026-02-13T22:25:23.582" v="250" actId="1076"/>
          <ac:picMkLst>
            <pc:docMk/>
            <pc:sldMk cId="213227031" sldId="2147473147"/>
            <ac:picMk id="7" creationId="{EFB32321-31FD-EC35-D855-EA5EA7B6EFB9}"/>
          </ac:picMkLst>
        </pc:picChg>
      </pc:sldChg>
      <pc:sldChg chg="addSp delSp modSp add mod">
        <pc:chgData name="JESUS ROCHA SALAZAR" userId="4e0323458c84468b" providerId="LiveId" clId="{DC2CD160-77F3-4A47-9FD0-6C2276FF51A8}" dt="2026-02-13T22:41:07.599" v="296" actId="1076"/>
        <pc:sldMkLst>
          <pc:docMk/>
          <pc:sldMk cId="717398765" sldId="2147473148"/>
        </pc:sldMkLst>
        <pc:spChg chg="del">
          <ac:chgData name="JESUS ROCHA SALAZAR" userId="4e0323458c84468b" providerId="LiveId" clId="{DC2CD160-77F3-4A47-9FD0-6C2276FF51A8}" dt="2026-02-13T22:26:15.328" v="257" actId="478"/>
          <ac:spMkLst>
            <pc:docMk/>
            <pc:sldMk cId="717398765" sldId="2147473148"/>
            <ac:spMk id="2" creationId="{1452E321-5B0A-8905-29CC-EBBF7079CF94}"/>
          </ac:spMkLst>
        </pc:spChg>
        <pc:spChg chg="add del mod">
          <ac:chgData name="JESUS ROCHA SALAZAR" userId="4e0323458c84468b" providerId="LiveId" clId="{DC2CD160-77F3-4A47-9FD0-6C2276FF51A8}" dt="2026-02-13T22:41:02.730" v="294" actId="1076"/>
          <ac:spMkLst>
            <pc:docMk/>
            <pc:sldMk cId="717398765" sldId="2147473148"/>
            <ac:spMk id="3" creationId="{D85F67A3-6D08-533A-F008-C99456F7A1AE}"/>
          </ac:spMkLst>
        </pc:spChg>
        <pc:spChg chg="add del mod">
          <ac:chgData name="JESUS ROCHA SALAZAR" userId="4e0323458c84468b" providerId="LiveId" clId="{DC2CD160-77F3-4A47-9FD0-6C2276FF51A8}" dt="2026-02-13T22:41:06.426" v="295" actId="1076"/>
          <ac:spMkLst>
            <pc:docMk/>
            <pc:sldMk cId="717398765" sldId="2147473148"/>
            <ac:spMk id="4" creationId="{C9D3470A-D54C-F15E-EF31-7E691AA57B77}"/>
          </ac:spMkLst>
        </pc:spChg>
        <pc:spChg chg="mod">
          <ac:chgData name="JESUS ROCHA SALAZAR" userId="4e0323458c84468b" providerId="LiveId" clId="{DC2CD160-77F3-4A47-9FD0-6C2276FF51A8}" dt="2026-02-13T22:37:59.496" v="264" actId="20577"/>
          <ac:spMkLst>
            <pc:docMk/>
            <pc:sldMk cId="717398765" sldId="2147473148"/>
            <ac:spMk id="5" creationId="{263932C5-6B66-E5C3-D13D-FF87163337D1}"/>
          </ac:spMkLst>
        </pc:spChg>
        <pc:graphicFrameChg chg="add del mod">
          <ac:chgData name="JESUS ROCHA SALAZAR" userId="4e0323458c84468b" providerId="LiveId" clId="{DC2CD160-77F3-4A47-9FD0-6C2276FF51A8}" dt="2026-02-13T22:41:07.599" v="296" actId="1076"/>
          <ac:graphicFrameMkLst>
            <pc:docMk/>
            <pc:sldMk cId="717398765" sldId="2147473148"/>
            <ac:graphicFrameMk id="8" creationId="{8D8C23C2-3152-B3D2-7384-458BFF2A2019}"/>
          </ac:graphicFrameMkLst>
        </pc:graphicFrameChg>
        <pc:picChg chg="del mod">
          <ac:chgData name="JESUS ROCHA SALAZAR" userId="4e0323458c84468b" providerId="LiveId" clId="{DC2CD160-77F3-4A47-9FD0-6C2276FF51A8}" dt="2026-02-13T22:26:12.805" v="256" actId="478"/>
          <ac:picMkLst>
            <pc:docMk/>
            <pc:sldMk cId="717398765" sldId="2147473148"/>
            <ac:picMk id="7" creationId="{493454B6-81AF-59D0-9422-99E34BBA02B5}"/>
          </ac:picMkLst>
        </pc:picChg>
      </pc:sldChg>
      <pc:sldChg chg="addSp delSp modSp add mod">
        <pc:chgData name="JESUS ROCHA SALAZAR" userId="4e0323458c84468b" providerId="LiveId" clId="{DC2CD160-77F3-4A47-9FD0-6C2276FF51A8}" dt="2026-02-13T22:41:59.567" v="315" actId="1076"/>
        <pc:sldMkLst>
          <pc:docMk/>
          <pc:sldMk cId="2742761281" sldId="2147473149"/>
        </pc:sldMkLst>
        <pc:spChg chg="add mod">
          <ac:chgData name="JESUS ROCHA SALAZAR" userId="4e0323458c84468b" providerId="LiveId" clId="{DC2CD160-77F3-4A47-9FD0-6C2276FF51A8}" dt="2026-02-13T22:41:55.869" v="314" actId="1076"/>
          <ac:spMkLst>
            <pc:docMk/>
            <pc:sldMk cId="2742761281" sldId="2147473149"/>
            <ac:spMk id="2" creationId="{38B7BFB0-58B1-EEAC-A144-A9F943DE8082}"/>
          </ac:spMkLst>
        </pc:spChg>
        <pc:spChg chg="del">
          <ac:chgData name="JESUS ROCHA SALAZAR" userId="4e0323458c84468b" providerId="LiveId" clId="{DC2CD160-77F3-4A47-9FD0-6C2276FF51A8}" dt="2026-02-13T22:41:11.971" v="298" actId="478"/>
          <ac:spMkLst>
            <pc:docMk/>
            <pc:sldMk cId="2742761281" sldId="2147473149"/>
            <ac:spMk id="3" creationId="{ECA6CBC1-765C-406A-43EC-DF90E23964CA}"/>
          </ac:spMkLst>
        </pc:spChg>
        <pc:spChg chg="del">
          <ac:chgData name="JESUS ROCHA SALAZAR" userId="4e0323458c84468b" providerId="LiveId" clId="{DC2CD160-77F3-4A47-9FD0-6C2276FF51A8}" dt="2026-02-13T22:41:14.783" v="299" actId="478"/>
          <ac:spMkLst>
            <pc:docMk/>
            <pc:sldMk cId="2742761281" sldId="2147473149"/>
            <ac:spMk id="4" creationId="{7C418E68-46FB-D931-D82A-165850C52E24}"/>
          </ac:spMkLst>
        </pc:spChg>
        <pc:spChg chg="mod">
          <ac:chgData name="JESUS ROCHA SALAZAR" userId="4e0323458c84468b" providerId="LiveId" clId="{DC2CD160-77F3-4A47-9FD0-6C2276FF51A8}" dt="2026-02-13T22:41:20.323" v="307" actId="20577"/>
          <ac:spMkLst>
            <pc:docMk/>
            <pc:sldMk cId="2742761281" sldId="2147473149"/>
            <ac:spMk id="5" creationId="{CBBBB50D-D315-4584-D7F5-96A411761C54}"/>
          </ac:spMkLst>
        </pc:spChg>
        <pc:graphicFrameChg chg="add mod">
          <ac:chgData name="JESUS ROCHA SALAZAR" userId="4e0323458c84468b" providerId="LiveId" clId="{DC2CD160-77F3-4A47-9FD0-6C2276FF51A8}" dt="2026-02-13T22:41:59.567" v="315" actId="1076"/>
          <ac:graphicFrameMkLst>
            <pc:docMk/>
            <pc:sldMk cId="2742761281" sldId="2147473149"/>
            <ac:graphicFrameMk id="7" creationId="{0856A940-604A-260B-F70D-F6E555BFFF54}"/>
          </ac:graphicFrameMkLst>
        </pc:graphicFrameChg>
        <pc:graphicFrameChg chg="del">
          <ac:chgData name="JESUS ROCHA SALAZAR" userId="4e0323458c84468b" providerId="LiveId" clId="{DC2CD160-77F3-4A47-9FD0-6C2276FF51A8}" dt="2026-02-13T22:41:16.133" v="300" actId="478"/>
          <ac:graphicFrameMkLst>
            <pc:docMk/>
            <pc:sldMk cId="2742761281" sldId="2147473149"/>
            <ac:graphicFrameMk id="8" creationId="{2F694548-5A29-9284-D6DC-D3D1808E8F93}"/>
          </ac:graphicFrameMkLst>
        </pc:graphicFrameChg>
      </pc:sldChg>
      <pc:sldChg chg="addSp delSp modSp add mod">
        <pc:chgData name="JESUS ROCHA SALAZAR" userId="4e0323458c84468b" providerId="LiveId" clId="{DC2CD160-77F3-4A47-9FD0-6C2276FF51A8}" dt="2026-02-13T22:42:45.608" v="326" actId="1076"/>
        <pc:sldMkLst>
          <pc:docMk/>
          <pc:sldMk cId="768248512" sldId="2147473150"/>
        </pc:sldMkLst>
        <pc:spChg chg="del">
          <ac:chgData name="JESUS ROCHA SALAZAR" userId="4e0323458c84468b" providerId="LiveId" clId="{DC2CD160-77F3-4A47-9FD0-6C2276FF51A8}" dt="2026-02-13T22:42:06.209" v="318" actId="478"/>
          <ac:spMkLst>
            <pc:docMk/>
            <pc:sldMk cId="768248512" sldId="2147473150"/>
            <ac:spMk id="2" creationId="{870A07B2-D35F-9B9A-80D7-CA861BD9B2C9}"/>
          </ac:spMkLst>
        </pc:spChg>
        <pc:spChg chg="add mod">
          <ac:chgData name="JESUS ROCHA SALAZAR" userId="4e0323458c84468b" providerId="LiveId" clId="{DC2CD160-77F3-4A47-9FD0-6C2276FF51A8}" dt="2026-02-13T22:42:44.377" v="325" actId="1076"/>
          <ac:spMkLst>
            <pc:docMk/>
            <pc:sldMk cId="768248512" sldId="2147473150"/>
            <ac:spMk id="3" creationId="{3A307BBC-0B85-B28E-973F-DDCDE8B51CE2}"/>
          </ac:spMkLst>
        </pc:spChg>
        <pc:graphicFrameChg chg="add mod">
          <ac:chgData name="JESUS ROCHA SALAZAR" userId="4e0323458c84468b" providerId="LiveId" clId="{DC2CD160-77F3-4A47-9FD0-6C2276FF51A8}" dt="2026-02-13T22:42:45.608" v="326" actId="1076"/>
          <ac:graphicFrameMkLst>
            <pc:docMk/>
            <pc:sldMk cId="768248512" sldId="2147473150"/>
            <ac:graphicFrameMk id="4" creationId="{F01C0957-9E7B-A9ED-72A8-C158B1CFE230}"/>
          </ac:graphicFrameMkLst>
        </pc:graphicFrameChg>
        <pc:graphicFrameChg chg="del">
          <ac:chgData name="JESUS ROCHA SALAZAR" userId="4e0323458c84468b" providerId="LiveId" clId="{DC2CD160-77F3-4A47-9FD0-6C2276FF51A8}" dt="2026-02-13T22:42:03.838" v="317" actId="478"/>
          <ac:graphicFrameMkLst>
            <pc:docMk/>
            <pc:sldMk cId="768248512" sldId="2147473150"/>
            <ac:graphicFrameMk id="7" creationId="{BDBC8BAA-A968-29BF-668E-46F27045762B}"/>
          </ac:graphicFrameMkLst>
        </pc:graphicFrameChg>
      </pc:sldChg>
      <pc:sldChg chg="addSp delSp modSp add mod">
        <pc:chgData name="JESUS ROCHA SALAZAR" userId="4e0323458c84468b" providerId="LiveId" clId="{DC2CD160-77F3-4A47-9FD0-6C2276FF51A8}" dt="2026-02-13T22:43:34.720" v="338" actId="14100"/>
        <pc:sldMkLst>
          <pc:docMk/>
          <pc:sldMk cId="2210134235" sldId="2147473151"/>
        </pc:sldMkLst>
        <pc:spChg chg="add mod">
          <ac:chgData name="JESUS ROCHA SALAZAR" userId="4e0323458c84468b" providerId="LiveId" clId="{DC2CD160-77F3-4A47-9FD0-6C2276FF51A8}" dt="2026-02-13T22:43:34.720" v="338" actId="14100"/>
          <ac:spMkLst>
            <pc:docMk/>
            <pc:sldMk cId="2210134235" sldId="2147473151"/>
            <ac:spMk id="2" creationId="{B358FDC2-7F91-E91F-D6F2-57F832188E84}"/>
          </ac:spMkLst>
        </pc:spChg>
        <pc:spChg chg="del">
          <ac:chgData name="JESUS ROCHA SALAZAR" userId="4e0323458c84468b" providerId="LiveId" clId="{DC2CD160-77F3-4A47-9FD0-6C2276FF51A8}" dt="2026-02-13T22:42:51.254" v="329" actId="478"/>
          <ac:spMkLst>
            <pc:docMk/>
            <pc:sldMk cId="2210134235" sldId="2147473151"/>
            <ac:spMk id="3" creationId="{F7AC9817-9AD7-0C36-96EE-50DF6CA4D00C}"/>
          </ac:spMkLst>
        </pc:spChg>
        <pc:graphicFrameChg chg="del">
          <ac:chgData name="JESUS ROCHA SALAZAR" userId="4e0323458c84468b" providerId="LiveId" clId="{DC2CD160-77F3-4A47-9FD0-6C2276FF51A8}" dt="2026-02-13T22:42:49.564" v="328" actId="478"/>
          <ac:graphicFrameMkLst>
            <pc:docMk/>
            <pc:sldMk cId="2210134235" sldId="2147473151"/>
            <ac:graphicFrameMk id="4" creationId="{AD4D68C8-1AF0-458B-84D3-01800BF066D7}"/>
          </ac:graphicFrameMkLst>
        </pc:graphicFrameChg>
        <pc:graphicFrameChg chg="add mod">
          <ac:chgData name="JESUS ROCHA SALAZAR" userId="4e0323458c84468b" providerId="LiveId" clId="{DC2CD160-77F3-4A47-9FD0-6C2276FF51A8}" dt="2026-02-13T22:43:14.110" v="332" actId="1076"/>
          <ac:graphicFrameMkLst>
            <pc:docMk/>
            <pc:sldMk cId="2210134235" sldId="2147473151"/>
            <ac:graphicFrameMk id="7" creationId="{139E591B-424B-22E1-0ED8-6E9DD92A00FD}"/>
          </ac:graphicFrameMkLst>
        </pc:graphicFrameChg>
      </pc:sldChg>
      <pc:sldChg chg="addSp delSp modSp add mod">
        <pc:chgData name="JESUS ROCHA SALAZAR" userId="4e0323458c84468b" providerId="LiveId" clId="{DC2CD160-77F3-4A47-9FD0-6C2276FF51A8}" dt="2026-02-13T22:45:05.617" v="364" actId="1076"/>
        <pc:sldMkLst>
          <pc:docMk/>
          <pc:sldMk cId="1541277873" sldId="2147473152"/>
        </pc:sldMkLst>
        <pc:spChg chg="del">
          <ac:chgData name="JESUS ROCHA SALAZAR" userId="4e0323458c84468b" providerId="LiveId" clId="{DC2CD160-77F3-4A47-9FD0-6C2276FF51A8}" dt="2026-02-13T22:44:08.783" v="348" actId="478"/>
          <ac:spMkLst>
            <pc:docMk/>
            <pc:sldMk cId="1541277873" sldId="2147473152"/>
            <ac:spMk id="2" creationId="{AFD7D3F5-40D2-0A3E-D06A-66E7DD4864F6}"/>
          </ac:spMkLst>
        </pc:spChg>
        <pc:spChg chg="add mod">
          <ac:chgData name="JESUS ROCHA SALAZAR" userId="4e0323458c84468b" providerId="LiveId" clId="{DC2CD160-77F3-4A47-9FD0-6C2276FF51A8}" dt="2026-02-13T22:44:42.816" v="355" actId="1076"/>
          <ac:spMkLst>
            <pc:docMk/>
            <pc:sldMk cId="1541277873" sldId="2147473152"/>
            <ac:spMk id="3" creationId="{97276F0D-D8A5-B15A-F70B-B6728D286675}"/>
          </ac:spMkLst>
        </pc:spChg>
        <pc:spChg chg="add mod">
          <ac:chgData name="JESUS ROCHA SALAZAR" userId="4e0323458c84468b" providerId="LiveId" clId="{DC2CD160-77F3-4A47-9FD0-6C2276FF51A8}" dt="2026-02-13T22:45:02.735" v="363" actId="1076"/>
          <ac:spMkLst>
            <pc:docMk/>
            <pc:sldMk cId="1541277873" sldId="2147473152"/>
            <ac:spMk id="4" creationId="{6CE0473B-F3A5-96E4-6308-7B4FE4FCF529}"/>
          </ac:spMkLst>
        </pc:spChg>
        <pc:spChg chg="mod">
          <ac:chgData name="JESUS ROCHA SALAZAR" userId="4e0323458c84468b" providerId="LiveId" clId="{DC2CD160-77F3-4A47-9FD0-6C2276FF51A8}" dt="2026-02-13T22:44:04.878" v="345" actId="20577"/>
          <ac:spMkLst>
            <pc:docMk/>
            <pc:sldMk cId="1541277873" sldId="2147473152"/>
            <ac:spMk id="5" creationId="{E717944B-4C99-C2A3-7C12-7ABE156F89F8}"/>
          </ac:spMkLst>
        </pc:spChg>
        <pc:graphicFrameChg chg="del mod">
          <ac:chgData name="JESUS ROCHA SALAZAR" userId="4e0323458c84468b" providerId="LiveId" clId="{DC2CD160-77F3-4A47-9FD0-6C2276FF51A8}" dt="2026-02-13T22:44:06.543" v="347" actId="478"/>
          <ac:graphicFrameMkLst>
            <pc:docMk/>
            <pc:sldMk cId="1541277873" sldId="2147473152"/>
            <ac:graphicFrameMk id="7" creationId="{F393CA52-D8AE-408F-59F6-3D3C345B50FF}"/>
          </ac:graphicFrameMkLst>
        </pc:graphicFrameChg>
        <pc:graphicFrameChg chg="add mod">
          <ac:chgData name="JESUS ROCHA SALAZAR" userId="4e0323458c84468b" providerId="LiveId" clId="{DC2CD160-77F3-4A47-9FD0-6C2276FF51A8}" dt="2026-02-13T22:45:05.617" v="364" actId="1076"/>
          <ac:graphicFrameMkLst>
            <pc:docMk/>
            <pc:sldMk cId="1541277873" sldId="2147473152"/>
            <ac:graphicFrameMk id="8" creationId="{8BBE428E-F825-0F6B-7C8D-ECB8A0792EA0}"/>
          </ac:graphicFrameMkLst>
        </pc:graphicFrameChg>
      </pc:sldChg>
      <pc:sldChg chg="addSp delSp modSp add mod">
        <pc:chgData name="JESUS ROCHA SALAZAR" userId="4e0323458c84468b" providerId="LiveId" clId="{DC2CD160-77F3-4A47-9FD0-6C2276FF51A8}" dt="2026-02-13T22:46:04.051" v="380" actId="1076"/>
        <pc:sldMkLst>
          <pc:docMk/>
          <pc:sldMk cId="731103314" sldId="2147473153"/>
        </pc:sldMkLst>
        <pc:spChg chg="del">
          <ac:chgData name="JESUS ROCHA SALAZAR" userId="4e0323458c84468b" providerId="LiveId" clId="{DC2CD160-77F3-4A47-9FD0-6C2276FF51A8}" dt="2026-02-13T22:45:18.083" v="368" actId="478"/>
          <ac:spMkLst>
            <pc:docMk/>
            <pc:sldMk cId="731103314" sldId="2147473153"/>
            <ac:spMk id="3" creationId="{760FB6FE-AD99-8F5C-4D3C-16C07CE36CD3}"/>
          </ac:spMkLst>
        </pc:spChg>
        <pc:spChg chg="del">
          <ac:chgData name="JESUS ROCHA SALAZAR" userId="4e0323458c84468b" providerId="LiveId" clId="{DC2CD160-77F3-4A47-9FD0-6C2276FF51A8}" dt="2026-02-13T22:45:15.134" v="367" actId="478"/>
          <ac:spMkLst>
            <pc:docMk/>
            <pc:sldMk cId="731103314" sldId="2147473153"/>
            <ac:spMk id="4" creationId="{249140B4-0AEE-9270-0166-E64EFA7202CB}"/>
          </ac:spMkLst>
        </pc:spChg>
        <pc:spChg chg="add mod">
          <ac:chgData name="JESUS ROCHA SALAZAR" userId="4e0323458c84468b" providerId="LiveId" clId="{DC2CD160-77F3-4A47-9FD0-6C2276FF51A8}" dt="2026-02-13T22:46:04.051" v="380" actId="1076"/>
          <ac:spMkLst>
            <pc:docMk/>
            <pc:sldMk cId="731103314" sldId="2147473153"/>
            <ac:spMk id="7" creationId="{5FE48427-D7DF-811C-DCE9-365A09DA7DEB}"/>
          </ac:spMkLst>
        </pc:spChg>
        <pc:graphicFrameChg chg="add mod">
          <ac:chgData name="JESUS ROCHA SALAZAR" userId="4e0323458c84468b" providerId="LiveId" clId="{DC2CD160-77F3-4A47-9FD0-6C2276FF51A8}" dt="2026-02-13T22:45:53.505" v="377" actId="14100"/>
          <ac:graphicFrameMkLst>
            <pc:docMk/>
            <pc:sldMk cId="731103314" sldId="2147473153"/>
            <ac:graphicFrameMk id="2" creationId="{8268D733-9CE0-1125-DFC9-B30CD6C0158E}"/>
          </ac:graphicFrameMkLst>
        </pc:graphicFrameChg>
        <pc:graphicFrameChg chg="del">
          <ac:chgData name="JESUS ROCHA SALAZAR" userId="4e0323458c84468b" providerId="LiveId" clId="{DC2CD160-77F3-4A47-9FD0-6C2276FF51A8}" dt="2026-02-13T22:45:12.264" v="366" actId="478"/>
          <ac:graphicFrameMkLst>
            <pc:docMk/>
            <pc:sldMk cId="731103314" sldId="2147473153"/>
            <ac:graphicFrameMk id="8" creationId="{0838D54C-63E4-9853-0008-8866721FCADD}"/>
          </ac:graphicFrameMkLst>
        </pc:graphicFrameChg>
      </pc:sldChg>
      <pc:sldChg chg="addSp delSp modSp add mod">
        <pc:chgData name="JESUS ROCHA SALAZAR" userId="4e0323458c84468b" providerId="LiveId" clId="{DC2CD160-77F3-4A47-9FD0-6C2276FF51A8}" dt="2026-02-13T22:48:19.231" v="399" actId="1076"/>
        <pc:sldMkLst>
          <pc:docMk/>
          <pc:sldMk cId="90813358" sldId="2147473154"/>
        </pc:sldMkLst>
        <pc:spChg chg="add mod">
          <ac:chgData name="JESUS ROCHA SALAZAR" userId="4e0323458c84468b" providerId="LiveId" clId="{DC2CD160-77F3-4A47-9FD0-6C2276FF51A8}" dt="2026-02-13T22:48:05.553" v="396" actId="1076"/>
          <ac:spMkLst>
            <pc:docMk/>
            <pc:sldMk cId="90813358" sldId="2147473154"/>
            <ac:spMk id="3" creationId="{2606F80E-3F59-B463-D85A-22024AEE79F1}"/>
          </ac:spMkLst>
        </pc:spChg>
        <pc:spChg chg="mod">
          <ac:chgData name="JESUS ROCHA SALAZAR" userId="4e0323458c84468b" providerId="LiveId" clId="{DC2CD160-77F3-4A47-9FD0-6C2276FF51A8}" dt="2026-02-13T22:47:26.278" v="385" actId="108"/>
          <ac:spMkLst>
            <pc:docMk/>
            <pc:sldMk cId="90813358" sldId="2147473154"/>
            <ac:spMk id="5" creationId="{0E943860-5857-C1D6-D4E9-CB5FA8DEC3C4}"/>
          </ac:spMkLst>
        </pc:spChg>
        <pc:spChg chg="del">
          <ac:chgData name="JESUS ROCHA SALAZAR" userId="4e0323458c84468b" providerId="LiveId" clId="{DC2CD160-77F3-4A47-9FD0-6C2276FF51A8}" dt="2026-02-13T22:46:51.897" v="383" actId="478"/>
          <ac:spMkLst>
            <pc:docMk/>
            <pc:sldMk cId="90813358" sldId="2147473154"/>
            <ac:spMk id="7" creationId="{97256CD4-6410-3F9D-DC25-FEFFCDE7B284}"/>
          </ac:spMkLst>
        </pc:spChg>
        <pc:graphicFrameChg chg="del">
          <ac:chgData name="JESUS ROCHA SALAZAR" userId="4e0323458c84468b" providerId="LiveId" clId="{DC2CD160-77F3-4A47-9FD0-6C2276FF51A8}" dt="2026-02-13T22:46:49.671" v="382" actId="478"/>
          <ac:graphicFrameMkLst>
            <pc:docMk/>
            <pc:sldMk cId="90813358" sldId="2147473154"/>
            <ac:graphicFrameMk id="2" creationId="{33C71D9C-20D2-9E37-0C58-9FC3A919DE1A}"/>
          </ac:graphicFrameMkLst>
        </pc:graphicFrameChg>
        <pc:graphicFrameChg chg="add mod">
          <ac:chgData name="JESUS ROCHA SALAZAR" userId="4e0323458c84468b" providerId="LiveId" clId="{DC2CD160-77F3-4A47-9FD0-6C2276FF51A8}" dt="2026-02-13T22:48:19.231" v="399" actId="1076"/>
          <ac:graphicFrameMkLst>
            <pc:docMk/>
            <pc:sldMk cId="90813358" sldId="2147473154"/>
            <ac:graphicFrameMk id="4" creationId="{109E936E-75C2-2A2A-7420-613BE83AC127}"/>
          </ac:graphicFrameMkLst>
        </pc:graphicFrameChg>
      </pc:sldChg>
      <pc:sldChg chg="addSp delSp modSp add mod">
        <pc:chgData name="JESUS ROCHA SALAZAR" userId="4e0323458c84468b" providerId="LiveId" clId="{DC2CD160-77F3-4A47-9FD0-6C2276FF51A8}" dt="2026-02-13T22:50:05.285" v="422" actId="1076"/>
        <pc:sldMkLst>
          <pc:docMk/>
          <pc:sldMk cId="2671495496" sldId="2147473155"/>
        </pc:sldMkLst>
        <pc:spChg chg="add mod">
          <ac:chgData name="JESUS ROCHA SALAZAR" userId="4e0323458c84468b" providerId="LiveId" clId="{DC2CD160-77F3-4A47-9FD0-6C2276FF51A8}" dt="2026-02-13T22:49:49.417" v="416" actId="1076"/>
          <ac:spMkLst>
            <pc:docMk/>
            <pc:sldMk cId="2671495496" sldId="2147473155"/>
            <ac:spMk id="2" creationId="{EB80349D-27FA-B9B6-F4C9-5827007C0687}"/>
          </ac:spMkLst>
        </pc:spChg>
        <pc:spChg chg="del">
          <ac:chgData name="JESUS ROCHA SALAZAR" userId="4e0323458c84468b" providerId="LiveId" clId="{DC2CD160-77F3-4A47-9FD0-6C2276FF51A8}" dt="2026-02-13T22:48:48.695" v="402" actId="478"/>
          <ac:spMkLst>
            <pc:docMk/>
            <pc:sldMk cId="2671495496" sldId="2147473155"/>
            <ac:spMk id="3" creationId="{922ADA1D-2F25-D32E-7C47-C620E1CA7910}"/>
          </ac:spMkLst>
        </pc:spChg>
        <pc:spChg chg="mod">
          <ac:chgData name="JESUS ROCHA SALAZAR" userId="4e0323458c84468b" providerId="LiveId" clId="{DC2CD160-77F3-4A47-9FD0-6C2276FF51A8}" dt="2026-02-13T22:49:18.578" v="410" actId="20577"/>
          <ac:spMkLst>
            <pc:docMk/>
            <pc:sldMk cId="2671495496" sldId="2147473155"/>
            <ac:spMk id="5" creationId="{AA77A0FF-CD41-961B-1217-01D07904A612}"/>
          </ac:spMkLst>
        </pc:spChg>
        <pc:graphicFrameChg chg="del">
          <ac:chgData name="JESUS ROCHA SALAZAR" userId="4e0323458c84468b" providerId="LiveId" clId="{DC2CD160-77F3-4A47-9FD0-6C2276FF51A8}" dt="2026-02-13T22:48:45.963" v="401" actId="478"/>
          <ac:graphicFrameMkLst>
            <pc:docMk/>
            <pc:sldMk cId="2671495496" sldId="2147473155"/>
            <ac:graphicFrameMk id="4" creationId="{A86C25D4-4C46-EEF5-4346-48EF8453AD9D}"/>
          </ac:graphicFrameMkLst>
        </pc:graphicFrameChg>
        <pc:graphicFrameChg chg="add mod">
          <ac:chgData name="JESUS ROCHA SALAZAR" userId="4e0323458c84468b" providerId="LiveId" clId="{DC2CD160-77F3-4A47-9FD0-6C2276FF51A8}" dt="2026-02-13T22:49:53.651" v="418" actId="1076"/>
          <ac:graphicFrameMkLst>
            <pc:docMk/>
            <pc:sldMk cId="2671495496" sldId="2147473155"/>
            <ac:graphicFrameMk id="8" creationId="{2B0EDFB6-9371-5B84-F4C9-9A39C1494195}"/>
          </ac:graphicFrameMkLst>
        </pc:graphicFrameChg>
        <pc:graphicFrameChg chg="add mod">
          <ac:chgData name="JESUS ROCHA SALAZAR" userId="4e0323458c84468b" providerId="LiveId" clId="{DC2CD160-77F3-4A47-9FD0-6C2276FF51A8}" dt="2026-02-13T22:49:36.945" v="413" actId="1076"/>
          <ac:graphicFrameMkLst>
            <pc:docMk/>
            <pc:sldMk cId="2671495496" sldId="2147473155"/>
            <ac:graphicFrameMk id="9" creationId="{A9C37A6F-BD5A-C071-B93F-271B1DB5D566}"/>
          </ac:graphicFrameMkLst>
        </pc:graphicFrameChg>
        <pc:picChg chg="add mod">
          <ac:chgData name="JESUS ROCHA SALAZAR" userId="4e0323458c84468b" providerId="LiveId" clId="{DC2CD160-77F3-4A47-9FD0-6C2276FF51A8}" dt="2026-02-13T22:50:05.285" v="422" actId="1076"/>
          <ac:picMkLst>
            <pc:docMk/>
            <pc:sldMk cId="2671495496" sldId="2147473155"/>
            <ac:picMk id="7" creationId="{18622B39-8B1D-4D44-30A0-10A2C448866A}"/>
          </ac:picMkLst>
        </pc:picChg>
      </pc:sldChg>
      <pc:sldChg chg="addSp delSp modSp add mod">
        <pc:chgData name="JESUS ROCHA SALAZAR" userId="4e0323458c84468b" providerId="LiveId" clId="{DC2CD160-77F3-4A47-9FD0-6C2276FF51A8}" dt="2026-02-13T22:54:10.748" v="437" actId="1076"/>
        <pc:sldMkLst>
          <pc:docMk/>
          <pc:sldMk cId="3955329739" sldId="2147473156"/>
        </pc:sldMkLst>
        <pc:spChg chg="del">
          <ac:chgData name="JESUS ROCHA SALAZAR" userId="4e0323458c84468b" providerId="LiveId" clId="{DC2CD160-77F3-4A47-9FD0-6C2276FF51A8}" dt="2026-02-13T22:50:17.408" v="426" actId="478"/>
          <ac:spMkLst>
            <pc:docMk/>
            <pc:sldMk cId="3955329739" sldId="2147473156"/>
            <ac:spMk id="2" creationId="{1BE1D8D2-F4DD-8BF6-C8F0-2926A988373C}"/>
          </ac:spMkLst>
        </pc:spChg>
        <pc:spChg chg="add mod">
          <ac:chgData name="JESUS ROCHA SALAZAR" userId="4e0323458c84468b" providerId="LiveId" clId="{DC2CD160-77F3-4A47-9FD0-6C2276FF51A8}" dt="2026-02-13T22:53:46.787" v="433" actId="1076"/>
          <ac:spMkLst>
            <pc:docMk/>
            <pc:sldMk cId="3955329739" sldId="2147473156"/>
            <ac:spMk id="4" creationId="{495E63F2-49B1-4B0A-7EEB-3BA059F1F256}"/>
          </ac:spMkLst>
        </pc:spChg>
        <pc:graphicFrameChg chg="del">
          <ac:chgData name="JESUS ROCHA SALAZAR" userId="4e0323458c84468b" providerId="LiveId" clId="{DC2CD160-77F3-4A47-9FD0-6C2276FF51A8}" dt="2026-02-13T22:50:13.745" v="424" actId="478"/>
          <ac:graphicFrameMkLst>
            <pc:docMk/>
            <pc:sldMk cId="3955329739" sldId="2147473156"/>
            <ac:graphicFrameMk id="8" creationId="{208F8F28-BFF9-822F-101D-046D3EF4CF48}"/>
          </ac:graphicFrameMkLst>
        </pc:graphicFrameChg>
        <pc:picChg chg="add mod">
          <ac:chgData name="JESUS ROCHA SALAZAR" userId="4e0323458c84468b" providerId="LiveId" clId="{DC2CD160-77F3-4A47-9FD0-6C2276FF51A8}" dt="2026-02-13T22:53:39.381" v="430" actId="1076"/>
          <ac:picMkLst>
            <pc:docMk/>
            <pc:sldMk cId="3955329739" sldId="2147473156"/>
            <ac:picMk id="3" creationId="{0A831120-4410-803C-8A9B-176DCAAF295C}"/>
          </ac:picMkLst>
        </pc:picChg>
        <pc:picChg chg="del">
          <ac:chgData name="JESUS ROCHA SALAZAR" userId="4e0323458c84468b" providerId="LiveId" clId="{DC2CD160-77F3-4A47-9FD0-6C2276FF51A8}" dt="2026-02-13T22:50:15.194" v="425" actId="478"/>
          <ac:picMkLst>
            <pc:docMk/>
            <pc:sldMk cId="3955329739" sldId="2147473156"/>
            <ac:picMk id="7" creationId="{406BA047-9EE2-68A8-6F0A-6A024772161F}"/>
          </ac:picMkLst>
        </pc:picChg>
        <pc:picChg chg="add mod">
          <ac:chgData name="JESUS ROCHA SALAZAR" userId="4e0323458c84468b" providerId="LiveId" clId="{DC2CD160-77F3-4A47-9FD0-6C2276FF51A8}" dt="2026-02-13T22:54:10.748" v="437" actId="1076"/>
          <ac:picMkLst>
            <pc:docMk/>
            <pc:sldMk cId="3955329739" sldId="2147473156"/>
            <ac:picMk id="10" creationId="{C28CCD0A-D7E0-DFA1-912A-317CC0B4AD36}"/>
          </ac:picMkLst>
        </pc:picChg>
      </pc:sldChg>
      <pc:sldChg chg="addSp delSp modSp add mod">
        <pc:chgData name="JESUS ROCHA SALAZAR" userId="4e0323458c84468b" providerId="LiveId" clId="{DC2CD160-77F3-4A47-9FD0-6C2276FF51A8}" dt="2026-02-13T22:54:54.616" v="449" actId="1076"/>
        <pc:sldMkLst>
          <pc:docMk/>
          <pc:sldMk cId="2107044170" sldId="2147473157"/>
        </pc:sldMkLst>
        <pc:spChg chg="del">
          <ac:chgData name="JESUS ROCHA SALAZAR" userId="4e0323458c84468b" providerId="LiveId" clId="{DC2CD160-77F3-4A47-9FD0-6C2276FF51A8}" dt="2026-02-13T22:54:18.245" v="440" actId="478"/>
          <ac:spMkLst>
            <pc:docMk/>
            <pc:sldMk cId="2107044170" sldId="2147473157"/>
            <ac:spMk id="4" creationId="{450737E1-A91E-B121-BAD4-9CB1F9FAB2AE}"/>
          </ac:spMkLst>
        </pc:spChg>
        <pc:picChg chg="add mod">
          <ac:chgData name="JESUS ROCHA SALAZAR" userId="4e0323458c84468b" providerId="LiveId" clId="{DC2CD160-77F3-4A47-9FD0-6C2276FF51A8}" dt="2026-02-13T22:54:50.770" v="447" actId="1076"/>
          <ac:picMkLst>
            <pc:docMk/>
            <pc:sldMk cId="2107044170" sldId="2147473157"/>
            <ac:picMk id="2" creationId="{1236CCE5-3CE5-9648-E435-BBAC82C92513}"/>
          </ac:picMkLst>
        </pc:picChg>
        <pc:picChg chg="del">
          <ac:chgData name="JESUS ROCHA SALAZAR" userId="4e0323458c84468b" providerId="LiveId" clId="{DC2CD160-77F3-4A47-9FD0-6C2276FF51A8}" dt="2026-02-13T22:54:19.693" v="441" actId="478"/>
          <ac:picMkLst>
            <pc:docMk/>
            <pc:sldMk cId="2107044170" sldId="2147473157"/>
            <ac:picMk id="3" creationId="{E38BD200-9FB9-69B0-EC05-0E873777CA24}"/>
          </ac:picMkLst>
        </pc:picChg>
        <pc:picChg chg="add mod">
          <ac:chgData name="JESUS ROCHA SALAZAR" userId="4e0323458c84468b" providerId="LiveId" clId="{DC2CD160-77F3-4A47-9FD0-6C2276FF51A8}" dt="2026-02-13T22:54:52.589" v="448" actId="1076"/>
          <ac:picMkLst>
            <pc:docMk/>
            <pc:sldMk cId="2107044170" sldId="2147473157"/>
            <ac:picMk id="7" creationId="{9FF33046-18DC-DC84-F494-3E68BBCD601F}"/>
          </ac:picMkLst>
        </pc:picChg>
        <pc:picChg chg="add mod">
          <ac:chgData name="JESUS ROCHA SALAZAR" userId="4e0323458c84468b" providerId="LiveId" clId="{DC2CD160-77F3-4A47-9FD0-6C2276FF51A8}" dt="2026-02-13T22:54:54.616" v="449" actId="1076"/>
          <ac:picMkLst>
            <pc:docMk/>
            <pc:sldMk cId="2107044170" sldId="2147473157"/>
            <ac:picMk id="8" creationId="{9F41D2E2-71B2-8157-C3D4-F8631ADC4606}"/>
          </ac:picMkLst>
        </pc:picChg>
        <pc:picChg chg="del">
          <ac:chgData name="JESUS ROCHA SALAZAR" userId="4e0323458c84468b" providerId="LiveId" clId="{DC2CD160-77F3-4A47-9FD0-6C2276FF51A8}" dt="2026-02-13T22:54:15.139" v="439" actId="478"/>
          <ac:picMkLst>
            <pc:docMk/>
            <pc:sldMk cId="2107044170" sldId="2147473157"/>
            <ac:picMk id="10" creationId="{1463CA35-D245-BFF4-2D05-F0FBD030B3FA}"/>
          </ac:picMkLst>
        </pc:picChg>
      </pc:sldChg>
      <pc:sldChg chg="addSp delSp modSp add mod">
        <pc:chgData name="JESUS ROCHA SALAZAR" userId="4e0323458c84468b" providerId="LiveId" clId="{DC2CD160-77F3-4A47-9FD0-6C2276FF51A8}" dt="2026-02-13T22:55:32.951" v="461" actId="1076"/>
        <pc:sldMkLst>
          <pc:docMk/>
          <pc:sldMk cId="1548923405" sldId="2147473158"/>
        </pc:sldMkLst>
        <pc:spChg chg="add mod">
          <ac:chgData name="JESUS ROCHA SALAZAR" userId="4e0323458c84468b" providerId="LiveId" clId="{DC2CD160-77F3-4A47-9FD0-6C2276FF51A8}" dt="2026-02-13T22:55:26.438" v="459" actId="1076"/>
          <ac:spMkLst>
            <pc:docMk/>
            <pc:sldMk cId="1548923405" sldId="2147473158"/>
            <ac:spMk id="15" creationId="{AC630C8B-5916-093D-5326-463C0DCACF74}"/>
          </ac:spMkLst>
        </pc:spChg>
        <pc:picChg chg="del">
          <ac:chgData name="JESUS ROCHA SALAZAR" userId="4e0323458c84468b" providerId="LiveId" clId="{DC2CD160-77F3-4A47-9FD0-6C2276FF51A8}" dt="2026-02-13T22:55:00.967" v="453" actId="478"/>
          <ac:picMkLst>
            <pc:docMk/>
            <pc:sldMk cId="1548923405" sldId="2147473158"/>
            <ac:picMk id="2" creationId="{2D384EE5-C16D-471E-71F5-E2F19AC6180B}"/>
          </ac:picMkLst>
        </pc:picChg>
        <pc:picChg chg="add mod">
          <ac:chgData name="JESUS ROCHA SALAZAR" userId="4e0323458c84468b" providerId="LiveId" clId="{DC2CD160-77F3-4A47-9FD0-6C2276FF51A8}" dt="2026-02-13T22:55:21.562" v="457" actId="1076"/>
          <ac:picMkLst>
            <pc:docMk/>
            <pc:sldMk cId="1548923405" sldId="2147473158"/>
            <ac:picMk id="3" creationId="{66EA4E96-A64F-7C2E-129C-F7B3AC33665B}"/>
          </ac:picMkLst>
        </pc:picChg>
        <pc:picChg chg="add mod">
          <ac:chgData name="JESUS ROCHA SALAZAR" userId="4e0323458c84468b" providerId="LiveId" clId="{DC2CD160-77F3-4A47-9FD0-6C2276FF51A8}" dt="2026-02-13T22:55:24.363" v="458" actId="1076"/>
          <ac:picMkLst>
            <pc:docMk/>
            <pc:sldMk cId="1548923405" sldId="2147473158"/>
            <ac:picMk id="4" creationId="{EB84341D-4708-ED76-1C7A-DB01C4C97EFE}"/>
          </ac:picMkLst>
        </pc:picChg>
        <pc:picChg chg="del">
          <ac:chgData name="JESUS ROCHA SALAZAR" userId="4e0323458c84468b" providerId="LiveId" clId="{DC2CD160-77F3-4A47-9FD0-6C2276FF51A8}" dt="2026-02-13T22:54:59.039" v="452" actId="478"/>
          <ac:picMkLst>
            <pc:docMk/>
            <pc:sldMk cId="1548923405" sldId="2147473158"/>
            <ac:picMk id="7" creationId="{4F699903-193D-B797-5DB7-A3227DABAC99}"/>
          </ac:picMkLst>
        </pc:picChg>
        <pc:picChg chg="del">
          <ac:chgData name="JESUS ROCHA SALAZAR" userId="4e0323458c84468b" providerId="LiveId" clId="{DC2CD160-77F3-4A47-9FD0-6C2276FF51A8}" dt="2026-02-13T22:54:57.592" v="451" actId="478"/>
          <ac:picMkLst>
            <pc:docMk/>
            <pc:sldMk cId="1548923405" sldId="2147473158"/>
            <ac:picMk id="8" creationId="{35E6FD0D-88DD-D783-936A-C68A1808F499}"/>
          </ac:picMkLst>
        </pc:picChg>
        <pc:picChg chg="add mod">
          <ac:chgData name="JESUS ROCHA SALAZAR" userId="4e0323458c84468b" providerId="LiveId" clId="{DC2CD160-77F3-4A47-9FD0-6C2276FF51A8}" dt="2026-02-13T22:55:32.951" v="461" actId="1076"/>
          <ac:picMkLst>
            <pc:docMk/>
            <pc:sldMk cId="1548923405" sldId="2147473158"/>
            <ac:picMk id="10" creationId="{BE174BC0-926E-06CE-957F-7C0BC3D7F72F}"/>
          </ac:picMkLst>
        </pc:picChg>
        <pc:picChg chg="add mod">
          <ac:chgData name="JESUS ROCHA SALAZAR" userId="4e0323458c84468b" providerId="LiveId" clId="{DC2CD160-77F3-4A47-9FD0-6C2276FF51A8}" dt="2026-02-13T22:55:28.445" v="460" actId="1076"/>
          <ac:picMkLst>
            <pc:docMk/>
            <pc:sldMk cId="1548923405" sldId="2147473158"/>
            <ac:picMk id="11" creationId="{73769721-053B-1167-3AB4-5CC9AE7A8715}"/>
          </ac:picMkLst>
        </pc:picChg>
      </pc:sldChg>
      <pc:sldChg chg="addSp delSp modSp add mod">
        <pc:chgData name="JESUS ROCHA SALAZAR" userId="4e0323458c84468b" providerId="LiveId" clId="{DC2CD160-77F3-4A47-9FD0-6C2276FF51A8}" dt="2026-02-13T22:56:32.391" v="475" actId="478"/>
        <pc:sldMkLst>
          <pc:docMk/>
          <pc:sldMk cId="2332781291" sldId="2147473159"/>
        </pc:sldMkLst>
        <pc:spChg chg="add mod">
          <ac:chgData name="JESUS ROCHA SALAZAR" userId="4e0323458c84468b" providerId="LiveId" clId="{DC2CD160-77F3-4A47-9FD0-6C2276FF51A8}" dt="2026-02-13T22:56:13.683" v="472" actId="1076"/>
          <ac:spMkLst>
            <pc:docMk/>
            <pc:sldMk cId="2332781291" sldId="2147473159"/>
            <ac:spMk id="2" creationId="{60F2653D-D7AB-F8F0-7627-C1FF004293C3}"/>
          </ac:spMkLst>
        </pc:spChg>
        <pc:spChg chg="add mod">
          <ac:chgData name="JESUS ROCHA SALAZAR" userId="4e0323458c84468b" providerId="LiveId" clId="{DC2CD160-77F3-4A47-9FD0-6C2276FF51A8}" dt="2026-02-13T22:56:21.021" v="473" actId="1076"/>
          <ac:spMkLst>
            <pc:docMk/>
            <pc:sldMk cId="2332781291" sldId="2147473159"/>
            <ac:spMk id="7" creationId="{296AAC75-655E-B773-8614-D68F050F5685}"/>
          </ac:spMkLst>
        </pc:spChg>
        <pc:spChg chg="add mod">
          <ac:chgData name="JESUS ROCHA SALAZAR" userId="4e0323458c84468b" providerId="LiveId" clId="{DC2CD160-77F3-4A47-9FD0-6C2276FF51A8}" dt="2026-02-13T22:56:23.578" v="474" actId="1076"/>
          <ac:spMkLst>
            <pc:docMk/>
            <pc:sldMk cId="2332781291" sldId="2147473159"/>
            <ac:spMk id="8" creationId="{A05258C5-FAF6-AFD4-46AD-7FED6ADA90F7}"/>
          </ac:spMkLst>
        </pc:spChg>
        <pc:spChg chg="del">
          <ac:chgData name="JESUS ROCHA SALAZAR" userId="4e0323458c84468b" providerId="LiveId" clId="{DC2CD160-77F3-4A47-9FD0-6C2276FF51A8}" dt="2026-02-13T22:55:39.746" v="464" actId="478"/>
          <ac:spMkLst>
            <pc:docMk/>
            <pc:sldMk cId="2332781291" sldId="2147473159"/>
            <ac:spMk id="15" creationId="{9C4997EF-89D7-461E-3CD4-35A2B10FF475}"/>
          </ac:spMkLst>
        </pc:spChg>
        <pc:graphicFrameChg chg="del">
          <ac:chgData name="JESUS ROCHA SALAZAR" userId="4e0323458c84468b" providerId="LiveId" clId="{DC2CD160-77F3-4A47-9FD0-6C2276FF51A8}" dt="2026-02-13T22:56:32.391" v="475" actId="478"/>
          <ac:graphicFrameMkLst>
            <pc:docMk/>
            <pc:sldMk cId="2332781291" sldId="2147473159"/>
            <ac:graphicFrameMk id="9" creationId="{DCA8ED86-657A-2ACE-BCE2-BD7C99766516}"/>
          </ac:graphicFrameMkLst>
        </pc:graphicFrameChg>
        <pc:picChg chg="del">
          <ac:chgData name="JESUS ROCHA SALAZAR" userId="4e0323458c84468b" providerId="LiveId" clId="{DC2CD160-77F3-4A47-9FD0-6C2276FF51A8}" dt="2026-02-13T22:55:44.155" v="467" actId="478"/>
          <ac:picMkLst>
            <pc:docMk/>
            <pc:sldMk cId="2332781291" sldId="2147473159"/>
            <ac:picMk id="3" creationId="{668EC92F-1A7E-FECF-C844-9C5944227821}"/>
          </ac:picMkLst>
        </pc:picChg>
        <pc:picChg chg="del">
          <ac:chgData name="JESUS ROCHA SALAZAR" userId="4e0323458c84468b" providerId="LiveId" clId="{DC2CD160-77F3-4A47-9FD0-6C2276FF51A8}" dt="2026-02-13T22:55:42.617" v="466" actId="478"/>
          <ac:picMkLst>
            <pc:docMk/>
            <pc:sldMk cId="2332781291" sldId="2147473159"/>
            <ac:picMk id="4" creationId="{5751B53D-879C-E4DA-2D74-C42950D9890F}"/>
          </ac:picMkLst>
        </pc:picChg>
        <pc:picChg chg="del">
          <ac:chgData name="JESUS ROCHA SALAZAR" userId="4e0323458c84468b" providerId="LiveId" clId="{DC2CD160-77F3-4A47-9FD0-6C2276FF51A8}" dt="2026-02-13T22:55:41.142" v="465" actId="478"/>
          <ac:picMkLst>
            <pc:docMk/>
            <pc:sldMk cId="2332781291" sldId="2147473159"/>
            <ac:picMk id="10" creationId="{FDFEFDD2-D50E-7A6E-E324-25A30C46806F}"/>
          </ac:picMkLst>
        </pc:picChg>
        <pc:picChg chg="del">
          <ac:chgData name="JESUS ROCHA SALAZAR" userId="4e0323458c84468b" providerId="LiveId" clId="{DC2CD160-77F3-4A47-9FD0-6C2276FF51A8}" dt="2026-02-13T22:55:38.236" v="463" actId="478"/>
          <ac:picMkLst>
            <pc:docMk/>
            <pc:sldMk cId="2332781291" sldId="2147473159"/>
            <ac:picMk id="11" creationId="{23D7D6F8-4E3B-3699-D63C-D0347BF76445}"/>
          </ac:picMkLst>
        </pc:picChg>
      </pc:sldChg>
      <pc:sldChg chg="addSp delSp modSp add mod">
        <pc:chgData name="JESUS ROCHA SALAZAR" userId="4e0323458c84468b" providerId="LiveId" clId="{DC2CD160-77F3-4A47-9FD0-6C2276FF51A8}" dt="2026-02-13T22:59:56.017" v="500" actId="1076"/>
        <pc:sldMkLst>
          <pc:docMk/>
          <pc:sldMk cId="869340072" sldId="2147473160"/>
        </pc:sldMkLst>
        <pc:spChg chg="del">
          <ac:chgData name="JESUS ROCHA SALAZAR" userId="4e0323458c84468b" providerId="LiveId" clId="{DC2CD160-77F3-4A47-9FD0-6C2276FF51A8}" dt="2026-02-13T22:56:44.729" v="479" actId="478"/>
          <ac:spMkLst>
            <pc:docMk/>
            <pc:sldMk cId="869340072" sldId="2147473160"/>
            <ac:spMk id="2" creationId="{D603D9AF-BCB6-A6C0-6F2B-73B2BD4BA126}"/>
          </ac:spMkLst>
        </pc:spChg>
        <pc:spChg chg="add mod">
          <ac:chgData name="JESUS ROCHA SALAZAR" userId="4e0323458c84468b" providerId="LiveId" clId="{DC2CD160-77F3-4A47-9FD0-6C2276FF51A8}" dt="2026-02-13T22:58:56.665" v="496" actId="1076"/>
          <ac:spMkLst>
            <pc:docMk/>
            <pc:sldMk cId="869340072" sldId="2147473160"/>
            <ac:spMk id="3" creationId="{E2AA8035-E27A-679E-608A-F60925BD84AF}"/>
          </ac:spMkLst>
        </pc:spChg>
        <pc:spChg chg="add mod">
          <ac:chgData name="JESUS ROCHA SALAZAR" userId="4e0323458c84468b" providerId="LiveId" clId="{DC2CD160-77F3-4A47-9FD0-6C2276FF51A8}" dt="2026-02-13T22:59:53.788" v="499" actId="1076"/>
          <ac:spMkLst>
            <pc:docMk/>
            <pc:sldMk cId="869340072" sldId="2147473160"/>
            <ac:spMk id="4" creationId="{ADBCB0E4-34B9-7A94-60FB-07166F662BFB}"/>
          </ac:spMkLst>
        </pc:spChg>
        <pc:spChg chg="del">
          <ac:chgData name="JESUS ROCHA SALAZAR" userId="4e0323458c84468b" providerId="LiveId" clId="{DC2CD160-77F3-4A47-9FD0-6C2276FF51A8}" dt="2026-02-13T22:56:43.114" v="478" actId="478"/>
          <ac:spMkLst>
            <pc:docMk/>
            <pc:sldMk cId="869340072" sldId="2147473160"/>
            <ac:spMk id="7" creationId="{8F8B8CC4-1E94-2871-1C08-692EECA2CC88}"/>
          </ac:spMkLst>
        </pc:spChg>
        <pc:spChg chg="del">
          <ac:chgData name="JESUS ROCHA SALAZAR" userId="4e0323458c84468b" providerId="LiveId" clId="{DC2CD160-77F3-4A47-9FD0-6C2276FF51A8}" dt="2026-02-13T22:56:41.007" v="477" actId="478"/>
          <ac:spMkLst>
            <pc:docMk/>
            <pc:sldMk cId="869340072" sldId="2147473160"/>
            <ac:spMk id="8" creationId="{142A6692-898E-56C7-7C89-EB77E1E6C688}"/>
          </ac:spMkLst>
        </pc:spChg>
        <pc:spChg chg="add mod">
          <ac:chgData name="JESUS ROCHA SALAZAR" userId="4e0323458c84468b" providerId="LiveId" clId="{DC2CD160-77F3-4A47-9FD0-6C2276FF51A8}" dt="2026-02-13T22:59:56.017" v="500" actId="1076"/>
          <ac:spMkLst>
            <pc:docMk/>
            <pc:sldMk cId="869340072" sldId="2147473160"/>
            <ac:spMk id="9" creationId="{A733E1CB-4013-2F17-AD9F-0CB1BCF8F162}"/>
          </ac:spMkLst>
        </pc:spChg>
      </pc:sldChg>
      <pc:sldChg chg="addSp delSp modSp add mod">
        <pc:chgData name="JESUS ROCHA SALAZAR" userId="4e0323458c84468b" providerId="LiveId" clId="{DC2CD160-77F3-4A47-9FD0-6C2276FF51A8}" dt="2026-02-13T23:00:51.978" v="516" actId="1076"/>
        <pc:sldMkLst>
          <pc:docMk/>
          <pc:sldMk cId="1489835787" sldId="2147473161"/>
        </pc:sldMkLst>
        <pc:spChg chg="add mod">
          <ac:chgData name="JESUS ROCHA SALAZAR" userId="4e0323458c84468b" providerId="LiveId" clId="{DC2CD160-77F3-4A47-9FD0-6C2276FF51A8}" dt="2026-02-13T23:00:31.318" v="510" actId="255"/>
          <ac:spMkLst>
            <pc:docMk/>
            <pc:sldMk cId="1489835787" sldId="2147473161"/>
            <ac:spMk id="2" creationId="{EAC947AC-D793-237A-6DD0-B4D079B086DD}"/>
          </ac:spMkLst>
        </pc:spChg>
        <pc:spChg chg="del">
          <ac:chgData name="JESUS ROCHA SALAZAR" userId="4e0323458c84468b" providerId="LiveId" clId="{DC2CD160-77F3-4A47-9FD0-6C2276FF51A8}" dt="2026-02-13T23:00:04.231" v="504" actId="478"/>
          <ac:spMkLst>
            <pc:docMk/>
            <pc:sldMk cId="1489835787" sldId="2147473161"/>
            <ac:spMk id="3" creationId="{8A940903-03FA-1434-B9DA-24A81F8F2795}"/>
          </ac:spMkLst>
        </pc:spChg>
        <pc:spChg chg="del">
          <ac:chgData name="JESUS ROCHA SALAZAR" userId="4e0323458c84468b" providerId="LiveId" clId="{DC2CD160-77F3-4A47-9FD0-6C2276FF51A8}" dt="2026-02-13T23:00:01.966" v="503" actId="478"/>
          <ac:spMkLst>
            <pc:docMk/>
            <pc:sldMk cId="1489835787" sldId="2147473161"/>
            <ac:spMk id="4" creationId="{C5163C79-0767-1DC6-32D3-69A034670BF6}"/>
          </ac:spMkLst>
        </pc:spChg>
        <pc:spChg chg="mod">
          <ac:chgData name="JESUS ROCHA SALAZAR" userId="4e0323458c84468b" providerId="LiveId" clId="{DC2CD160-77F3-4A47-9FD0-6C2276FF51A8}" dt="2026-02-13T23:00:41.318" v="512" actId="1076"/>
          <ac:spMkLst>
            <pc:docMk/>
            <pc:sldMk cId="1489835787" sldId="2147473161"/>
            <ac:spMk id="6" creationId="{AAB28318-9662-E175-610B-5941D3DB105F}"/>
          </ac:spMkLst>
        </pc:spChg>
        <pc:spChg chg="del">
          <ac:chgData name="JESUS ROCHA SALAZAR" userId="4e0323458c84468b" providerId="LiveId" clId="{DC2CD160-77F3-4A47-9FD0-6C2276FF51A8}" dt="2026-02-13T23:00:00.205" v="502" actId="478"/>
          <ac:spMkLst>
            <pc:docMk/>
            <pc:sldMk cId="1489835787" sldId="2147473161"/>
            <ac:spMk id="9" creationId="{803697A1-3B51-B1D2-C49C-A80B8AC89F88}"/>
          </ac:spMkLst>
        </pc:spChg>
        <pc:spChg chg="add mod">
          <ac:chgData name="JESUS ROCHA SALAZAR" userId="4e0323458c84468b" providerId="LiveId" clId="{DC2CD160-77F3-4A47-9FD0-6C2276FF51A8}" dt="2026-02-13T23:00:47.408" v="515" actId="1076"/>
          <ac:spMkLst>
            <pc:docMk/>
            <pc:sldMk cId="1489835787" sldId="2147473161"/>
            <ac:spMk id="10" creationId="{37C3F206-F905-94F6-35B7-E495AB2BFF12}"/>
          </ac:spMkLst>
        </pc:spChg>
        <pc:picChg chg="add mod">
          <ac:chgData name="JESUS ROCHA SALAZAR" userId="4e0323458c84468b" providerId="LiveId" clId="{DC2CD160-77F3-4A47-9FD0-6C2276FF51A8}" dt="2026-02-13T23:00:41.318" v="512" actId="1076"/>
          <ac:picMkLst>
            <pc:docMk/>
            <pc:sldMk cId="1489835787" sldId="2147473161"/>
            <ac:picMk id="7" creationId="{4EB7FA33-23B4-6348-FA6F-C4D258BAD960}"/>
          </ac:picMkLst>
        </pc:picChg>
        <pc:picChg chg="add mod">
          <ac:chgData name="JESUS ROCHA SALAZAR" userId="4e0323458c84468b" providerId="LiveId" clId="{DC2CD160-77F3-4A47-9FD0-6C2276FF51A8}" dt="2026-02-13T23:00:51.978" v="516" actId="1076"/>
          <ac:picMkLst>
            <pc:docMk/>
            <pc:sldMk cId="1489835787" sldId="2147473161"/>
            <ac:picMk id="8" creationId="{9BE81398-9FA8-5701-CB01-4056C38B2623}"/>
          </ac:picMkLst>
        </pc:picChg>
      </pc:sldChg>
      <pc:sldChg chg="addSp delSp modSp add mod">
        <pc:chgData name="JESUS ROCHA SALAZAR" userId="4e0323458c84468b" providerId="LiveId" clId="{DC2CD160-77F3-4A47-9FD0-6C2276FF51A8}" dt="2026-02-13T23:02:06.308" v="540" actId="20577"/>
        <pc:sldMkLst>
          <pc:docMk/>
          <pc:sldMk cId="395095350" sldId="2147473162"/>
        </pc:sldMkLst>
        <pc:spChg chg="del">
          <ac:chgData name="JESUS ROCHA SALAZAR" userId="4e0323458c84468b" providerId="LiveId" clId="{DC2CD160-77F3-4A47-9FD0-6C2276FF51A8}" dt="2026-02-13T23:01:16.240" v="521" actId="478"/>
          <ac:spMkLst>
            <pc:docMk/>
            <pc:sldMk cId="395095350" sldId="2147473162"/>
            <ac:spMk id="2" creationId="{A5D7D9B6-D90B-1747-55C3-7A8E568DA65E}"/>
          </ac:spMkLst>
        </pc:spChg>
        <pc:spChg chg="mod">
          <ac:chgData name="JESUS ROCHA SALAZAR" userId="4e0323458c84468b" providerId="LiveId" clId="{DC2CD160-77F3-4A47-9FD0-6C2276FF51A8}" dt="2026-02-13T23:02:06.308" v="540" actId="20577"/>
          <ac:spMkLst>
            <pc:docMk/>
            <pc:sldMk cId="395095350" sldId="2147473162"/>
            <ac:spMk id="5" creationId="{35EFB32A-3F89-8E2C-1222-A54F4E25BBFE}"/>
          </ac:spMkLst>
        </pc:spChg>
        <pc:spChg chg="mod">
          <ac:chgData name="JESUS ROCHA SALAZAR" userId="4e0323458c84468b" providerId="LiveId" clId="{DC2CD160-77F3-4A47-9FD0-6C2276FF51A8}" dt="2026-02-13T23:01:40.927" v="530" actId="1076"/>
          <ac:spMkLst>
            <pc:docMk/>
            <pc:sldMk cId="395095350" sldId="2147473162"/>
            <ac:spMk id="6" creationId="{52DB687D-3D9D-8B8B-44B4-4C2F8E6DD380}"/>
          </ac:spMkLst>
        </pc:spChg>
        <pc:spChg chg="add mod">
          <ac:chgData name="JESUS ROCHA SALAZAR" userId="4e0323458c84468b" providerId="LiveId" clId="{DC2CD160-77F3-4A47-9FD0-6C2276FF51A8}" dt="2026-02-13T23:01:40.927" v="530" actId="1076"/>
          <ac:spMkLst>
            <pc:docMk/>
            <pc:sldMk cId="395095350" sldId="2147473162"/>
            <ac:spMk id="9" creationId="{94FDBB4C-EBC2-2EDE-A4AD-70A73C3596DB}"/>
          </ac:spMkLst>
        </pc:spChg>
        <pc:spChg chg="del">
          <ac:chgData name="JESUS ROCHA SALAZAR" userId="4e0323458c84468b" providerId="LiveId" clId="{DC2CD160-77F3-4A47-9FD0-6C2276FF51A8}" dt="2026-02-13T23:01:13.903" v="520" actId="478"/>
          <ac:spMkLst>
            <pc:docMk/>
            <pc:sldMk cId="395095350" sldId="2147473162"/>
            <ac:spMk id="10" creationId="{5D4CCFCC-DD94-C762-3CC8-C16B5FFB6589}"/>
          </ac:spMkLst>
        </pc:spChg>
        <pc:spChg chg="add mod">
          <ac:chgData name="JESUS ROCHA SALAZAR" userId="4e0323458c84468b" providerId="LiveId" clId="{DC2CD160-77F3-4A47-9FD0-6C2276FF51A8}" dt="2026-02-13T23:01:40.927" v="530" actId="1076"/>
          <ac:spMkLst>
            <pc:docMk/>
            <pc:sldMk cId="395095350" sldId="2147473162"/>
            <ac:spMk id="15" creationId="{D80656B9-4459-C0E6-22DE-57761C91418F}"/>
          </ac:spMkLst>
        </pc:spChg>
        <pc:picChg chg="add mod">
          <ac:chgData name="JESUS ROCHA SALAZAR" userId="4e0323458c84468b" providerId="LiveId" clId="{DC2CD160-77F3-4A47-9FD0-6C2276FF51A8}" dt="2026-02-13T23:01:40.927" v="530" actId="1076"/>
          <ac:picMkLst>
            <pc:docMk/>
            <pc:sldMk cId="395095350" sldId="2147473162"/>
            <ac:picMk id="3" creationId="{C498DB79-9B28-1F69-E8B3-AC53930E74DD}"/>
          </ac:picMkLst>
        </pc:picChg>
        <pc:picChg chg="add mod">
          <ac:chgData name="JESUS ROCHA SALAZAR" userId="4e0323458c84468b" providerId="LiveId" clId="{DC2CD160-77F3-4A47-9FD0-6C2276FF51A8}" dt="2026-02-13T23:01:40.927" v="530" actId="1076"/>
          <ac:picMkLst>
            <pc:docMk/>
            <pc:sldMk cId="395095350" sldId="2147473162"/>
            <ac:picMk id="4" creationId="{3B3EC4EF-68C5-35CB-9B7A-FCCD00948906}"/>
          </ac:picMkLst>
        </pc:picChg>
        <pc:picChg chg="del">
          <ac:chgData name="JESUS ROCHA SALAZAR" userId="4e0323458c84468b" providerId="LiveId" clId="{DC2CD160-77F3-4A47-9FD0-6C2276FF51A8}" dt="2026-02-13T23:01:12.175" v="519" actId="478"/>
          <ac:picMkLst>
            <pc:docMk/>
            <pc:sldMk cId="395095350" sldId="2147473162"/>
            <ac:picMk id="7" creationId="{AC7E2910-A70C-3E12-16DB-F22D1267433D}"/>
          </ac:picMkLst>
        </pc:picChg>
        <pc:picChg chg="del">
          <ac:chgData name="JESUS ROCHA SALAZAR" userId="4e0323458c84468b" providerId="LiveId" clId="{DC2CD160-77F3-4A47-9FD0-6C2276FF51A8}" dt="2026-02-13T23:01:10.858" v="518" actId="478"/>
          <ac:picMkLst>
            <pc:docMk/>
            <pc:sldMk cId="395095350" sldId="2147473162"/>
            <ac:picMk id="8" creationId="{0889678C-42BB-AF77-F44F-C6D1E6F25D31}"/>
          </ac:picMkLst>
        </pc:picChg>
        <pc:picChg chg="add mod">
          <ac:chgData name="JESUS ROCHA SALAZAR" userId="4e0323458c84468b" providerId="LiveId" clId="{DC2CD160-77F3-4A47-9FD0-6C2276FF51A8}" dt="2026-02-13T23:01:40.927" v="530" actId="1076"/>
          <ac:picMkLst>
            <pc:docMk/>
            <pc:sldMk cId="395095350" sldId="2147473162"/>
            <ac:picMk id="11" creationId="{23643AE8-ED5D-6D4B-25F3-BE24952352AB}"/>
          </ac:picMkLst>
        </pc:picChg>
      </pc:sldChg>
      <pc:sldChg chg="addSp delSp modSp add mod">
        <pc:chgData name="JESUS ROCHA SALAZAR" userId="4e0323458c84468b" providerId="LiveId" clId="{DC2CD160-77F3-4A47-9FD0-6C2276FF51A8}" dt="2026-02-13T23:05:43.975" v="571"/>
        <pc:sldMkLst>
          <pc:docMk/>
          <pc:sldMk cId="4187076584" sldId="2147473163"/>
        </pc:sldMkLst>
        <pc:spChg chg="del">
          <ac:chgData name="JESUS ROCHA SALAZAR" userId="4e0323458c84468b" providerId="LiveId" clId="{DC2CD160-77F3-4A47-9FD0-6C2276FF51A8}" dt="2026-02-13T23:05:40.385" v="569" actId="478"/>
          <ac:spMkLst>
            <pc:docMk/>
            <pc:sldMk cId="4187076584" sldId="2147473163"/>
            <ac:spMk id="5" creationId="{C2497F6A-E5DC-1908-2469-F5AE35157DE8}"/>
          </ac:spMkLst>
        </pc:spChg>
        <pc:spChg chg="del">
          <ac:chgData name="JESUS ROCHA SALAZAR" userId="4e0323458c84468b" providerId="LiveId" clId="{DC2CD160-77F3-4A47-9FD0-6C2276FF51A8}" dt="2026-02-13T23:02:16.679" v="541" actId="478"/>
          <ac:spMkLst>
            <pc:docMk/>
            <pc:sldMk cId="4187076584" sldId="2147473163"/>
            <ac:spMk id="6" creationId="{E1A0CA92-A813-4847-D502-20434FA7E1BC}"/>
          </ac:spMkLst>
        </pc:spChg>
        <pc:spChg chg="del">
          <ac:chgData name="JESUS ROCHA SALAZAR" userId="4e0323458c84468b" providerId="LiveId" clId="{DC2CD160-77F3-4A47-9FD0-6C2276FF51A8}" dt="2026-02-13T23:02:16.679" v="541" actId="478"/>
          <ac:spMkLst>
            <pc:docMk/>
            <pc:sldMk cId="4187076584" sldId="2147473163"/>
            <ac:spMk id="9" creationId="{A38D58D4-50AF-0B73-8C52-24260F25122F}"/>
          </ac:spMkLst>
        </pc:spChg>
        <pc:spChg chg="add mod">
          <ac:chgData name="JESUS ROCHA SALAZAR" userId="4e0323458c84468b" providerId="LiveId" clId="{DC2CD160-77F3-4A47-9FD0-6C2276FF51A8}" dt="2026-02-13T23:03:05.453" v="546" actId="1076"/>
          <ac:spMkLst>
            <pc:docMk/>
            <pc:sldMk cId="4187076584" sldId="2147473163"/>
            <ac:spMk id="10" creationId="{14FBA8A8-3F36-3593-0B5F-20EE29BCA22B}"/>
          </ac:spMkLst>
        </pc:spChg>
        <pc:spChg chg="del">
          <ac:chgData name="JESUS ROCHA SALAZAR" userId="4e0323458c84468b" providerId="LiveId" clId="{DC2CD160-77F3-4A47-9FD0-6C2276FF51A8}" dt="2026-02-13T23:02:16.679" v="541" actId="478"/>
          <ac:spMkLst>
            <pc:docMk/>
            <pc:sldMk cId="4187076584" sldId="2147473163"/>
            <ac:spMk id="15" creationId="{225D8A3E-6784-F680-97DD-2D866E2B5576}"/>
          </ac:spMkLst>
        </pc:spChg>
        <pc:spChg chg="add mod">
          <ac:chgData name="JESUS ROCHA SALAZAR" userId="4e0323458c84468b" providerId="LiveId" clId="{DC2CD160-77F3-4A47-9FD0-6C2276FF51A8}" dt="2026-02-13T23:03:09.970" v="548" actId="1076"/>
          <ac:spMkLst>
            <pc:docMk/>
            <pc:sldMk cId="4187076584" sldId="2147473163"/>
            <ac:spMk id="16" creationId="{4E4047B9-2972-CB53-9E4A-29E774BBDCE8}"/>
          </ac:spMkLst>
        </pc:spChg>
        <pc:spChg chg="add del mod">
          <ac:chgData name="JESUS ROCHA SALAZAR" userId="4e0323458c84468b" providerId="LiveId" clId="{DC2CD160-77F3-4A47-9FD0-6C2276FF51A8}" dt="2026-02-13T23:05:43.216" v="570" actId="478"/>
          <ac:spMkLst>
            <pc:docMk/>
            <pc:sldMk cId="4187076584" sldId="2147473163"/>
            <ac:spMk id="18" creationId="{40FA1F3F-2E9A-46CC-A16E-05C2ED7541A2}"/>
          </ac:spMkLst>
        </pc:spChg>
        <pc:spChg chg="add mod">
          <ac:chgData name="JESUS ROCHA SALAZAR" userId="4e0323458c84468b" providerId="LiveId" clId="{DC2CD160-77F3-4A47-9FD0-6C2276FF51A8}" dt="2026-02-13T23:05:43.975" v="571"/>
          <ac:spMkLst>
            <pc:docMk/>
            <pc:sldMk cId="4187076584" sldId="2147473163"/>
            <ac:spMk id="19" creationId="{474A3FB7-AC6E-1B9F-4122-2567AE836B22}"/>
          </ac:spMkLst>
        </pc:spChg>
        <pc:graphicFrameChg chg="add mod">
          <ac:chgData name="JESUS ROCHA SALAZAR" userId="4e0323458c84468b" providerId="LiveId" clId="{DC2CD160-77F3-4A47-9FD0-6C2276FF51A8}" dt="2026-02-13T23:03:08.103" v="547" actId="1076"/>
          <ac:graphicFrameMkLst>
            <pc:docMk/>
            <pc:sldMk cId="4187076584" sldId="2147473163"/>
            <ac:graphicFrameMk id="8" creationId="{72DF10F8-A624-308D-C0B8-637C0DC6DBB1}"/>
          </ac:graphicFrameMkLst>
        </pc:graphicFrameChg>
        <pc:picChg chg="add mod">
          <ac:chgData name="JESUS ROCHA SALAZAR" userId="4e0323458c84468b" providerId="LiveId" clId="{DC2CD160-77F3-4A47-9FD0-6C2276FF51A8}" dt="2026-02-13T23:03:03.166" v="545" actId="1076"/>
          <ac:picMkLst>
            <pc:docMk/>
            <pc:sldMk cId="4187076584" sldId="2147473163"/>
            <ac:picMk id="2" creationId="{9C63AE08-ED8F-CA31-D9BD-698D6BB1C742}"/>
          </ac:picMkLst>
        </pc:picChg>
        <pc:picChg chg="del">
          <ac:chgData name="JESUS ROCHA SALAZAR" userId="4e0323458c84468b" providerId="LiveId" clId="{DC2CD160-77F3-4A47-9FD0-6C2276FF51A8}" dt="2026-02-13T23:02:16.679" v="541" actId="478"/>
          <ac:picMkLst>
            <pc:docMk/>
            <pc:sldMk cId="4187076584" sldId="2147473163"/>
            <ac:picMk id="3" creationId="{9ECF905B-BE4D-69CF-BD3F-D2B13177FED2}"/>
          </ac:picMkLst>
        </pc:picChg>
        <pc:picChg chg="del">
          <ac:chgData name="JESUS ROCHA SALAZAR" userId="4e0323458c84468b" providerId="LiveId" clId="{DC2CD160-77F3-4A47-9FD0-6C2276FF51A8}" dt="2026-02-13T23:02:16.679" v="541" actId="478"/>
          <ac:picMkLst>
            <pc:docMk/>
            <pc:sldMk cId="4187076584" sldId="2147473163"/>
            <ac:picMk id="4" creationId="{60403337-5D06-6CE4-B0E4-F40DE908E769}"/>
          </ac:picMkLst>
        </pc:picChg>
        <pc:picChg chg="add mod">
          <ac:chgData name="JESUS ROCHA SALAZAR" userId="4e0323458c84468b" providerId="LiveId" clId="{DC2CD160-77F3-4A47-9FD0-6C2276FF51A8}" dt="2026-02-13T23:03:13.623" v="549" actId="1076"/>
          <ac:picMkLst>
            <pc:docMk/>
            <pc:sldMk cId="4187076584" sldId="2147473163"/>
            <ac:picMk id="7" creationId="{3197EF18-D96B-F362-47FB-7A9FB0BDA692}"/>
          </ac:picMkLst>
        </pc:picChg>
        <pc:picChg chg="del">
          <ac:chgData name="JESUS ROCHA SALAZAR" userId="4e0323458c84468b" providerId="LiveId" clId="{DC2CD160-77F3-4A47-9FD0-6C2276FF51A8}" dt="2026-02-13T23:02:16.679" v="541" actId="478"/>
          <ac:picMkLst>
            <pc:docMk/>
            <pc:sldMk cId="4187076584" sldId="2147473163"/>
            <ac:picMk id="11" creationId="{DC3A436D-4DFD-7B5E-EBBC-0A1FDA00C10F}"/>
          </ac:picMkLst>
        </pc:picChg>
      </pc:sldChg>
      <pc:sldChg chg="addSp delSp modSp add mod">
        <pc:chgData name="JESUS ROCHA SALAZAR" userId="4e0323458c84468b" providerId="LiveId" clId="{DC2CD160-77F3-4A47-9FD0-6C2276FF51A8}" dt="2026-02-13T23:05:52.235" v="574"/>
        <pc:sldMkLst>
          <pc:docMk/>
          <pc:sldMk cId="553894239" sldId="2147473164"/>
        </pc:sldMkLst>
        <pc:spChg chg="del">
          <ac:chgData name="JESUS ROCHA SALAZAR" userId="4e0323458c84468b" providerId="LiveId" clId="{DC2CD160-77F3-4A47-9FD0-6C2276FF51A8}" dt="2026-02-13T23:05:49.302" v="572" actId="478"/>
          <ac:spMkLst>
            <pc:docMk/>
            <pc:sldMk cId="553894239" sldId="2147473164"/>
            <ac:spMk id="5" creationId="{814ED230-AB4E-526D-DE89-19F4306C3F34}"/>
          </ac:spMkLst>
        </pc:spChg>
        <pc:spChg chg="add del mod">
          <ac:chgData name="JESUS ROCHA SALAZAR" userId="4e0323458c84468b" providerId="LiveId" clId="{DC2CD160-77F3-4A47-9FD0-6C2276FF51A8}" dt="2026-02-13T23:05:51.855" v="573" actId="478"/>
          <ac:spMkLst>
            <pc:docMk/>
            <pc:sldMk cId="553894239" sldId="2147473164"/>
            <ac:spMk id="9" creationId="{7955DA80-8499-3A4C-789D-391C923450E6}"/>
          </ac:spMkLst>
        </pc:spChg>
        <pc:spChg chg="del">
          <ac:chgData name="JESUS ROCHA SALAZAR" userId="4e0323458c84468b" providerId="LiveId" clId="{DC2CD160-77F3-4A47-9FD0-6C2276FF51A8}" dt="2026-02-13T23:03:34.911" v="552" actId="478"/>
          <ac:spMkLst>
            <pc:docMk/>
            <pc:sldMk cId="553894239" sldId="2147473164"/>
            <ac:spMk id="10" creationId="{7E78B69C-497F-2423-A5A5-33790A274129}"/>
          </ac:spMkLst>
        </pc:spChg>
        <pc:spChg chg="add mod">
          <ac:chgData name="JESUS ROCHA SALAZAR" userId="4e0323458c84468b" providerId="LiveId" clId="{DC2CD160-77F3-4A47-9FD0-6C2276FF51A8}" dt="2026-02-13T23:05:52.235" v="574"/>
          <ac:spMkLst>
            <pc:docMk/>
            <pc:sldMk cId="553894239" sldId="2147473164"/>
            <ac:spMk id="11" creationId="{86A8842D-BE09-78D7-5C90-341959176E18}"/>
          </ac:spMkLst>
        </pc:spChg>
        <pc:spChg chg="del">
          <ac:chgData name="JESUS ROCHA SALAZAR" userId="4e0323458c84468b" providerId="LiveId" clId="{DC2CD160-77F3-4A47-9FD0-6C2276FF51A8}" dt="2026-02-13T23:03:38.231" v="554" actId="478"/>
          <ac:spMkLst>
            <pc:docMk/>
            <pc:sldMk cId="553894239" sldId="2147473164"/>
            <ac:spMk id="16" creationId="{429E97AD-1A7C-3D66-27F6-A54FAC32293E}"/>
          </ac:spMkLst>
        </pc:spChg>
        <pc:graphicFrameChg chg="add mod">
          <ac:chgData name="JESUS ROCHA SALAZAR" userId="4e0323458c84468b" providerId="LiveId" clId="{DC2CD160-77F3-4A47-9FD0-6C2276FF51A8}" dt="2026-02-13T23:04:08.601" v="557" actId="1076"/>
          <ac:graphicFrameMkLst>
            <pc:docMk/>
            <pc:sldMk cId="553894239" sldId="2147473164"/>
            <ac:graphicFrameMk id="3" creationId="{22C28CF7-601F-D055-C489-EB84CC1BBCA7}"/>
          </ac:graphicFrameMkLst>
        </pc:graphicFrameChg>
        <pc:graphicFrameChg chg="add mod">
          <ac:chgData name="JESUS ROCHA SALAZAR" userId="4e0323458c84468b" providerId="LiveId" clId="{DC2CD160-77F3-4A47-9FD0-6C2276FF51A8}" dt="2026-02-13T23:04:08.601" v="557" actId="1076"/>
          <ac:graphicFrameMkLst>
            <pc:docMk/>
            <pc:sldMk cId="553894239" sldId="2147473164"/>
            <ac:graphicFrameMk id="4" creationId="{D9E02876-9FA3-FB54-C8AC-A5B3E534B6F1}"/>
          </ac:graphicFrameMkLst>
        </pc:graphicFrameChg>
        <pc:graphicFrameChg chg="del">
          <ac:chgData name="JESUS ROCHA SALAZAR" userId="4e0323458c84468b" providerId="LiveId" clId="{DC2CD160-77F3-4A47-9FD0-6C2276FF51A8}" dt="2026-02-13T23:03:36.470" v="553" actId="478"/>
          <ac:graphicFrameMkLst>
            <pc:docMk/>
            <pc:sldMk cId="553894239" sldId="2147473164"/>
            <ac:graphicFrameMk id="8" creationId="{3E0AC6D9-9EBA-F1D0-6878-D98864C09CAE}"/>
          </ac:graphicFrameMkLst>
        </pc:graphicFrameChg>
        <pc:picChg chg="del">
          <ac:chgData name="JESUS ROCHA SALAZAR" userId="4e0323458c84468b" providerId="LiveId" clId="{DC2CD160-77F3-4A47-9FD0-6C2276FF51A8}" dt="2026-02-13T23:03:33.211" v="551" actId="478"/>
          <ac:picMkLst>
            <pc:docMk/>
            <pc:sldMk cId="553894239" sldId="2147473164"/>
            <ac:picMk id="2" creationId="{AD3F3450-5A79-1E91-5059-30D3C6A44423}"/>
          </ac:picMkLst>
        </pc:picChg>
        <pc:picChg chg="del">
          <ac:chgData name="JESUS ROCHA SALAZAR" userId="4e0323458c84468b" providerId="LiveId" clId="{DC2CD160-77F3-4A47-9FD0-6C2276FF51A8}" dt="2026-02-13T23:03:40.086" v="555" actId="478"/>
          <ac:picMkLst>
            <pc:docMk/>
            <pc:sldMk cId="553894239" sldId="2147473164"/>
            <ac:picMk id="7" creationId="{A6A2895C-6689-F0B2-F24D-01A310DC04A4}"/>
          </ac:picMkLst>
        </pc:picChg>
      </pc:sldChg>
      <pc:sldChg chg="addSp delSp modSp add mod">
        <pc:chgData name="JESUS ROCHA SALAZAR" userId="4e0323458c84468b" providerId="LiveId" clId="{DC2CD160-77F3-4A47-9FD0-6C2276FF51A8}" dt="2026-02-13T23:06:00.385" v="577"/>
        <pc:sldMkLst>
          <pc:docMk/>
          <pc:sldMk cId="979394784" sldId="2147473165"/>
        </pc:sldMkLst>
        <pc:spChg chg="del">
          <ac:chgData name="JESUS ROCHA SALAZAR" userId="4e0323458c84468b" providerId="LiveId" clId="{DC2CD160-77F3-4A47-9FD0-6C2276FF51A8}" dt="2026-02-13T23:05:56.302" v="575" actId="478"/>
          <ac:spMkLst>
            <pc:docMk/>
            <pc:sldMk cId="979394784" sldId="2147473165"/>
            <ac:spMk id="5" creationId="{BA49CB0D-AA08-A346-3DB9-7D2C1A55D827}"/>
          </ac:spMkLst>
        </pc:spChg>
        <pc:spChg chg="add del mod">
          <ac:chgData name="JESUS ROCHA SALAZAR" userId="4e0323458c84468b" providerId="LiveId" clId="{DC2CD160-77F3-4A47-9FD0-6C2276FF51A8}" dt="2026-02-13T23:05:59.371" v="576" actId="478"/>
          <ac:spMkLst>
            <pc:docMk/>
            <pc:sldMk cId="979394784" sldId="2147473165"/>
            <ac:spMk id="8" creationId="{33FCA05A-08F1-DC4A-638D-654C508B6C18}"/>
          </ac:spMkLst>
        </pc:spChg>
        <pc:spChg chg="add mod">
          <ac:chgData name="JESUS ROCHA SALAZAR" userId="4e0323458c84468b" providerId="LiveId" clId="{DC2CD160-77F3-4A47-9FD0-6C2276FF51A8}" dt="2026-02-13T23:06:00.385" v="577"/>
          <ac:spMkLst>
            <pc:docMk/>
            <pc:sldMk cId="979394784" sldId="2147473165"/>
            <ac:spMk id="9" creationId="{28D1DA2A-C13B-FF0F-FBFF-43E32DF13D86}"/>
          </ac:spMkLst>
        </pc:spChg>
        <pc:graphicFrameChg chg="add mod">
          <ac:chgData name="JESUS ROCHA SALAZAR" userId="4e0323458c84468b" providerId="LiveId" clId="{DC2CD160-77F3-4A47-9FD0-6C2276FF51A8}" dt="2026-02-13T23:04:30.326" v="562" actId="1076"/>
          <ac:graphicFrameMkLst>
            <pc:docMk/>
            <pc:sldMk cId="979394784" sldId="2147473165"/>
            <ac:graphicFrameMk id="2" creationId="{9860B4E5-373C-DD2F-E8F0-595910EC289C}"/>
          </ac:graphicFrameMkLst>
        </pc:graphicFrameChg>
        <pc:graphicFrameChg chg="del">
          <ac:chgData name="JESUS ROCHA SALAZAR" userId="4e0323458c84468b" providerId="LiveId" clId="{DC2CD160-77F3-4A47-9FD0-6C2276FF51A8}" dt="2026-02-13T23:04:16.311" v="560" actId="478"/>
          <ac:graphicFrameMkLst>
            <pc:docMk/>
            <pc:sldMk cId="979394784" sldId="2147473165"/>
            <ac:graphicFrameMk id="3" creationId="{E0B86AE3-527F-01D1-7A83-6118B25B3D59}"/>
          </ac:graphicFrameMkLst>
        </pc:graphicFrameChg>
        <pc:graphicFrameChg chg="del">
          <ac:chgData name="JESUS ROCHA SALAZAR" userId="4e0323458c84468b" providerId="LiveId" clId="{DC2CD160-77F3-4A47-9FD0-6C2276FF51A8}" dt="2026-02-13T23:04:15.063" v="559" actId="478"/>
          <ac:graphicFrameMkLst>
            <pc:docMk/>
            <pc:sldMk cId="979394784" sldId="2147473165"/>
            <ac:graphicFrameMk id="4" creationId="{975200F4-1452-9FCB-2E18-6FC7FB8A08B7}"/>
          </ac:graphicFrameMkLst>
        </pc:graphicFrameChg>
        <pc:graphicFrameChg chg="add mod">
          <ac:chgData name="JESUS ROCHA SALAZAR" userId="4e0323458c84468b" providerId="LiveId" clId="{DC2CD160-77F3-4A47-9FD0-6C2276FF51A8}" dt="2026-02-13T23:04:30.326" v="562" actId="1076"/>
          <ac:graphicFrameMkLst>
            <pc:docMk/>
            <pc:sldMk cId="979394784" sldId="2147473165"/>
            <ac:graphicFrameMk id="6" creationId="{F92E10BB-C851-07B6-A9FA-C2F38567E6D8}"/>
          </ac:graphicFrameMkLst>
        </pc:graphicFrameChg>
      </pc:sldChg>
      <pc:sldChg chg="addSp delSp modSp add mod">
        <pc:chgData name="JESUS ROCHA SALAZAR" userId="4e0323458c84468b" providerId="LiveId" clId="{DC2CD160-77F3-4A47-9FD0-6C2276FF51A8}" dt="2026-02-13T23:06:07.427" v="580" actId="478"/>
        <pc:sldMkLst>
          <pc:docMk/>
          <pc:sldMk cId="4100889955" sldId="2147473166"/>
        </pc:sldMkLst>
        <pc:spChg chg="del">
          <ac:chgData name="JESUS ROCHA SALAZAR" userId="4e0323458c84468b" providerId="LiveId" clId="{DC2CD160-77F3-4A47-9FD0-6C2276FF51A8}" dt="2026-02-13T23:06:04.758" v="578" actId="478"/>
          <ac:spMkLst>
            <pc:docMk/>
            <pc:sldMk cId="4100889955" sldId="2147473166"/>
            <ac:spMk id="5" creationId="{2FE0E678-7C19-DABB-9763-6CCC25C0C80D}"/>
          </ac:spMkLst>
        </pc:spChg>
        <pc:spChg chg="add del mod">
          <ac:chgData name="JESUS ROCHA SALAZAR" userId="4e0323458c84468b" providerId="LiveId" clId="{DC2CD160-77F3-4A47-9FD0-6C2276FF51A8}" dt="2026-02-13T23:06:07.427" v="580" actId="478"/>
          <ac:spMkLst>
            <pc:docMk/>
            <pc:sldMk cId="4100889955" sldId="2147473166"/>
            <ac:spMk id="7" creationId="{FBC1BBB1-154D-EFC1-F1B3-A3D185460B15}"/>
          </ac:spMkLst>
        </pc:spChg>
        <pc:spChg chg="add mod">
          <ac:chgData name="JESUS ROCHA SALAZAR" userId="4e0323458c84468b" providerId="LiveId" clId="{DC2CD160-77F3-4A47-9FD0-6C2276FF51A8}" dt="2026-02-13T23:06:05.020" v="579"/>
          <ac:spMkLst>
            <pc:docMk/>
            <pc:sldMk cId="4100889955" sldId="2147473166"/>
            <ac:spMk id="8" creationId="{C2BE41D5-DBF7-16C2-B732-E348CD938DBA}"/>
          </ac:spMkLst>
        </pc:spChg>
        <pc:graphicFrameChg chg="del mod">
          <ac:chgData name="JESUS ROCHA SALAZAR" userId="4e0323458c84468b" providerId="LiveId" clId="{DC2CD160-77F3-4A47-9FD0-6C2276FF51A8}" dt="2026-02-13T23:04:36.974" v="566" actId="478"/>
          <ac:graphicFrameMkLst>
            <pc:docMk/>
            <pc:sldMk cId="4100889955" sldId="2147473166"/>
            <ac:graphicFrameMk id="2" creationId="{A5F1762E-0234-44AD-1C2D-8D7153DD5EC7}"/>
          </ac:graphicFrameMkLst>
        </pc:graphicFrameChg>
        <pc:graphicFrameChg chg="add mod">
          <ac:chgData name="JESUS ROCHA SALAZAR" userId="4e0323458c84468b" providerId="LiveId" clId="{DC2CD160-77F3-4A47-9FD0-6C2276FF51A8}" dt="2026-02-13T23:04:50.497" v="568" actId="1076"/>
          <ac:graphicFrameMkLst>
            <pc:docMk/>
            <pc:sldMk cId="4100889955" sldId="2147473166"/>
            <ac:graphicFrameMk id="3" creationId="{D647AA03-D9B9-D6E3-2F18-0518CA02E9C4}"/>
          </ac:graphicFrameMkLst>
        </pc:graphicFrameChg>
        <pc:graphicFrameChg chg="del">
          <ac:chgData name="JESUS ROCHA SALAZAR" userId="4e0323458c84468b" providerId="LiveId" clId="{DC2CD160-77F3-4A47-9FD0-6C2276FF51A8}" dt="2026-02-13T23:04:35.183" v="564" actId="478"/>
          <ac:graphicFrameMkLst>
            <pc:docMk/>
            <pc:sldMk cId="4100889955" sldId="2147473166"/>
            <ac:graphicFrameMk id="6" creationId="{56216C79-7374-2A0F-34AC-4F5218016C9A}"/>
          </ac:graphicFrameMkLst>
        </pc:graphicFrameChg>
      </pc:sldChg>
      <pc:sldChg chg="addSp delSp modSp add mod">
        <pc:chgData name="JESUS ROCHA SALAZAR" userId="4e0323458c84468b" providerId="LiveId" clId="{DC2CD160-77F3-4A47-9FD0-6C2276FF51A8}" dt="2026-02-13T23:08:11.313" v="604" actId="1076"/>
        <pc:sldMkLst>
          <pc:docMk/>
          <pc:sldMk cId="226440234" sldId="2147473167"/>
        </pc:sldMkLst>
        <pc:graphicFrameChg chg="add del mod">
          <ac:chgData name="JESUS ROCHA SALAZAR" userId="4e0323458c84468b" providerId="LiveId" clId="{DC2CD160-77F3-4A47-9FD0-6C2276FF51A8}" dt="2026-02-13T23:07:28.616" v="590" actId="478"/>
          <ac:graphicFrameMkLst>
            <pc:docMk/>
            <pc:sldMk cId="226440234" sldId="2147473167"/>
            <ac:graphicFrameMk id="2" creationId="{68059C82-8E98-C3B1-DC5E-0D74AADDDD7E}"/>
          </ac:graphicFrameMkLst>
        </pc:graphicFrameChg>
        <pc:graphicFrameChg chg="del">
          <ac:chgData name="JESUS ROCHA SALAZAR" userId="4e0323458c84468b" providerId="LiveId" clId="{DC2CD160-77F3-4A47-9FD0-6C2276FF51A8}" dt="2026-02-13T23:06:11.078" v="582" actId="478"/>
          <ac:graphicFrameMkLst>
            <pc:docMk/>
            <pc:sldMk cId="226440234" sldId="2147473167"/>
            <ac:graphicFrameMk id="3" creationId="{FAC52740-7D9C-A7FB-DEB7-B86F006E641D}"/>
          </ac:graphicFrameMkLst>
        </pc:graphicFrameChg>
        <pc:graphicFrameChg chg="add mod">
          <ac:chgData name="JESUS ROCHA SALAZAR" userId="4e0323458c84468b" providerId="LiveId" clId="{DC2CD160-77F3-4A47-9FD0-6C2276FF51A8}" dt="2026-02-13T23:07:51.849" v="600" actId="1076"/>
          <ac:graphicFrameMkLst>
            <pc:docMk/>
            <pc:sldMk cId="226440234" sldId="2147473167"/>
            <ac:graphicFrameMk id="5" creationId="{0630E9B3-C5F8-695A-7469-56495F98C21A}"/>
          </ac:graphicFrameMkLst>
        </pc:graphicFrameChg>
        <pc:graphicFrameChg chg="add mod">
          <ac:chgData name="JESUS ROCHA SALAZAR" userId="4e0323458c84468b" providerId="LiveId" clId="{DC2CD160-77F3-4A47-9FD0-6C2276FF51A8}" dt="2026-02-13T23:08:11.313" v="604" actId="1076"/>
          <ac:graphicFrameMkLst>
            <pc:docMk/>
            <pc:sldMk cId="226440234" sldId="2147473167"/>
            <ac:graphicFrameMk id="6" creationId="{6D264ED2-0379-E2CF-1FB1-777C23E50CE4}"/>
          </ac:graphicFrameMkLst>
        </pc:graphicFrameChg>
        <pc:graphicFrameChg chg="add mod">
          <ac:chgData name="JESUS ROCHA SALAZAR" userId="4e0323458c84468b" providerId="LiveId" clId="{DC2CD160-77F3-4A47-9FD0-6C2276FF51A8}" dt="2026-02-13T23:08:05.947" v="603" actId="1076"/>
          <ac:graphicFrameMkLst>
            <pc:docMk/>
            <pc:sldMk cId="226440234" sldId="2147473167"/>
            <ac:graphicFrameMk id="7" creationId="{EF935196-39E6-27AA-24AE-6B597D367946}"/>
          </ac:graphicFrameMkLst>
        </pc:graphicFrameChg>
        <pc:graphicFrameChg chg="add mod">
          <ac:chgData name="JESUS ROCHA SALAZAR" userId="4e0323458c84468b" providerId="LiveId" clId="{DC2CD160-77F3-4A47-9FD0-6C2276FF51A8}" dt="2026-02-13T23:07:58.282" v="602" actId="1076"/>
          <ac:graphicFrameMkLst>
            <pc:docMk/>
            <pc:sldMk cId="226440234" sldId="2147473167"/>
            <ac:graphicFrameMk id="9" creationId="{EFA6B951-FA62-913A-8850-56B87C5DDD54}"/>
          </ac:graphicFrameMkLst>
        </pc:graphicFrameChg>
        <pc:picChg chg="add mod">
          <ac:chgData name="JESUS ROCHA SALAZAR" userId="4e0323458c84468b" providerId="LiveId" clId="{DC2CD160-77F3-4A47-9FD0-6C2276FF51A8}" dt="2026-02-13T23:07:38.862" v="594" actId="1076"/>
          <ac:picMkLst>
            <pc:docMk/>
            <pc:sldMk cId="226440234" sldId="2147473167"/>
            <ac:picMk id="4" creationId="{D673DDC1-BFFC-18AC-5A88-5C9A53B5E0B7}"/>
          </ac:picMkLst>
        </pc:picChg>
      </pc:sldChg>
      <pc:sldChg chg="addSp delSp modSp add mod">
        <pc:chgData name="JESUS ROCHA SALAZAR" userId="4e0323458c84468b" providerId="LiveId" clId="{DC2CD160-77F3-4A47-9FD0-6C2276FF51A8}" dt="2026-02-13T23:11:07.369" v="632" actId="1076"/>
        <pc:sldMkLst>
          <pc:docMk/>
          <pc:sldMk cId="3733608255" sldId="2147473168"/>
        </pc:sldMkLst>
        <pc:graphicFrameChg chg="add mod">
          <ac:chgData name="JESUS ROCHA SALAZAR" userId="4e0323458c84468b" providerId="LiveId" clId="{DC2CD160-77F3-4A47-9FD0-6C2276FF51A8}" dt="2026-02-13T23:11:07.369" v="632" actId="1076"/>
          <ac:graphicFrameMkLst>
            <pc:docMk/>
            <pc:sldMk cId="3733608255" sldId="2147473168"/>
            <ac:graphicFrameMk id="3" creationId="{D89853F5-4DA0-77E8-0E71-FAA530FBE784}"/>
          </ac:graphicFrameMkLst>
        </pc:graphicFrameChg>
        <pc:graphicFrameChg chg="del">
          <ac:chgData name="JESUS ROCHA SALAZAR" userId="4e0323458c84468b" providerId="LiveId" clId="{DC2CD160-77F3-4A47-9FD0-6C2276FF51A8}" dt="2026-02-13T23:09:40.828" v="610" actId="478"/>
          <ac:graphicFrameMkLst>
            <pc:docMk/>
            <pc:sldMk cId="3733608255" sldId="2147473168"/>
            <ac:graphicFrameMk id="5" creationId="{D5F36BDE-8A0B-8380-6025-6FAAF66CAA7F}"/>
          </ac:graphicFrameMkLst>
        </pc:graphicFrameChg>
        <pc:graphicFrameChg chg="del">
          <ac:chgData name="JESUS ROCHA SALAZAR" userId="4e0323458c84468b" providerId="LiveId" clId="{DC2CD160-77F3-4A47-9FD0-6C2276FF51A8}" dt="2026-02-13T23:09:35.508" v="607" actId="478"/>
          <ac:graphicFrameMkLst>
            <pc:docMk/>
            <pc:sldMk cId="3733608255" sldId="2147473168"/>
            <ac:graphicFrameMk id="6" creationId="{8DCD66E8-8C31-FA5F-044A-D0C715684A98}"/>
          </ac:graphicFrameMkLst>
        </pc:graphicFrameChg>
        <pc:graphicFrameChg chg="del">
          <ac:chgData name="JESUS ROCHA SALAZAR" userId="4e0323458c84468b" providerId="LiveId" clId="{DC2CD160-77F3-4A47-9FD0-6C2276FF51A8}" dt="2026-02-13T23:09:39.190" v="609" actId="478"/>
          <ac:graphicFrameMkLst>
            <pc:docMk/>
            <pc:sldMk cId="3733608255" sldId="2147473168"/>
            <ac:graphicFrameMk id="7" creationId="{BD375887-22CA-DCF9-57B8-28FE683A5BF0}"/>
          </ac:graphicFrameMkLst>
        </pc:graphicFrameChg>
        <pc:graphicFrameChg chg="del">
          <ac:chgData name="JESUS ROCHA SALAZAR" userId="4e0323458c84468b" providerId="LiveId" clId="{DC2CD160-77F3-4A47-9FD0-6C2276FF51A8}" dt="2026-02-13T23:09:37.770" v="608" actId="478"/>
          <ac:graphicFrameMkLst>
            <pc:docMk/>
            <pc:sldMk cId="3733608255" sldId="2147473168"/>
            <ac:graphicFrameMk id="9" creationId="{DDE574B8-C340-8E7D-6629-6E64032D9C35}"/>
          </ac:graphicFrameMkLst>
        </pc:graphicFrameChg>
        <pc:graphicFrameChg chg="add mod">
          <ac:chgData name="JESUS ROCHA SALAZAR" userId="4e0323458c84468b" providerId="LiveId" clId="{DC2CD160-77F3-4A47-9FD0-6C2276FF51A8}" dt="2026-02-13T23:11:05.330" v="631" actId="1076"/>
          <ac:graphicFrameMkLst>
            <pc:docMk/>
            <pc:sldMk cId="3733608255" sldId="2147473168"/>
            <ac:graphicFrameMk id="10" creationId="{70E5A17E-F621-FC9F-B140-22887029FD16}"/>
          </ac:graphicFrameMkLst>
        </pc:graphicFrameChg>
        <pc:graphicFrameChg chg="add mod">
          <ac:chgData name="JESUS ROCHA SALAZAR" userId="4e0323458c84468b" providerId="LiveId" clId="{DC2CD160-77F3-4A47-9FD0-6C2276FF51A8}" dt="2026-02-13T23:11:03.706" v="630" actId="1076"/>
          <ac:graphicFrameMkLst>
            <pc:docMk/>
            <pc:sldMk cId="3733608255" sldId="2147473168"/>
            <ac:graphicFrameMk id="11" creationId="{FFD8FEE5-F417-B532-F1DF-4E430B98C221}"/>
          </ac:graphicFrameMkLst>
        </pc:graphicFrameChg>
        <pc:picChg chg="add mod">
          <ac:chgData name="JESUS ROCHA SALAZAR" userId="4e0323458c84468b" providerId="LiveId" clId="{DC2CD160-77F3-4A47-9FD0-6C2276FF51A8}" dt="2026-02-13T23:10:21.240" v="619" actId="1076"/>
          <ac:picMkLst>
            <pc:docMk/>
            <pc:sldMk cId="3733608255" sldId="2147473168"/>
            <ac:picMk id="2" creationId="{C1E89CD1-962F-A697-788B-780789768788}"/>
          </ac:picMkLst>
        </pc:picChg>
        <pc:picChg chg="del">
          <ac:chgData name="JESUS ROCHA SALAZAR" userId="4e0323458c84468b" providerId="LiveId" clId="{DC2CD160-77F3-4A47-9FD0-6C2276FF51A8}" dt="2026-02-13T23:09:34.143" v="606" actId="478"/>
          <ac:picMkLst>
            <pc:docMk/>
            <pc:sldMk cId="3733608255" sldId="2147473168"/>
            <ac:picMk id="4" creationId="{B3C12FD7-FE57-8F1B-183C-D294EB86A7FD}"/>
          </ac:picMkLst>
        </pc:picChg>
      </pc:sldChg>
      <pc:sldChg chg="addSp delSp modSp add mod">
        <pc:chgData name="JESUS ROCHA SALAZAR" userId="4e0323458c84468b" providerId="LiveId" clId="{DC2CD160-77F3-4A47-9FD0-6C2276FF51A8}" dt="2026-02-13T23:11:35.699" v="639" actId="1076"/>
        <pc:sldMkLst>
          <pc:docMk/>
          <pc:sldMk cId="2925917773" sldId="2147473169"/>
        </pc:sldMkLst>
        <pc:graphicFrameChg chg="del">
          <ac:chgData name="JESUS ROCHA SALAZAR" userId="4e0323458c84468b" providerId="LiveId" clId="{DC2CD160-77F3-4A47-9FD0-6C2276FF51A8}" dt="2026-02-13T23:11:13.349" v="634" actId="478"/>
          <ac:graphicFrameMkLst>
            <pc:docMk/>
            <pc:sldMk cId="2925917773" sldId="2147473169"/>
            <ac:graphicFrameMk id="3" creationId="{F071A6B6-79AB-36D2-DF27-49E83CFD855F}"/>
          </ac:graphicFrameMkLst>
        </pc:graphicFrameChg>
        <pc:graphicFrameChg chg="add mod">
          <ac:chgData name="JESUS ROCHA SALAZAR" userId="4e0323458c84468b" providerId="LiveId" clId="{DC2CD160-77F3-4A47-9FD0-6C2276FF51A8}" dt="2026-02-13T23:11:35.699" v="639" actId="1076"/>
          <ac:graphicFrameMkLst>
            <pc:docMk/>
            <pc:sldMk cId="2925917773" sldId="2147473169"/>
            <ac:graphicFrameMk id="5" creationId="{9D431294-BB74-7265-D4E0-2713F9DF8A24}"/>
          </ac:graphicFrameMkLst>
        </pc:graphicFrameChg>
        <pc:graphicFrameChg chg="add mod">
          <ac:chgData name="JESUS ROCHA SALAZAR" userId="4e0323458c84468b" providerId="LiveId" clId="{DC2CD160-77F3-4A47-9FD0-6C2276FF51A8}" dt="2026-02-13T23:11:35.699" v="639" actId="1076"/>
          <ac:graphicFrameMkLst>
            <pc:docMk/>
            <pc:sldMk cId="2925917773" sldId="2147473169"/>
            <ac:graphicFrameMk id="6" creationId="{85A116AB-B2BE-D7A4-54AA-930966620534}"/>
          </ac:graphicFrameMkLst>
        </pc:graphicFrameChg>
        <pc:graphicFrameChg chg="del">
          <ac:chgData name="JESUS ROCHA SALAZAR" userId="4e0323458c84468b" providerId="LiveId" clId="{DC2CD160-77F3-4A47-9FD0-6C2276FF51A8}" dt="2026-02-13T23:11:14.649" v="635" actId="478"/>
          <ac:graphicFrameMkLst>
            <pc:docMk/>
            <pc:sldMk cId="2925917773" sldId="2147473169"/>
            <ac:graphicFrameMk id="10" creationId="{7029BEF1-A7BD-05AD-CF62-ACB852AC6707}"/>
          </ac:graphicFrameMkLst>
        </pc:graphicFrameChg>
        <pc:graphicFrameChg chg="del">
          <ac:chgData name="JESUS ROCHA SALAZAR" userId="4e0323458c84468b" providerId="LiveId" clId="{DC2CD160-77F3-4A47-9FD0-6C2276FF51A8}" dt="2026-02-13T23:11:15.994" v="636" actId="478"/>
          <ac:graphicFrameMkLst>
            <pc:docMk/>
            <pc:sldMk cId="2925917773" sldId="2147473169"/>
            <ac:graphicFrameMk id="11" creationId="{D74106B4-9FEA-E5D3-0432-FDE3C4DCD906}"/>
          </ac:graphicFrameMkLst>
        </pc:graphicFrameChg>
        <pc:picChg chg="del">
          <ac:chgData name="JESUS ROCHA SALAZAR" userId="4e0323458c84468b" providerId="LiveId" clId="{DC2CD160-77F3-4A47-9FD0-6C2276FF51A8}" dt="2026-02-13T23:11:18.470" v="637" actId="478"/>
          <ac:picMkLst>
            <pc:docMk/>
            <pc:sldMk cId="2925917773" sldId="2147473169"/>
            <ac:picMk id="2" creationId="{1ED586F8-9F73-D4D9-425E-8B58CDF8D6BD}"/>
          </ac:picMkLst>
        </pc:picChg>
        <pc:picChg chg="add mod">
          <ac:chgData name="JESUS ROCHA SALAZAR" userId="4e0323458c84468b" providerId="LiveId" clId="{DC2CD160-77F3-4A47-9FD0-6C2276FF51A8}" dt="2026-02-13T23:11:35.699" v="639" actId="1076"/>
          <ac:picMkLst>
            <pc:docMk/>
            <pc:sldMk cId="2925917773" sldId="2147473169"/>
            <ac:picMk id="4" creationId="{B09B570D-8C76-6147-79BE-55E3881D131C}"/>
          </ac:picMkLst>
        </pc:picChg>
      </pc:sldChg>
      <pc:sldChg chg="del">
        <pc:chgData name="JESUS ROCHA SALAZAR" userId="4e0323458c84468b" providerId="LiveId" clId="{DC2CD160-77F3-4A47-9FD0-6C2276FF51A8}" dt="2026-02-13T21:58:17.113" v="13" actId="2696"/>
        <pc:sldMkLst>
          <pc:docMk/>
          <pc:sldMk cId="2716747430" sldId="2147473175"/>
        </pc:sldMkLst>
      </pc:sldChg>
      <pc:sldChg chg="del">
        <pc:chgData name="JESUS ROCHA SALAZAR" userId="4e0323458c84468b" providerId="LiveId" clId="{DC2CD160-77F3-4A47-9FD0-6C2276FF51A8}" dt="2026-02-13T21:58:17.113" v="13" actId="2696"/>
        <pc:sldMkLst>
          <pc:docMk/>
          <pc:sldMk cId="1276120309" sldId="2147473176"/>
        </pc:sldMkLst>
      </pc:sldChg>
      <pc:sldChg chg="del">
        <pc:chgData name="JESUS ROCHA SALAZAR" userId="4e0323458c84468b" providerId="LiveId" clId="{DC2CD160-77F3-4A47-9FD0-6C2276FF51A8}" dt="2026-02-13T21:58:17.113" v="13" actId="2696"/>
        <pc:sldMkLst>
          <pc:docMk/>
          <pc:sldMk cId="2790956395" sldId="2147473177"/>
        </pc:sldMkLst>
      </pc:sldChg>
      <pc:sldChg chg="del">
        <pc:chgData name="JESUS ROCHA SALAZAR" userId="4e0323458c84468b" providerId="LiveId" clId="{DC2CD160-77F3-4A47-9FD0-6C2276FF51A8}" dt="2026-02-13T21:58:17.113" v="13" actId="2696"/>
        <pc:sldMkLst>
          <pc:docMk/>
          <pc:sldMk cId="620814691" sldId="2147473178"/>
        </pc:sldMkLst>
      </pc:sldChg>
      <pc:sldChg chg="del">
        <pc:chgData name="JESUS ROCHA SALAZAR" userId="4e0323458c84468b" providerId="LiveId" clId="{DC2CD160-77F3-4A47-9FD0-6C2276FF51A8}" dt="2026-02-13T21:58:17.113" v="13" actId="2696"/>
        <pc:sldMkLst>
          <pc:docMk/>
          <pc:sldMk cId="3741944382" sldId="2147473179"/>
        </pc:sldMkLst>
      </pc:sldChg>
      <pc:sldChg chg="del">
        <pc:chgData name="JESUS ROCHA SALAZAR" userId="4e0323458c84468b" providerId="LiveId" clId="{DC2CD160-77F3-4A47-9FD0-6C2276FF51A8}" dt="2026-02-13T21:58:27.817" v="16" actId="2696"/>
        <pc:sldMkLst>
          <pc:docMk/>
          <pc:sldMk cId="1383887681" sldId="2147473180"/>
        </pc:sldMkLst>
      </pc:sldChg>
      <pc:sldChg chg="del">
        <pc:chgData name="JESUS ROCHA SALAZAR" userId="4e0323458c84468b" providerId="LiveId" clId="{DC2CD160-77F3-4A47-9FD0-6C2276FF51A8}" dt="2026-02-13T21:58:17.113" v="13" actId="2696"/>
        <pc:sldMkLst>
          <pc:docMk/>
          <pc:sldMk cId="2851787557" sldId="2147473181"/>
        </pc:sldMkLst>
      </pc:sldChg>
      <pc:sldChg chg="del">
        <pc:chgData name="JESUS ROCHA SALAZAR" userId="4e0323458c84468b" providerId="LiveId" clId="{DC2CD160-77F3-4A47-9FD0-6C2276FF51A8}" dt="2026-02-13T21:58:20.218" v="14" actId="2696"/>
        <pc:sldMkLst>
          <pc:docMk/>
          <pc:sldMk cId="1326375213" sldId="2147473182"/>
        </pc:sldMkLst>
      </pc:sldChg>
      <pc:sldChg chg="del">
        <pc:chgData name="JESUS ROCHA SALAZAR" userId="4e0323458c84468b" providerId="LiveId" clId="{DC2CD160-77F3-4A47-9FD0-6C2276FF51A8}" dt="2026-02-13T21:58:17.113" v="13" actId="2696"/>
        <pc:sldMkLst>
          <pc:docMk/>
          <pc:sldMk cId="3083692072" sldId="2147473183"/>
        </pc:sldMkLst>
      </pc:sldChg>
      <pc:sldChg chg="del">
        <pc:chgData name="JESUS ROCHA SALAZAR" userId="4e0323458c84468b" providerId="LiveId" clId="{DC2CD160-77F3-4A47-9FD0-6C2276FF51A8}" dt="2026-02-13T21:58:17.113" v="13" actId="2696"/>
        <pc:sldMkLst>
          <pc:docMk/>
          <pc:sldMk cId="2377358384" sldId="2147473184"/>
        </pc:sldMkLst>
      </pc:sldChg>
      <pc:sldChg chg="del">
        <pc:chgData name="JESUS ROCHA SALAZAR" userId="4e0323458c84468b" providerId="LiveId" clId="{DC2CD160-77F3-4A47-9FD0-6C2276FF51A8}" dt="2026-02-13T21:58:17.113" v="13" actId="2696"/>
        <pc:sldMkLst>
          <pc:docMk/>
          <pc:sldMk cId="3723268993" sldId="2147473185"/>
        </pc:sldMkLst>
      </pc:sldChg>
      <pc:sldChg chg="del">
        <pc:chgData name="JESUS ROCHA SALAZAR" userId="4e0323458c84468b" providerId="LiveId" clId="{DC2CD160-77F3-4A47-9FD0-6C2276FF51A8}" dt="2026-02-13T21:58:25.376" v="15" actId="2696"/>
        <pc:sldMkLst>
          <pc:docMk/>
          <pc:sldMk cId="4149389634" sldId="214747318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CED173-ADBB-4F9F-B250-DBABF25F80A1}"/>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731577A6-3A17-4A5C-A609-081116AC9E5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6218887-2D2A-4A91-964F-CFEC368559CF}" type="datetimeFigureOut">
              <a:rPr lang="id-ID" smtClean="0"/>
              <a:t>13/02/2026</a:t>
            </a:fld>
            <a:endParaRPr lang="id-ID"/>
          </a:p>
        </p:txBody>
      </p:sp>
      <p:sp>
        <p:nvSpPr>
          <p:cNvPr id="4" name="Footer Placeholder 3">
            <a:extLst>
              <a:ext uri="{FF2B5EF4-FFF2-40B4-BE49-F238E27FC236}">
                <a16:creationId xmlns:a16="http://schemas.microsoft.com/office/drawing/2014/main" id="{734AE15E-7F83-4886-8F16-92BED6547A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17F1E6D5-D5B6-465F-B770-981EF131B7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C52C4C-E201-45A0-BB4F-991A321561A1}" type="slidenum">
              <a:rPr lang="id-ID" smtClean="0"/>
              <a:t>‹Nº›</a:t>
            </a:fld>
            <a:endParaRPr lang="id-ID"/>
          </a:p>
        </p:txBody>
      </p:sp>
    </p:spTree>
    <p:extLst>
      <p:ext uri="{BB962C8B-B14F-4D97-AF65-F5344CB8AC3E}">
        <p14:creationId xmlns:p14="http://schemas.microsoft.com/office/powerpoint/2010/main" val="3326428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89312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580569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13083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3861574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0609440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5631219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6224971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94333880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0064279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261472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566603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049431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CFB66A83-33E3-495A-BA40-8310A7896BD9}"/>
              </a:ext>
            </a:extLst>
          </p:cNvPr>
          <p:cNvSpPr>
            <a:spLocks noGrp="1"/>
          </p:cNvSpPr>
          <p:nvPr>
            <p:ph type="pic" sz="quarter" idx="11"/>
          </p:nvPr>
        </p:nvSpPr>
        <p:spPr>
          <a:xfrm>
            <a:off x="4570086" y="1169704"/>
            <a:ext cx="4052723" cy="2800964"/>
          </a:xfrm>
          <a:custGeom>
            <a:avLst/>
            <a:gdLst>
              <a:gd name="connsiteX0" fmla="*/ 1867310 w 5403630"/>
              <a:gd name="connsiteY0" fmla="*/ 0 h 3734619"/>
              <a:gd name="connsiteX1" fmla="*/ 2212207 w 5403630"/>
              <a:gd name="connsiteY1" fmla="*/ 142862 h 3734619"/>
              <a:gd name="connsiteX2" fmla="*/ 2701815 w 5403630"/>
              <a:gd name="connsiteY2" fmla="*/ 632470 h 3734619"/>
              <a:gd name="connsiteX3" fmla="*/ 3191423 w 5403630"/>
              <a:gd name="connsiteY3" fmla="*/ 142862 h 3734619"/>
              <a:gd name="connsiteX4" fmla="*/ 3881218 w 5403630"/>
              <a:gd name="connsiteY4" fmla="*/ 142862 h 3734619"/>
              <a:gd name="connsiteX5" fmla="*/ 5260769 w 5403630"/>
              <a:gd name="connsiteY5" fmla="*/ 1522412 h 3734619"/>
              <a:gd name="connsiteX6" fmla="*/ 5260769 w 5403630"/>
              <a:gd name="connsiteY6" fmla="*/ 2212208 h 3734619"/>
              <a:gd name="connsiteX7" fmla="*/ 3881218 w 5403630"/>
              <a:gd name="connsiteY7" fmla="*/ 3591758 h 3734619"/>
              <a:gd name="connsiteX8" fmla="*/ 3191423 w 5403630"/>
              <a:gd name="connsiteY8" fmla="*/ 3591758 h 3734619"/>
              <a:gd name="connsiteX9" fmla="*/ 2701815 w 5403630"/>
              <a:gd name="connsiteY9" fmla="*/ 3102151 h 3734619"/>
              <a:gd name="connsiteX10" fmla="*/ 2212207 w 5403630"/>
              <a:gd name="connsiteY10" fmla="*/ 3591758 h 3734619"/>
              <a:gd name="connsiteX11" fmla="*/ 1522412 w 5403630"/>
              <a:gd name="connsiteY11" fmla="*/ 3591758 h 3734619"/>
              <a:gd name="connsiteX12" fmla="*/ 142862 w 5403630"/>
              <a:gd name="connsiteY12" fmla="*/ 2212208 h 3734619"/>
              <a:gd name="connsiteX13" fmla="*/ 142862 w 5403630"/>
              <a:gd name="connsiteY13" fmla="*/ 1522412 h 3734619"/>
              <a:gd name="connsiteX14" fmla="*/ 1522412 w 5403630"/>
              <a:gd name="connsiteY14" fmla="*/ 142862 h 3734619"/>
              <a:gd name="connsiteX15" fmla="*/ 1867310 w 5403630"/>
              <a:gd name="connsiteY15" fmla="*/ 0 h 373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3630" h="3734619">
                <a:moveTo>
                  <a:pt x="1867310" y="0"/>
                </a:moveTo>
                <a:cubicBezTo>
                  <a:pt x="1992138" y="0"/>
                  <a:pt x="2116967" y="47621"/>
                  <a:pt x="2212207" y="142862"/>
                </a:cubicBezTo>
                <a:lnTo>
                  <a:pt x="2701815" y="632470"/>
                </a:lnTo>
                <a:lnTo>
                  <a:pt x="3191423" y="142862"/>
                </a:lnTo>
                <a:cubicBezTo>
                  <a:pt x="3381905" y="-47620"/>
                  <a:pt x="3690736" y="-47620"/>
                  <a:pt x="3881218" y="142862"/>
                </a:cubicBezTo>
                <a:lnTo>
                  <a:pt x="5260769" y="1522412"/>
                </a:lnTo>
                <a:cubicBezTo>
                  <a:pt x="5451251" y="1712894"/>
                  <a:pt x="5451251" y="2021726"/>
                  <a:pt x="5260769" y="2212208"/>
                </a:cubicBezTo>
                <a:lnTo>
                  <a:pt x="3881218" y="3591758"/>
                </a:lnTo>
                <a:cubicBezTo>
                  <a:pt x="3690736" y="3782240"/>
                  <a:pt x="3381905" y="3782240"/>
                  <a:pt x="3191423" y="3591758"/>
                </a:cubicBezTo>
                <a:lnTo>
                  <a:pt x="2701815" y="3102151"/>
                </a:lnTo>
                <a:lnTo>
                  <a:pt x="2212207" y="3591758"/>
                </a:lnTo>
                <a:cubicBezTo>
                  <a:pt x="2021726" y="3782240"/>
                  <a:pt x="1712894" y="3782240"/>
                  <a:pt x="1522412" y="3591758"/>
                </a:cubicBezTo>
                <a:lnTo>
                  <a:pt x="142862" y="2212208"/>
                </a:lnTo>
                <a:cubicBezTo>
                  <a:pt x="-47620" y="2021726"/>
                  <a:pt x="-47620" y="1712894"/>
                  <a:pt x="142862" y="1522412"/>
                </a:cubicBezTo>
                <a:lnTo>
                  <a:pt x="1522412" y="142862"/>
                </a:lnTo>
                <a:cubicBezTo>
                  <a:pt x="1617653" y="47621"/>
                  <a:pt x="1742481" y="0"/>
                  <a:pt x="186731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95165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594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54C0F3D-A00C-408A-8FDD-34AAD6BE0960}"/>
              </a:ext>
            </a:extLst>
          </p:cNvPr>
          <p:cNvSpPr>
            <a:spLocks noGrp="1"/>
          </p:cNvSpPr>
          <p:nvPr>
            <p:ph type="pic" sz="quarter" idx="10"/>
          </p:nvPr>
        </p:nvSpPr>
        <p:spPr>
          <a:xfrm>
            <a:off x="0" y="0"/>
            <a:ext cx="6360924" cy="4402394"/>
          </a:xfrm>
          <a:custGeom>
            <a:avLst/>
            <a:gdLst>
              <a:gd name="connsiteX0" fmla="*/ 0 w 8481232"/>
              <a:gd name="connsiteY0" fmla="*/ 0 h 5869858"/>
              <a:gd name="connsiteX1" fmla="*/ 6316990 w 8481232"/>
              <a:gd name="connsiteY1" fmla="*/ 0 h 5869858"/>
              <a:gd name="connsiteX2" fmla="*/ 8271790 w 8481232"/>
              <a:gd name="connsiteY2" fmla="*/ 1963035 h 5869858"/>
              <a:gd name="connsiteX3" fmla="*/ 8271790 w 8481232"/>
              <a:gd name="connsiteY3" fmla="*/ 2963797 h 5869858"/>
              <a:gd name="connsiteX4" fmla="*/ 5575514 w 8481232"/>
              <a:gd name="connsiteY4" fmla="*/ 5658158 h 5869858"/>
              <a:gd name="connsiteX5" fmla="*/ 5074777 w 8481232"/>
              <a:gd name="connsiteY5" fmla="*/ 5869858 h 5869858"/>
              <a:gd name="connsiteX6" fmla="*/ 0 w 8481232"/>
              <a:gd name="connsiteY6" fmla="*/ 5869858 h 5869858"/>
              <a:gd name="connsiteX7" fmla="*/ 0 w 8481232"/>
              <a:gd name="connsiteY7" fmla="*/ 0 h 586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1232" h="5869858">
                <a:moveTo>
                  <a:pt x="0" y="0"/>
                </a:moveTo>
                <a:cubicBezTo>
                  <a:pt x="0" y="0"/>
                  <a:pt x="0" y="0"/>
                  <a:pt x="6316990" y="0"/>
                </a:cubicBezTo>
                <a:cubicBezTo>
                  <a:pt x="6316990" y="0"/>
                  <a:pt x="6316990" y="0"/>
                  <a:pt x="8271790" y="1963035"/>
                </a:cubicBezTo>
                <a:cubicBezTo>
                  <a:pt x="8551047" y="2232471"/>
                  <a:pt x="8551047" y="2684738"/>
                  <a:pt x="8271790" y="2963797"/>
                </a:cubicBezTo>
                <a:cubicBezTo>
                  <a:pt x="8271790" y="2963797"/>
                  <a:pt x="8271790" y="2963797"/>
                  <a:pt x="5575514" y="5658158"/>
                </a:cubicBezTo>
                <a:cubicBezTo>
                  <a:pt x="5440700" y="5792877"/>
                  <a:pt x="5267368" y="5869858"/>
                  <a:pt x="5074777" y="5869858"/>
                </a:cubicBezTo>
                <a:cubicBezTo>
                  <a:pt x="5074777" y="5869858"/>
                  <a:pt x="5074777" y="5869858"/>
                  <a:pt x="0" y="5869858"/>
                </a:cubicBezTo>
                <a:cubicBezTo>
                  <a:pt x="0" y="5869858"/>
                  <a:pt x="0" y="5869858"/>
                  <a:pt x="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18304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7A653CF1-82BD-4689-BEBA-D371BB415554}"/>
              </a:ext>
            </a:extLst>
          </p:cNvPr>
          <p:cNvSpPr>
            <a:spLocks noGrp="1"/>
          </p:cNvSpPr>
          <p:nvPr>
            <p:ph type="pic" sz="quarter" idx="10"/>
          </p:nvPr>
        </p:nvSpPr>
        <p:spPr>
          <a:xfrm>
            <a:off x="1195164" y="1653072"/>
            <a:ext cx="7945787" cy="3490432"/>
          </a:xfrm>
          <a:custGeom>
            <a:avLst/>
            <a:gdLst>
              <a:gd name="connsiteX0" fmla="*/ 5047666 w 10594382"/>
              <a:gd name="connsiteY0" fmla="*/ 0 h 4653909"/>
              <a:gd name="connsiteX1" fmla="*/ 10594382 w 10594382"/>
              <a:gd name="connsiteY1" fmla="*/ 0 h 4653909"/>
              <a:gd name="connsiteX2" fmla="*/ 10594382 w 10594382"/>
              <a:gd name="connsiteY2" fmla="*/ 4653909 h 4653909"/>
              <a:gd name="connsiteX3" fmla="*/ 0 w 10594382"/>
              <a:gd name="connsiteY3" fmla="*/ 4653909 h 4653909"/>
              <a:gd name="connsiteX4" fmla="*/ 6284 w 10594382"/>
              <a:gd name="connsiteY4" fmla="*/ 4647620 h 4653909"/>
              <a:gd name="connsiteX5" fmla="*/ 4370949 w 10594382"/>
              <a:gd name="connsiteY5" fmla="*/ 278907 h 4653909"/>
              <a:gd name="connsiteX6" fmla="*/ 5047666 w 10594382"/>
              <a:gd name="connsiteY6" fmla="*/ 0 h 465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94382" h="4653909">
                <a:moveTo>
                  <a:pt x="5047666" y="0"/>
                </a:moveTo>
                <a:lnTo>
                  <a:pt x="10594382" y="0"/>
                </a:lnTo>
                <a:lnTo>
                  <a:pt x="10594382" y="4653909"/>
                </a:lnTo>
                <a:lnTo>
                  <a:pt x="0" y="4653909"/>
                </a:lnTo>
                <a:lnTo>
                  <a:pt x="6284" y="4647620"/>
                </a:lnTo>
                <a:cubicBezTo>
                  <a:pt x="411253" y="4242275"/>
                  <a:pt x="1491170" y="3161356"/>
                  <a:pt x="4370949" y="278907"/>
                </a:cubicBezTo>
                <a:cubicBezTo>
                  <a:pt x="4550080" y="99610"/>
                  <a:pt x="4788921" y="0"/>
                  <a:pt x="5047666"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74718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2/13/2026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37055023"/>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716" r:id="rId12"/>
    <p:sldLayoutId id="2147483714" r:id="rId13"/>
    <p:sldLayoutId id="2147483650" r:id="rId14"/>
    <p:sldLayoutId id="2147483921"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oleObject" Target="../embeddings/oleObject6.bin"/><Relationship Id="rId5" Type="http://schemas.openxmlformats.org/officeDocument/2006/relationships/image" Target="../media/image7.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oleObject" Target="../embeddings/oleObject8.bin"/><Relationship Id="rId5" Type="http://schemas.openxmlformats.org/officeDocument/2006/relationships/image" Target="../media/image9.w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12.wmf"/><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oleObject" Target="../embeddings/oleObject10.bin"/><Relationship Id="rId5" Type="http://schemas.openxmlformats.org/officeDocument/2006/relationships/image" Target="../media/image11.wmf"/><Relationship Id="rId4"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4.xml"/><Relationship Id="rId6" Type="http://schemas.openxmlformats.org/officeDocument/2006/relationships/oleObject" Target="../embeddings/oleObject12.bin"/><Relationship Id="rId5" Type="http://schemas.openxmlformats.org/officeDocument/2006/relationships/image" Target="../media/image13.wmf"/><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13.wmf"/><Relationship Id="rId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4.bin"/><Relationship Id="rId1" Type="http://schemas.openxmlformats.org/officeDocument/2006/relationships/slideLayout" Target="../slideLayouts/slideLayout4.xml"/><Relationship Id="rId5" Type="http://schemas.openxmlformats.org/officeDocument/2006/relationships/image" Target="../media/image17.wmf"/><Relationship Id="rId4" Type="http://schemas.openxmlformats.org/officeDocument/2006/relationships/oleObject" Target="../embeddings/oleObject15.bin"/></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6.bin"/><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7.bin"/><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8.bin"/><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0.bin"/><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1.bin"/><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2.bin"/><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3.bin"/><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29.wmf"/><Relationship Id="rId5" Type="http://schemas.openxmlformats.org/officeDocument/2006/relationships/oleObject" Target="../embeddings/oleObject24.bin"/><Relationship Id="rId4" Type="http://schemas.openxmlformats.org/officeDocument/2006/relationships/image" Target="../media/image27.wmf"/></Relationships>
</file>

<file path=ppt/slides/_rels/slide3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4.bin"/><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4.bin"/><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2.png"/><Relationship Id="rId2" Type="http://schemas.openxmlformats.org/officeDocument/2006/relationships/oleObject" Target="../embeddings/oleObject24.bin"/><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5" Type="http://schemas.openxmlformats.org/officeDocument/2006/relationships/image" Target="../media/image45.wmf"/><Relationship Id="rId4" Type="http://schemas.openxmlformats.org/officeDocument/2006/relationships/oleObject" Target="../embeddings/oleObject25.bin"/></Relationships>
</file>

<file path=ppt/slides/_rels/slide38.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26.bin"/><Relationship Id="rId1" Type="http://schemas.openxmlformats.org/officeDocument/2006/relationships/slideLayout" Target="../slideLayouts/slideLayout4.xml"/><Relationship Id="rId5" Type="http://schemas.openxmlformats.org/officeDocument/2006/relationships/image" Target="../media/image47.wmf"/><Relationship Id="rId4" Type="http://schemas.openxmlformats.org/officeDocument/2006/relationships/oleObject" Target="../embeddings/oleObject27.bin"/></Relationships>
</file>

<file path=ppt/slides/_rels/slide39.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28.bin"/><Relationship Id="rId1" Type="http://schemas.openxmlformats.org/officeDocument/2006/relationships/slideLayout" Target="../slideLayouts/slideLayout4.xml"/><Relationship Id="rId5" Type="http://schemas.openxmlformats.org/officeDocument/2006/relationships/image" Target="../media/image49.wmf"/><Relationship Id="rId4" Type="http://schemas.openxmlformats.org/officeDocument/2006/relationships/oleObject" Target="../embeddings/oleObject29.bin"/></Relationships>
</file>

<file path=ppt/slides/_rels/slide40.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30.bin"/><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52.wmf"/><Relationship Id="rId5" Type="http://schemas.openxmlformats.org/officeDocument/2006/relationships/oleObject" Target="../embeddings/oleObject32.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34.bin"/></Relationships>
</file>

<file path=ppt/slides/_rels/slide42.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56.wmf"/><Relationship Id="rId5" Type="http://schemas.openxmlformats.org/officeDocument/2006/relationships/oleObject" Target="../embeddings/oleObject36.bin"/><Relationship Id="rId4" Type="http://schemas.openxmlformats.org/officeDocument/2006/relationships/image" Target="../media/image55.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image" Target="../media/image59.wmf"/><Relationship Id="rId5" Type="http://schemas.openxmlformats.org/officeDocument/2006/relationships/oleObject" Target="../embeddings/oleObject39.bin"/><Relationship Id="rId4" Type="http://schemas.openxmlformats.org/officeDocument/2006/relationships/image" Target="../media/image5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reeform 9">
            <a:extLst>
              <a:ext uri="{FF2B5EF4-FFF2-40B4-BE49-F238E27FC236}">
                <a16:creationId xmlns:a16="http://schemas.microsoft.com/office/drawing/2014/main" id="{CF82F7C9-E76F-44A6-8028-2DF626E91C6D}"/>
              </a:ext>
            </a:extLst>
          </p:cNvPr>
          <p:cNvSpPr>
            <a:spLocks/>
          </p:cNvSpPr>
          <p:nvPr/>
        </p:nvSpPr>
        <p:spPr bwMode="auto">
          <a:xfrm>
            <a:off x="6924660" y="-2371"/>
            <a:ext cx="2219340" cy="3147527"/>
          </a:xfrm>
          <a:custGeom>
            <a:avLst/>
            <a:gdLst>
              <a:gd name="T0" fmla="*/ 350 w 350"/>
              <a:gd name="T1" fmla="*/ 0 h 499"/>
              <a:gd name="T2" fmla="*/ 12 w 350"/>
              <a:gd name="T3" fmla="*/ 338 h 499"/>
              <a:gd name="T4" fmla="*/ 12 w 350"/>
              <a:gd name="T5" fmla="*/ 383 h 499"/>
              <a:gd name="T6" fmla="*/ 117 w 350"/>
              <a:gd name="T7" fmla="*/ 487 h 499"/>
              <a:gd name="T8" fmla="*/ 161 w 350"/>
              <a:gd name="T9" fmla="*/ 487 h 499"/>
              <a:gd name="T10" fmla="*/ 350 w 350"/>
              <a:gd name="T11" fmla="*/ 298 h 499"/>
              <a:gd name="T12" fmla="*/ 350 w 350"/>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350" h="499">
                <a:moveTo>
                  <a:pt x="350" y="0"/>
                </a:moveTo>
                <a:cubicBezTo>
                  <a:pt x="12" y="338"/>
                  <a:pt x="12" y="338"/>
                  <a:pt x="12" y="338"/>
                </a:cubicBezTo>
                <a:cubicBezTo>
                  <a:pt x="0" y="350"/>
                  <a:pt x="0" y="370"/>
                  <a:pt x="12" y="383"/>
                </a:cubicBezTo>
                <a:cubicBezTo>
                  <a:pt x="117" y="487"/>
                  <a:pt x="117" y="487"/>
                  <a:pt x="117" y="487"/>
                </a:cubicBezTo>
                <a:cubicBezTo>
                  <a:pt x="129" y="499"/>
                  <a:pt x="149" y="499"/>
                  <a:pt x="161" y="487"/>
                </a:cubicBezTo>
                <a:cubicBezTo>
                  <a:pt x="350" y="298"/>
                  <a:pt x="350" y="298"/>
                  <a:pt x="350" y="298"/>
                </a:cubicBezTo>
                <a:lnTo>
                  <a:pt x="350" y="0"/>
                </a:lnTo>
                <a:close/>
              </a:path>
            </a:pathLst>
          </a:custGeom>
          <a:gradFill>
            <a:gsLst>
              <a:gs pos="100000">
                <a:srgbClr val="09193C"/>
              </a:gs>
              <a:gs pos="0">
                <a:srgbClr val="003CA3"/>
              </a:gs>
            </a:gsLst>
            <a:lin ang="5400000" scaled="1"/>
          </a:gradFill>
          <a:ln>
            <a:noFill/>
          </a:ln>
        </p:spPr>
        <p:txBody>
          <a:bodyPr vert="horz" wrap="square" lIns="68580" tIns="34290" rIns="68580" bIns="34290" numCol="1" anchor="t" anchorCtr="0" compatLnSpc="1">
            <a:prstTxWarp prst="textNoShape">
              <a:avLst/>
            </a:prstTxWarp>
          </a:bodyPr>
          <a:lstStyle/>
          <a:p>
            <a:endParaRPr lang="id-ID" sz="1013"/>
          </a:p>
        </p:txBody>
      </p:sp>
      <p:sp>
        <p:nvSpPr>
          <p:cNvPr id="22" name="Freeform: Shape 21">
            <a:extLst>
              <a:ext uri="{FF2B5EF4-FFF2-40B4-BE49-F238E27FC236}">
                <a16:creationId xmlns:a16="http://schemas.microsoft.com/office/drawing/2014/main" id="{F676D53E-7427-4631-81F2-DB85070D41B3}"/>
              </a:ext>
            </a:extLst>
          </p:cNvPr>
          <p:cNvSpPr/>
          <p:nvPr/>
        </p:nvSpPr>
        <p:spPr>
          <a:xfrm>
            <a:off x="4692545" y="1730924"/>
            <a:ext cx="4451457" cy="3407836"/>
          </a:xfrm>
          <a:custGeom>
            <a:avLst/>
            <a:gdLst>
              <a:gd name="connsiteX0" fmla="*/ 4856875 w 5935276"/>
              <a:gd name="connsiteY0" fmla="*/ 0 h 4543781"/>
              <a:gd name="connsiteX1" fmla="*/ 5935276 w 5935276"/>
              <a:gd name="connsiteY1" fmla="*/ 0 h 4543781"/>
              <a:gd name="connsiteX2" fmla="*/ 5935276 w 5935276"/>
              <a:gd name="connsiteY2" fmla="*/ 4543781 h 4543781"/>
              <a:gd name="connsiteX3" fmla="*/ 702490 w 5935276"/>
              <a:gd name="connsiteY3" fmla="*/ 4543781 h 4543781"/>
              <a:gd name="connsiteX4" fmla="*/ 0 w 5935276"/>
              <a:gd name="connsiteY4" fmla="*/ 4542809 h 4543781"/>
              <a:gd name="connsiteX5" fmla="*/ 4026531 w 5935276"/>
              <a:gd name="connsiteY5" fmla="*/ 354794 h 4543781"/>
              <a:gd name="connsiteX6" fmla="*/ 4856875 w 5935276"/>
              <a:gd name="connsiteY6" fmla="*/ 0 h 454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5276" h="4543781">
                <a:moveTo>
                  <a:pt x="4856875" y="0"/>
                </a:moveTo>
                <a:lnTo>
                  <a:pt x="5935276" y="0"/>
                </a:lnTo>
                <a:lnTo>
                  <a:pt x="5935276" y="4543781"/>
                </a:lnTo>
                <a:lnTo>
                  <a:pt x="702490" y="4543781"/>
                </a:lnTo>
                <a:lnTo>
                  <a:pt x="0" y="4542809"/>
                </a:lnTo>
                <a:lnTo>
                  <a:pt x="4026531" y="354794"/>
                </a:lnTo>
                <a:cubicBezTo>
                  <a:pt x="4254291" y="129925"/>
                  <a:pt x="4549927" y="0"/>
                  <a:pt x="4856875" y="0"/>
                </a:cubicBezTo>
                <a:close/>
              </a:path>
            </a:pathLst>
          </a:custGeom>
          <a:gradFill>
            <a:gsLst>
              <a:gs pos="26000">
                <a:srgbClr val="09193C"/>
              </a:gs>
              <a:gs pos="10000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20" name="Freeform: Shape 19">
            <a:extLst>
              <a:ext uri="{FF2B5EF4-FFF2-40B4-BE49-F238E27FC236}">
                <a16:creationId xmlns:a16="http://schemas.microsoft.com/office/drawing/2014/main" id="{2156E7ED-E596-4DB3-AC2C-2843D3AB5BA8}"/>
              </a:ext>
            </a:extLst>
          </p:cNvPr>
          <p:cNvSpPr/>
          <p:nvPr/>
        </p:nvSpPr>
        <p:spPr>
          <a:xfrm>
            <a:off x="5477859" y="2245417"/>
            <a:ext cx="3666145" cy="2898083"/>
          </a:xfrm>
          <a:custGeom>
            <a:avLst/>
            <a:gdLst>
              <a:gd name="connsiteX0" fmla="*/ 4248543 w 4888193"/>
              <a:gd name="connsiteY0" fmla="*/ 0 h 3864111"/>
              <a:gd name="connsiteX1" fmla="*/ 4888193 w 4888193"/>
              <a:gd name="connsiteY1" fmla="*/ 0 h 3864111"/>
              <a:gd name="connsiteX2" fmla="*/ 4888193 w 4888193"/>
              <a:gd name="connsiteY2" fmla="*/ 3864111 h 3864111"/>
              <a:gd name="connsiteX3" fmla="*/ 0 w 4888193"/>
              <a:gd name="connsiteY3" fmla="*/ 3864111 h 3864111"/>
              <a:gd name="connsiteX4" fmla="*/ 3343188 w 4888193"/>
              <a:gd name="connsiteY4" fmla="*/ 386844 h 3864111"/>
              <a:gd name="connsiteX5" fmla="*/ 4248543 w 4888193"/>
              <a:gd name="connsiteY5" fmla="*/ 0 h 386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8193" h="3864111">
                <a:moveTo>
                  <a:pt x="4248543" y="0"/>
                </a:moveTo>
                <a:lnTo>
                  <a:pt x="4888193" y="0"/>
                </a:lnTo>
                <a:lnTo>
                  <a:pt x="4888193" y="3864111"/>
                </a:lnTo>
                <a:lnTo>
                  <a:pt x="0" y="3864111"/>
                </a:lnTo>
                <a:lnTo>
                  <a:pt x="3343188" y="386844"/>
                </a:lnTo>
                <a:cubicBezTo>
                  <a:pt x="3591523" y="141661"/>
                  <a:pt x="3913866" y="0"/>
                  <a:pt x="4248543" y="0"/>
                </a:cubicBezTo>
                <a:close/>
              </a:path>
            </a:pathLst>
          </a:custGeom>
          <a:gradFill>
            <a:gsLst>
              <a:gs pos="61000">
                <a:srgbClr val="09193C"/>
              </a:gs>
              <a:gs pos="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14" name="Title 1">
            <a:extLst>
              <a:ext uri="{FF2B5EF4-FFF2-40B4-BE49-F238E27FC236}">
                <a16:creationId xmlns:a16="http://schemas.microsoft.com/office/drawing/2014/main" id="{EC7DE09E-54A6-4A32-AD88-7408F7286AD3}"/>
              </a:ext>
            </a:extLst>
          </p:cNvPr>
          <p:cNvSpPr txBox="1">
            <a:spLocks/>
          </p:cNvSpPr>
          <p:nvPr/>
        </p:nvSpPr>
        <p:spPr>
          <a:xfrm>
            <a:off x="1664858" y="3434842"/>
            <a:ext cx="3002835" cy="1544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d-ID" sz="2000" spc="225" dirty="0">
              <a:latin typeface="+mn-lt"/>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78CDE5D4-BED1-4679-97DB-6E2E6F8D48DB}"/>
              </a:ext>
            </a:extLst>
          </p:cNvPr>
          <p:cNvSpPr txBox="1"/>
          <p:nvPr/>
        </p:nvSpPr>
        <p:spPr>
          <a:xfrm>
            <a:off x="321589" y="473404"/>
            <a:ext cx="6875990" cy="2739211"/>
          </a:xfrm>
          <a:prstGeom prst="rect">
            <a:avLst/>
          </a:prstGeom>
          <a:noFill/>
        </p:spPr>
        <p:txBody>
          <a:bodyPr wrap="square" lIns="91440" tIns="45720" rIns="91440" bIns="45720" rtlCol="0" anchor="t">
            <a:spAutoFit/>
          </a:bodyPr>
          <a:lstStyle/>
          <a:p>
            <a:pPr algn="ctr"/>
            <a:r>
              <a:rPr lang="es-ES" sz="4800" b="1" spc="300" dirty="0" err="1">
                <a:latin typeface="Raleway"/>
              </a:rPr>
              <a:t>Convolutional</a:t>
            </a:r>
            <a:r>
              <a:rPr lang="es-ES" sz="4800" b="1" spc="300" dirty="0">
                <a:latin typeface="Raleway"/>
              </a:rPr>
              <a:t> Neural Networks</a:t>
            </a:r>
          </a:p>
          <a:p>
            <a:pPr algn="ctr"/>
            <a:endParaRPr lang="es-ES" sz="4800" b="1" spc="300" dirty="0">
              <a:latin typeface="Raleway"/>
            </a:endParaRPr>
          </a:p>
          <a:p>
            <a:pPr algn="ctr"/>
            <a:r>
              <a:rPr lang="es-ES" sz="2800" b="1" spc="300" dirty="0">
                <a:latin typeface="Raleway"/>
              </a:rPr>
              <a:t>Feb 2026</a:t>
            </a:r>
          </a:p>
        </p:txBody>
      </p:sp>
    </p:spTree>
    <p:extLst>
      <p:ext uri="{BB962C8B-B14F-4D97-AF65-F5344CB8AC3E}">
        <p14:creationId xmlns:p14="http://schemas.microsoft.com/office/powerpoint/2010/main" val="143330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500"/>
                                        <p:tgtEl>
                                          <p:spTgt spid="11"/>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20" grpId="0" animBg="1"/>
      <p:bldP spid="14"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12B0-87F6-84C7-1B57-A2BFEF1CDB3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022D1E3-1313-9BB8-AF08-FF8C813234F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C99A055-C22D-BB45-4648-0F33AE28B69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9B4FDB0-B889-6FAA-123D-C925303354A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989BC41-E11F-CF5C-2D7D-8C91102FCDB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A7A5529-7021-BAD2-DAC5-E597EEB05092}"/>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Definition</a:t>
            </a:r>
            <a:endParaRPr lang="es-MX" sz="2400" b="1" dirty="0">
              <a:solidFill>
                <a:srgbClr val="002060"/>
              </a:solidFill>
              <a:latin typeface="Raleway" pitchFamily="2" charset="0"/>
              <a:ea typeface="+mn-ea"/>
              <a:cs typeface="+mn-cs"/>
            </a:endParaRPr>
          </a:p>
        </p:txBody>
      </p:sp>
      <p:sp>
        <p:nvSpPr>
          <p:cNvPr id="2" name="Rectangle 127">
            <a:extLst>
              <a:ext uri="{FF2B5EF4-FFF2-40B4-BE49-F238E27FC236}">
                <a16:creationId xmlns:a16="http://schemas.microsoft.com/office/drawing/2014/main" id="{B4770EEE-29F2-580E-9A00-741EC0E06E8C}"/>
              </a:ext>
            </a:extLst>
          </p:cNvPr>
          <p:cNvSpPr>
            <a:spLocks noChangeArrowheads="1"/>
          </p:cNvSpPr>
          <p:nvPr/>
        </p:nvSpPr>
        <p:spPr bwMode="auto">
          <a:xfrm>
            <a:off x="770910" y="604969"/>
            <a:ext cx="7750959" cy="2119181"/>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457" rIns="0" bIns="-17457" numCol="1" anchor="ctr" anchorCtr="0" compatLnSpc="1">
            <a:prstTxWarp prst="textNoShape">
              <a:avLst/>
            </a:prstTxWarp>
            <a:spAutoFit/>
          </a:bodyPr>
          <a:lstStyle/>
          <a:p>
            <a:pPr algn="just"/>
            <a:r>
              <a:rPr lang="es-MX" sz="2000" dirty="0" err="1"/>
              <a:t>Convolutional</a:t>
            </a:r>
            <a:r>
              <a:rPr lang="es-MX" sz="2000" dirty="0"/>
              <a:t> Neural Networks (</a:t>
            </a:r>
            <a:r>
              <a:rPr lang="es-MX" sz="2000" dirty="0" err="1"/>
              <a:t>CNNs</a:t>
            </a:r>
            <a:r>
              <a:rPr lang="es-MX" sz="2000" dirty="0"/>
              <a:t>) are </a:t>
            </a:r>
            <a:r>
              <a:rPr lang="es-MX" sz="2000" dirty="0" err="1"/>
              <a:t>one</a:t>
            </a:r>
            <a:r>
              <a:rPr lang="es-MX" sz="2000" dirty="0"/>
              <a:t> </a:t>
            </a:r>
            <a:r>
              <a:rPr lang="es-MX" sz="2000" dirty="0" err="1"/>
              <a:t>of</a:t>
            </a:r>
            <a:r>
              <a:rPr lang="es-MX" sz="2000" dirty="0"/>
              <a:t> </a:t>
            </a:r>
            <a:r>
              <a:rPr lang="es-MX" sz="2000" dirty="0" err="1"/>
              <a:t>the</a:t>
            </a:r>
            <a:r>
              <a:rPr lang="es-MX" sz="2000" dirty="0"/>
              <a:t> </a:t>
            </a:r>
            <a:r>
              <a:rPr lang="es-MX" sz="2000" dirty="0" err="1"/>
              <a:t>most</a:t>
            </a:r>
            <a:r>
              <a:rPr lang="es-MX" sz="2000" dirty="0"/>
              <a:t> </a:t>
            </a:r>
            <a:r>
              <a:rPr lang="es-MX" sz="2000" dirty="0" err="1"/>
              <a:t>commonly</a:t>
            </a:r>
            <a:r>
              <a:rPr lang="es-MX" sz="2000" dirty="0"/>
              <a:t> </a:t>
            </a:r>
            <a:r>
              <a:rPr lang="es-MX" sz="2000" dirty="0" err="1"/>
              <a:t>used</a:t>
            </a:r>
            <a:r>
              <a:rPr lang="es-MX" sz="2000" dirty="0"/>
              <a:t> Deep </a:t>
            </a:r>
            <a:r>
              <a:rPr lang="es-MX" sz="2000" dirty="0" err="1"/>
              <a:t>learning</a:t>
            </a:r>
            <a:r>
              <a:rPr lang="es-MX" sz="2000" dirty="0"/>
              <a:t> </a:t>
            </a:r>
            <a:r>
              <a:rPr lang="es-MX" sz="2000" dirty="0" err="1"/>
              <a:t>algorithms</a:t>
            </a:r>
            <a:r>
              <a:rPr lang="es-MX" sz="2000" dirty="0"/>
              <a:t>. </a:t>
            </a:r>
            <a:r>
              <a:rPr lang="es-MX" sz="2000" dirty="0" err="1"/>
              <a:t>They</a:t>
            </a:r>
            <a:r>
              <a:rPr lang="es-MX" sz="2000" dirty="0"/>
              <a:t> are </a:t>
            </a:r>
            <a:r>
              <a:rPr lang="es-MX" sz="2000" dirty="0" err="1"/>
              <a:t>widely</a:t>
            </a:r>
            <a:r>
              <a:rPr lang="es-MX" sz="2000" dirty="0"/>
              <a:t> </a:t>
            </a:r>
            <a:r>
              <a:rPr lang="es-MX" sz="2000" dirty="0" err="1"/>
              <a:t>used</a:t>
            </a:r>
            <a:r>
              <a:rPr lang="es-MX" sz="2000" dirty="0"/>
              <a:t> </a:t>
            </a:r>
            <a:r>
              <a:rPr lang="es-MX" sz="2000" dirty="0" err="1"/>
              <a:t>for</a:t>
            </a:r>
            <a:r>
              <a:rPr lang="es-MX" sz="2000" dirty="0"/>
              <a:t> </a:t>
            </a:r>
            <a:r>
              <a:rPr lang="es-MX" sz="2000" dirty="0" err="1"/>
              <a:t>image-related</a:t>
            </a:r>
            <a:r>
              <a:rPr lang="es-MX" sz="2000" dirty="0"/>
              <a:t> </a:t>
            </a:r>
            <a:r>
              <a:rPr lang="es-MX" sz="2000" dirty="0" err="1"/>
              <a:t>tasks</a:t>
            </a:r>
            <a:r>
              <a:rPr lang="es-MX" sz="2000" dirty="0"/>
              <a:t>, </a:t>
            </a:r>
            <a:r>
              <a:rPr lang="es-MX" sz="2000" dirty="0" err="1"/>
              <a:t>such</a:t>
            </a:r>
            <a:r>
              <a:rPr lang="es-MX" sz="2000" dirty="0"/>
              <a:t> as </a:t>
            </a:r>
            <a:r>
              <a:rPr lang="es-MX" sz="2000" dirty="0" err="1"/>
              <a:t>image</a:t>
            </a:r>
            <a:r>
              <a:rPr lang="es-MX" sz="2000" dirty="0"/>
              <a:t> </a:t>
            </a:r>
            <a:r>
              <a:rPr lang="es-MX" sz="2000" dirty="0" err="1"/>
              <a:t>recognition</a:t>
            </a:r>
            <a:r>
              <a:rPr lang="es-MX" sz="2000" dirty="0"/>
              <a:t>, </a:t>
            </a:r>
            <a:r>
              <a:rPr lang="es-MX" sz="2000" dirty="0" err="1"/>
              <a:t>object</a:t>
            </a:r>
            <a:r>
              <a:rPr lang="es-MX" sz="2000" dirty="0"/>
              <a:t> </a:t>
            </a:r>
            <a:r>
              <a:rPr lang="es-MX" sz="2000" dirty="0" err="1"/>
              <a:t>detection</a:t>
            </a:r>
            <a:r>
              <a:rPr lang="es-MX" sz="2000" dirty="0"/>
              <a:t>, </a:t>
            </a:r>
            <a:r>
              <a:rPr lang="es-MX" sz="2000" dirty="0" err="1"/>
              <a:t>image</a:t>
            </a:r>
            <a:r>
              <a:rPr lang="es-MX" sz="2000" dirty="0"/>
              <a:t> </a:t>
            </a:r>
            <a:r>
              <a:rPr lang="es-MX" sz="2000" dirty="0" err="1"/>
              <a:t>segmentation</a:t>
            </a:r>
            <a:r>
              <a:rPr lang="es-MX" sz="2000" dirty="0"/>
              <a:t>, and more. </a:t>
            </a:r>
            <a:r>
              <a:rPr lang="es-MX" sz="2000" dirty="0" err="1"/>
              <a:t>The</a:t>
            </a:r>
            <a:r>
              <a:rPr lang="es-MX" sz="2000" dirty="0"/>
              <a:t> </a:t>
            </a:r>
            <a:r>
              <a:rPr lang="es-MX" sz="2000" dirty="0" err="1"/>
              <a:t>applications</a:t>
            </a:r>
            <a:r>
              <a:rPr lang="es-MX" sz="2000" dirty="0"/>
              <a:t> </a:t>
            </a:r>
            <a:r>
              <a:rPr lang="es-MX" sz="2000" dirty="0" err="1"/>
              <a:t>of</a:t>
            </a:r>
            <a:r>
              <a:rPr lang="es-MX" sz="2000" dirty="0"/>
              <a:t> </a:t>
            </a:r>
            <a:r>
              <a:rPr lang="es-MX" sz="2000" dirty="0" err="1"/>
              <a:t>CNNs</a:t>
            </a:r>
            <a:r>
              <a:rPr lang="es-MX" sz="2000" dirty="0"/>
              <a:t> are </a:t>
            </a:r>
            <a:r>
              <a:rPr lang="es-MX" sz="2000" dirty="0" err="1"/>
              <a:t>endless</a:t>
            </a:r>
            <a:r>
              <a:rPr lang="es-MX" sz="2000" dirty="0"/>
              <a:t>, </a:t>
            </a:r>
            <a:r>
              <a:rPr lang="es-MX" sz="2000" dirty="0" err="1"/>
              <a:t>ranging</a:t>
            </a:r>
            <a:r>
              <a:rPr lang="es-MX" sz="2000" dirty="0"/>
              <a:t> </a:t>
            </a:r>
            <a:r>
              <a:rPr lang="es-MX" sz="2000" dirty="0" err="1"/>
              <a:t>from</a:t>
            </a:r>
            <a:r>
              <a:rPr lang="es-MX" sz="2000" dirty="0"/>
              <a:t> </a:t>
            </a:r>
            <a:r>
              <a:rPr lang="es-MX" sz="2000" dirty="0" err="1"/>
              <a:t>powering</a:t>
            </a:r>
            <a:r>
              <a:rPr lang="es-MX" sz="2000" dirty="0"/>
              <a:t> </a:t>
            </a:r>
            <a:r>
              <a:rPr lang="es-MX" sz="2000" dirty="0" err="1"/>
              <a:t>vision</a:t>
            </a:r>
            <a:r>
              <a:rPr lang="es-MX" sz="2000" dirty="0"/>
              <a:t> in </a:t>
            </a:r>
            <a:r>
              <a:rPr lang="es-MX" sz="2000" dirty="0" err="1"/>
              <a:t>self-driving</a:t>
            </a:r>
            <a:r>
              <a:rPr lang="es-MX" sz="2000" dirty="0"/>
              <a:t> cars </a:t>
            </a:r>
            <a:r>
              <a:rPr lang="es-MX" sz="2000" dirty="0" err="1"/>
              <a:t>to</a:t>
            </a:r>
            <a:r>
              <a:rPr lang="es-MX" sz="2000" dirty="0"/>
              <a:t> </a:t>
            </a:r>
            <a:r>
              <a:rPr lang="es-MX" sz="2000" dirty="0" err="1"/>
              <a:t>the</a:t>
            </a:r>
            <a:r>
              <a:rPr lang="es-MX" sz="2000" dirty="0"/>
              <a:t> </a:t>
            </a:r>
            <a:r>
              <a:rPr lang="es-MX" sz="2000" dirty="0" err="1"/>
              <a:t>automatic</a:t>
            </a:r>
            <a:r>
              <a:rPr lang="es-MX" sz="2000" dirty="0"/>
              <a:t> </a:t>
            </a:r>
            <a:r>
              <a:rPr lang="es-MX" sz="2000" dirty="0" err="1"/>
              <a:t>tagging</a:t>
            </a:r>
            <a:r>
              <a:rPr lang="es-MX" sz="2000" dirty="0"/>
              <a:t> </a:t>
            </a:r>
            <a:r>
              <a:rPr lang="es-MX" sz="2000" dirty="0" err="1"/>
              <a:t>of</a:t>
            </a:r>
            <a:r>
              <a:rPr lang="es-MX" sz="2000" dirty="0"/>
              <a:t> </a:t>
            </a:r>
            <a:r>
              <a:rPr lang="es-MX" sz="2000" dirty="0" err="1"/>
              <a:t>friends</a:t>
            </a:r>
            <a:r>
              <a:rPr lang="es-MX" sz="2000" dirty="0"/>
              <a:t> in </a:t>
            </a:r>
            <a:r>
              <a:rPr lang="es-MX" sz="2000" dirty="0" err="1"/>
              <a:t>our</a:t>
            </a:r>
            <a:r>
              <a:rPr lang="es-MX" sz="2000" dirty="0"/>
              <a:t> Facebook </a:t>
            </a:r>
            <a:r>
              <a:rPr lang="es-MX" sz="2000" dirty="0" err="1"/>
              <a:t>pictures</a:t>
            </a:r>
            <a:r>
              <a:rPr lang="es-MX" sz="2000" dirty="0"/>
              <a:t>. </a:t>
            </a:r>
            <a:r>
              <a:rPr lang="es-MX" sz="2000" dirty="0" err="1"/>
              <a:t>Although</a:t>
            </a:r>
            <a:r>
              <a:rPr lang="es-MX" sz="2000" dirty="0"/>
              <a:t> </a:t>
            </a:r>
            <a:r>
              <a:rPr lang="es-MX" sz="2000" dirty="0" err="1"/>
              <a:t>CNNs</a:t>
            </a:r>
            <a:r>
              <a:rPr lang="es-MX" sz="2000" dirty="0"/>
              <a:t> are </a:t>
            </a:r>
            <a:r>
              <a:rPr lang="es-MX" sz="2000" dirty="0" err="1"/>
              <a:t>widely</a:t>
            </a:r>
            <a:r>
              <a:rPr lang="es-MX" sz="2000" dirty="0"/>
              <a:t> </a:t>
            </a:r>
            <a:r>
              <a:rPr lang="es-MX" sz="2000" dirty="0" err="1"/>
              <a:t>used</a:t>
            </a:r>
            <a:r>
              <a:rPr lang="es-MX" sz="2000" dirty="0"/>
              <a:t> </a:t>
            </a:r>
            <a:r>
              <a:rPr lang="es-MX" sz="2000" dirty="0" err="1"/>
              <a:t>for</a:t>
            </a:r>
            <a:r>
              <a:rPr lang="es-MX" sz="2000" dirty="0"/>
              <a:t> </a:t>
            </a:r>
            <a:r>
              <a:rPr lang="es-MX" sz="2000" dirty="0" err="1"/>
              <a:t>image</a:t>
            </a:r>
            <a:r>
              <a:rPr lang="es-MX" sz="2000" dirty="0"/>
              <a:t> </a:t>
            </a:r>
            <a:r>
              <a:rPr lang="es-MX" sz="2000" dirty="0" err="1"/>
              <a:t>datasets</a:t>
            </a:r>
            <a:r>
              <a:rPr lang="es-MX" sz="2000" dirty="0"/>
              <a:t>, </a:t>
            </a:r>
            <a:r>
              <a:rPr lang="es-MX" sz="2000" dirty="0" err="1"/>
              <a:t>they</a:t>
            </a:r>
            <a:r>
              <a:rPr lang="es-MX" sz="2000" dirty="0"/>
              <a:t> can </a:t>
            </a:r>
            <a:r>
              <a:rPr lang="es-MX" sz="2000" dirty="0" err="1"/>
              <a:t>also</a:t>
            </a:r>
            <a:r>
              <a:rPr lang="es-MX" sz="2000" dirty="0"/>
              <a:t> be </a:t>
            </a:r>
            <a:r>
              <a:rPr lang="es-MX" sz="2000" dirty="0" err="1"/>
              <a:t>applied</a:t>
            </a:r>
            <a:r>
              <a:rPr lang="es-MX" sz="2000" dirty="0"/>
              <a:t> </a:t>
            </a:r>
            <a:r>
              <a:rPr lang="es-MX" sz="2000" dirty="0" err="1"/>
              <a:t>to</a:t>
            </a:r>
            <a:r>
              <a:rPr lang="es-MX" sz="2000" dirty="0"/>
              <a:t> textual </a:t>
            </a:r>
            <a:r>
              <a:rPr lang="es-MX" sz="2000" dirty="0" err="1"/>
              <a:t>datasets</a:t>
            </a:r>
            <a:r>
              <a:rPr lang="es-MX" sz="2000" dirty="0"/>
              <a:t>.</a:t>
            </a:r>
          </a:p>
        </p:txBody>
      </p:sp>
      <p:pic>
        <p:nvPicPr>
          <p:cNvPr id="4" name="Picture 172" descr="Image Recognition Market Report 2021-26: Trends, Share, Growth and Forecast  – ZNews Africa">
            <a:extLst>
              <a:ext uri="{FF2B5EF4-FFF2-40B4-BE49-F238E27FC236}">
                <a16:creationId xmlns:a16="http://schemas.microsoft.com/office/drawing/2014/main" id="{4059D848-30DF-B800-F893-686272A69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7788" y="2886299"/>
            <a:ext cx="3376612" cy="18993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76" descr="Visual Cortex - Msrblog">
            <a:extLst>
              <a:ext uri="{FF2B5EF4-FFF2-40B4-BE49-F238E27FC236}">
                <a16:creationId xmlns:a16="http://schemas.microsoft.com/office/drawing/2014/main" id="{B11ED493-2C73-FC3F-57D0-3FB7C8507E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2600" y="2874476"/>
            <a:ext cx="2753654" cy="2020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5B2C6-12A7-29FA-C057-9F4A3BAA23B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A068E593-5A35-9B19-CE40-ECB851C56DB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344F941-1E7D-E9FA-D9C7-EE7387C19C4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E746F731-BB0C-F746-4503-888951283B1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B948E99-88EF-090E-4A1B-1BB08EE2126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B98BCCCF-C374-C698-508B-DFC6D0B3D0A0}"/>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What</a:t>
            </a:r>
            <a:r>
              <a:rPr lang="es-MX" sz="2400" b="1" dirty="0">
                <a:solidFill>
                  <a:srgbClr val="002060"/>
                </a:solidFill>
                <a:latin typeface="Raleway" pitchFamily="2" charset="0"/>
                <a:ea typeface="+mn-ea"/>
                <a:cs typeface="+mn-cs"/>
              </a:rPr>
              <a:t> are </a:t>
            </a:r>
            <a:r>
              <a:rPr lang="es-MX" sz="2400" b="1" dirty="0" err="1">
                <a:solidFill>
                  <a:srgbClr val="002060"/>
                </a:solidFill>
                <a:latin typeface="Raleway" pitchFamily="2" charset="0"/>
                <a:ea typeface="+mn-ea"/>
                <a:cs typeface="+mn-cs"/>
              </a:rPr>
              <a:t>CNNs</a:t>
            </a:r>
            <a:r>
              <a:rPr lang="es-MX" sz="2400" b="1" dirty="0">
                <a:solidFill>
                  <a:srgbClr val="002060"/>
                </a:solidFill>
                <a:latin typeface="Raleway" pitchFamily="2" charset="0"/>
                <a:ea typeface="+mn-ea"/>
                <a:cs typeface="+mn-cs"/>
              </a:rPr>
              <a:t>?</a:t>
            </a:r>
          </a:p>
        </p:txBody>
      </p:sp>
      <p:sp>
        <p:nvSpPr>
          <p:cNvPr id="8" name="CuadroTexto 7">
            <a:extLst>
              <a:ext uri="{FF2B5EF4-FFF2-40B4-BE49-F238E27FC236}">
                <a16:creationId xmlns:a16="http://schemas.microsoft.com/office/drawing/2014/main" id="{912ECACE-E77D-3C70-CA11-FF23C306BAAC}"/>
              </a:ext>
            </a:extLst>
          </p:cNvPr>
          <p:cNvSpPr txBox="1"/>
          <p:nvPr/>
        </p:nvSpPr>
        <p:spPr>
          <a:xfrm>
            <a:off x="626757" y="740614"/>
            <a:ext cx="8055712" cy="1200329"/>
          </a:xfrm>
          <a:prstGeom prst="rect">
            <a:avLst/>
          </a:prstGeom>
          <a:noFill/>
        </p:spPr>
        <p:txBody>
          <a:bodyPr wrap="square">
            <a:spAutoFit/>
          </a:bodyPr>
          <a:lstStyle/>
          <a:p>
            <a:pPr algn="just"/>
            <a:r>
              <a:rPr lang="en-US" sz="1800" dirty="0">
                <a:latin typeface="+mj-lt"/>
              </a:rPr>
              <a:t>A CNN, also known as a </a:t>
            </a:r>
            <a:r>
              <a:rPr lang="en-US" sz="1800" dirty="0" err="1">
                <a:latin typeface="+mj-lt"/>
              </a:rPr>
              <a:t>ConvNet</a:t>
            </a:r>
            <a:r>
              <a:rPr lang="en-US" sz="1800" dirty="0">
                <a:latin typeface="+mj-lt"/>
              </a:rPr>
              <a:t>, is one of the most widely used deep learning algorithms for computer vision tasks. Let's say we are performing an image-recognition task. Consider the following image. We want our CNN to recognize that it contains a horse:</a:t>
            </a:r>
            <a:endParaRPr lang="es-MX" sz="1800" dirty="0">
              <a:latin typeface="+mj-lt"/>
            </a:endParaRPr>
          </a:p>
        </p:txBody>
      </p:sp>
      <p:graphicFrame>
        <p:nvGraphicFramePr>
          <p:cNvPr id="9" name="Objeto 8">
            <a:extLst>
              <a:ext uri="{FF2B5EF4-FFF2-40B4-BE49-F238E27FC236}">
                <a16:creationId xmlns:a16="http://schemas.microsoft.com/office/drawing/2014/main" id="{6AD8979A-B4CC-77B9-2354-534A2588C219}"/>
              </a:ext>
            </a:extLst>
          </p:cNvPr>
          <p:cNvGraphicFramePr>
            <a:graphicFrameLocks noChangeAspect="1"/>
          </p:cNvGraphicFramePr>
          <p:nvPr>
            <p:extLst>
              <p:ext uri="{D42A27DB-BD31-4B8C-83A1-F6EECF244321}">
                <p14:modId xmlns:p14="http://schemas.microsoft.com/office/powerpoint/2010/main" val="2834549033"/>
              </p:ext>
            </p:extLst>
          </p:nvPr>
        </p:nvGraphicFramePr>
        <p:xfrm>
          <a:off x="3081908" y="1819159"/>
          <a:ext cx="2675384" cy="2766798"/>
        </p:xfrm>
        <a:graphic>
          <a:graphicData uri="http://schemas.openxmlformats.org/presentationml/2006/ole">
            <mc:AlternateContent xmlns:mc="http://schemas.openxmlformats.org/markup-compatibility/2006">
              <mc:Choice xmlns:v="urn:schemas-microsoft-com:vml" Requires="v">
                <p:oleObj name="Imagen de mapa de bits" r:id="rId2" imgW="4181400" imgH="4324320" progId="Paint.Picture">
                  <p:embed/>
                </p:oleObj>
              </mc:Choice>
              <mc:Fallback>
                <p:oleObj name="Imagen de mapa de bits" r:id="rId2" imgW="4181400" imgH="4324320" progId="Paint.Picture">
                  <p:embed/>
                  <p:pic>
                    <p:nvPicPr>
                      <p:cNvPr id="9" name="Objeto 8">
                        <a:extLst>
                          <a:ext uri="{FF2B5EF4-FFF2-40B4-BE49-F238E27FC236}">
                            <a16:creationId xmlns:a16="http://schemas.microsoft.com/office/drawing/2014/main" id="{6AD8979A-B4CC-77B9-2354-534A2588C219}"/>
                          </a:ext>
                        </a:extLst>
                      </p:cNvPr>
                      <p:cNvPicPr/>
                      <p:nvPr/>
                    </p:nvPicPr>
                    <p:blipFill>
                      <a:blip r:embed="rId3"/>
                      <a:stretch>
                        <a:fillRect/>
                      </a:stretch>
                    </p:blipFill>
                    <p:spPr>
                      <a:xfrm>
                        <a:off x="3081908" y="1819159"/>
                        <a:ext cx="2675384" cy="2766798"/>
                      </a:xfrm>
                      <a:prstGeom prst="rect">
                        <a:avLst/>
                      </a:prstGeom>
                    </p:spPr>
                  </p:pic>
                </p:oleObj>
              </mc:Fallback>
            </mc:AlternateContent>
          </a:graphicData>
        </a:graphic>
      </p:graphicFrame>
    </p:spTree>
    <p:extLst>
      <p:ext uri="{BB962C8B-B14F-4D97-AF65-F5344CB8AC3E}">
        <p14:creationId xmlns:p14="http://schemas.microsoft.com/office/powerpoint/2010/main" val="235408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4190-D758-4D2A-03E3-8F5BC5E0E6AF}"/>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46A53A1-72E1-0572-8B09-22C5AEB18551}"/>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88029CF-4F4A-EE86-1D07-F0562DE6B0F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3CEA57F-13D8-648D-7291-36A00E27752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E2950FB-01E1-A370-070D-8E59E5D2B67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149FA6F9-7AAD-F4CB-3485-54F7C14526F8}"/>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What</a:t>
            </a:r>
            <a:r>
              <a:rPr lang="es-MX" sz="2400" b="1" dirty="0">
                <a:solidFill>
                  <a:srgbClr val="002060"/>
                </a:solidFill>
                <a:latin typeface="Raleway" pitchFamily="2" charset="0"/>
                <a:ea typeface="+mn-ea"/>
                <a:cs typeface="+mn-cs"/>
              </a:rPr>
              <a:t> are </a:t>
            </a:r>
            <a:r>
              <a:rPr lang="es-MX" sz="2400" b="1" dirty="0" err="1">
                <a:solidFill>
                  <a:srgbClr val="002060"/>
                </a:solidFill>
                <a:latin typeface="Raleway" pitchFamily="2" charset="0"/>
                <a:ea typeface="+mn-ea"/>
                <a:cs typeface="+mn-cs"/>
              </a:rPr>
              <a:t>CNNs</a:t>
            </a:r>
            <a:r>
              <a:rPr lang="es-MX" sz="2400" b="1" dirty="0">
                <a:solidFill>
                  <a:srgbClr val="002060"/>
                </a:solidFill>
                <a:latin typeface="Raleway" pitchFamily="2" charset="0"/>
                <a:ea typeface="+mn-ea"/>
                <a:cs typeface="+mn-cs"/>
              </a:rPr>
              <a:t>?</a:t>
            </a:r>
          </a:p>
        </p:txBody>
      </p:sp>
      <p:graphicFrame>
        <p:nvGraphicFramePr>
          <p:cNvPr id="9" name="Objeto 8">
            <a:extLst>
              <a:ext uri="{FF2B5EF4-FFF2-40B4-BE49-F238E27FC236}">
                <a16:creationId xmlns:a16="http://schemas.microsoft.com/office/drawing/2014/main" id="{9A335562-FCFA-3187-A88B-96C59687E86B}"/>
              </a:ext>
            </a:extLst>
          </p:cNvPr>
          <p:cNvGraphicFramePr>
            <a:graphicFrameLocks noChangeAspect="1"/>
          </p:cNvGraphicFramePr>
          <p:nvPr>
            <p:extLst>
              <p:ext uri="{D42A27DB-BD31-4B8C-83A1-F6EECF244321}">
                <p14:modId xmlns:p14="http://schemas.microsoft.com/office/powerpoint/2010/main" val="113905049"/>
              </p:ext>
            </p:extLst>
          </p:nvPr>
        </p:nvGraphicFramePr>
        <p:xfrm>
          <a:off x="792331" y="1188351"/>
          <a:ext cx="2675384" cy="2766798"/>
        </p:xfrm>
        <a:graphic>
          <a:graphicData uri="http://schemas.openxmlformats.org/presentationml/2006/ole">
            <mc:AlternateContent xmlns:mc="http://schemas.openxmlformats.org/markup-compatibility/2006">
              <mc:Choice xmlns:v="urn:schemas-microsoft-com:vml" Requires="v">
                <p:oleObj name="Imagen de mapa de bits" r:id="rId2" imgW="4181400" imgH="4324320" progId="Paint.Picture">
                  <p:embed/>
                </p:oleObj>
              </mc:Choice>
              <mc:Fallback>
                <p:oleObj name="Imagen de mapa de bits" r:id="rId2" imgW="4181400" imgH="4324320" progId="Paint.Picture">
                  <p:embed/>
                  <p:pic>
                    <p:nvPicPr>
                      <p:cNvPr id="9" name="Objeto 8">
                        <a:extLst>
                          <a:ext uri="{FF2B5EF4-FFF2-40B4-BE49-F238E27FC236}">
                            <a16:creationId xmlns:a16="http://schemas.microsoft.com/office/drawing/2014/main" id="{9A335562-FCFA-3187-A88B-96C59687E86B}"/>
                          </a:ext>
                        </a:extLst>
                      </p:cNvPr>
                      <p:cNvPicPr/>
                      <p:nvPr/>
                    </p:nvPicPr>
                    <p:blipFill>
                      <a:blip r:embed="rId3"/>
                      <a:stretch>
                        <a:fillRect/>
                      </a:stretch>
                    </p:blipFill>
                    <p:spPr>
                      <a:xfrm>
                        <a:off x="792331" y="1188351"/>
                        <a:ext cx="2675384" cy="2766798"/>
                      </a:xfrm>
                      <a:prstGeom prst="rect">
                        <a:avLst/>
                      </a:prstGeom>
                    </p:spPr>
                  </p:pic>
                </p:oleObj>
              </mc:Fallback>
            </mc:AlternateContent>
          </a:graphicData>
        </a:graphic>
      </p:graphicFrame>
      <p:sp>
        <p:nvSpPr>
          <p:cNvPr id="2" name="CuadroTexto 1">
            <a:extLst>
              <a:ext uri="{FF2B5EF4-FFF2-40B4-BE49-F238E27FC236}">
                <a16:creationId xmlns:a16="http://schemas.microsoft.com/office/drawing/2014/main" id="{970D9E5D-D90F-4224-3C3B-EE899A548288}"/>
              </a:ext>
            </a:extLst>
          </p:cNvPr>
          <p:cNvSpPr txBox="1"/>
          <p:nvPr/>
        </p:nvSpPr>
        <p:spPr>
          <a:xfrm>
            <a:off x="3750872" y="914797"/>
            <a:ext cx="5185620" cy="3416320"/>
          </a:xfrm>
          <a:prstGeom prst="rect">
            <a:avLst/>
          </a:prstGeom>
          <a:noFill/>
        </p:spPr>
        <p:txBody>
          <a:bodyPr wrap="square">
            <a:spAutoFit/>
          </a:bodyPr>
          <a:lstStyle/>
          <a:p>
            <a:pPr algn="just"/>
            <a:r>
              <a:rPr lang="en-US" sz="2400" dirty="0">
                <a:latin typeface="+mj-lt"/>
              </a:rPr>
              <a:t>How can we do that? When we feed the image to a computer, it basically converts it into a matrix of pixel values. The pixel values range from 0 to 255, and the dimensions of this matrix will be of [image width x image height x number of channels]. A grayscale image has one </a:t>
            </a:r>
            <a:r>
              <a:rPr lang="en-US" sz="2400" b="1" dirty="0">
                <a:latin typeface="+mj-lt"/>
              </a:rPr>
              <a:t>channel</a:t>
            </a:r>
            <a:r>
              <a:rPr lang="en-US" sz="2400" dirty="0">
                <a:latin typeface="+mj-lt"/>
              </a:rPr>
              <a:t>, and </a:t>
            </a:r>
            <a:r>
              <a:rPr lang="en-US" sz="2400" b="1" dirty="0">
                <a:latin typeface="+mj-lt"/>
              </a:rPr>
              <a:t>colored images have three channels red, green, and blue (RGB)</a:t>
            </a:r>
            <a:r>
              <a:rPr lang="en-US" sz="2400" dirty="0">
                <a:latin typeface="+mj-lt"/>
              </a:rPr>
              <a:t>.</a:t>
            </a:r>
            <a:endParaRPr lang="es-MX" sz="2400" dirty="0">
              <a:latin typeface="+mj-lt"/>
            </a:endParaRPr>
          </a:p>
        </p:txBody>
      </p:sp>
    </p:spTree>
    <p:extLst>
      <p:ext uri="{BB962C8B-B14F-4D97-AF65-F5344CB8AC3E}">
        <p14:creationId xmlns:p14="http://schemas.microsoft.com/office/powerpoint/2010/main" val="305096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BAB2A-E6B5-F1F7-DD71-C558126D91CE}"/>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77D52A2-7852-8CC6-1657-F9C603EF6DD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8FEA102-64AA-17B5-53AD-3D3BAFF122B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D2B73F6D-429A-6D60-938C-ECD1E47B508C}"/>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975C635-FD4E-8C18-C7C2-7EB7F8E50E8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C246E27A-5940-5C4E-B9AB-394469D12230}"/>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What</a:t>
            </a:r>
            <a:r>
              <a:rPr lang="es-MX" sz="2400" b="1" dirty="0">
                <a:solidFill>
                  <a:srgbClr val="002060"/>
                </a:solidFill>
                <a:latin typeface="Raleway" pitchFamily="2" charset="0"/>
                <a:ea typeface="+mn-ea"/>
                <a:cs typeface="+mn-cs"/>
              </a:rPr>
              <a:t> are </a:t>
            </a:r>
            <a:r>
              <a:rPr lang="es-MX" sz="2400" b="1" dirty="0" err="1">
                <a:solidFill>
                  <a:srgbClr val="002060"/>
                </a:solidFill>
                <a:latin typeface="Raleway" pitchFamily="2" charset="0"/>
                <a:ea typeface="+mn-ea"/>
                <a:cs typeface="+mn-cs"/>
              </a:rPr>
              <a:t>CNNs</a:t>
            </a:r>
            <a:r>
              <a:rPr lang="es-MX" sz="2400" b="1" dirty="0">
                <a:solidFill>
                  <a:srgbClr val="002060"/>
                </a:solidFill>
                <a:latin typeface="Raleway" pitchFamily="2" charset="0"/>
                <a:ea typeface="+mn-ea"/>
                <a:cs typeface="+mn-cs"/>
              </a:rPr>
              <a:t>?</a:t>
            </a:r>
          </a:p>
        </p:txBody>
      </p:sp>
      <p:graphicFrame>
        <p:nvGraphicFramePr>
          <p:cNvPr id="9" name="Objeto 8">
            <a:extLst>
              <a:ext uri="{FF2B5EF4-FFF2-40B4-BE49-F238E27FC236}">
                <a16:creationId xmlns:a16="http://schemas.microsoft.com/office/drawing/2014/main" id="{CCD2530C-79BC-CAF2-803F-3AF57915D82B}"/>
              </a:ext>
            </a:extLst>
          </p:cNvPr>
          <p:cNvGraphicFramePr>
            <a:graphicFrameLocks noChangeAspect="1"/>
          </p:cNvGraphicFramePr>
          <p:nvPr/>
        </p:nvGraphicFramePr>
        <p:xfrm>
          <a:off x="741124" y="1109585"/>
          <a:ext cx="2675384" cy="2766798"/>
        </p:xfrm>
        <a:graphic>
          <a:graphicData uri="http://schemas.openxmlformats.org/presentationml/2006/ole">
            <mc:AlternateContent xmlns:mc="http://schemas.openxmlformats.org/markup-compatibility/2006">
              <mc:Choice xmlns:v="urn:schemas-microsoft-com:vml" Requires="v">
                <p:oleObj name="Imagen de mapa de bits" r:id="rId2" imgW="4181400" imgH="4324320" progId="Paint.Picture">
                  <p:embed/>
                </p:oleObj>
              </mc:Choice>
              <mc:Fallback>
                <p:oleObj name="Imagen de mapa de bits" r:id="rId2" imgW="4181400" imgH="4324320" progId="Paint.Picture">
                  <p:embed/>
                  <p:pic>
                    <p:nvPicPr>
                      <p:cNvPr id="9" name="Objeto 8">
                        <a:extLst>
                          <a:ext uri="{FF2B5EF4-FFF2-40B4-BE49-F238E27FC236}">
                            <a16:creationId xmlns:a16="http://schemas.microsoft.com/office/drawing/2014/main" id="{CCD2530C-79BC-CAF2-803F-3AF57915D82B}"/>
                          </a:ext>
                        </a:extLst>
                      </p:cNvPr>
                      <p:cNvPicPr/>
                      <p:nvPr/>
                    </p:nvPicPr>
                    <p:blipFill>
                      <a:blip r:embed="rId3"/>
                      <a:stretch>
                        <a:fillRect/>
                      </a:stretch>
                    </p:blipFill>
                    <p:spPr>
                      <a:xfrm>
                        <a:off x="741124" y="1109585"/>
                        <a:ext cx="2675384" cy="2766798"/>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995203B5-DC64-E39B-9ADD-86C84D55A0EC}"/>
              </a:ext>
            </a:extLst>
          </p:cNvPr>
          <p:cNvSpPr txBox="1"/>
          <p:nvPr/>
        </p:nvSpPr>
        <p:spPr>
          <a:xfrm>
            <a:off x="3689298" y="863590"/>
            <a:ext cx="5096257" cy="3416320"/>
          </a:xfrm>
          <a:prstGeom prst="rect">
            <a:avLst/>
          </a:prstGeom>
          <a:noFill/>
        </p:spPr>
        <p:txBody>
          <a:bodyPr wrap="square">
            <a:spAutoFit/>
          </a:bodyPr>
          <a:lstStyle/>
          <a:p>
            <a:pPr algn="just"/>
            <a:r>
              <a:rPr lang="en-US" sz="2400" dirty="0">
                <a:latin typeface="+mj-lt"/>
              </a:rPr>
              <a:t>Let's say we have a colored input image with a width of 11 and a height of 11, that is 11 x 11, then our matrix dimension would be of </a:t>
            </a:r>
            <a:r>
              <a:rPr lang="en-US" sz="2400" b="1" dirty="0">
                <a:latin typeface="+mj-lt"/>
              </a:rPr>
              <a:t>[11 x 11 x 3]. </a:t>
            </a:r>
            <a:r>
              <a:rPr lang="en-US" sz="2400" dirty="0">
                <a:latin typeface="+mj-lt"/>
              </a:rPr>
              <a:t>As you can see in </a:t>
            </a:r>
            <a:r>
              <a:rPr lang="en-US" sz="2400" b="1" dirty="0">
                <a:latin typeface="+mj-lt"/>
              </a:rPr>
              <a:t>[11 x 11 x 3], </a:t>
            </a:r>
            <a:r>
              <a:rPr lang="en-US" sz="2400" dirty="0">
                <a:latin typeface="+mj-lt"/>
              </a:rPr>
              <a:t>11 x 11 represents the image width and height and 3 represents the channel number, as we have a colored image. So, we will have a </a:t>
            </a:r>
            <a:r>
              <a:rPr lang="en-US" sz="2400" b="1" dirty="0">
                <a:latin typeface="+mj-lt"/>
              </a:rPr>
              <a:t>3D matrix</a:t>
            </a:r>
            <a:r>
              <a:rPr lang="en-US" sz="2400" dirty="0">
                <a:latin typeface="+mj-lt"/>
              </a:rPr>
              <a:t>. </a:t>
            </a:r>
            <a:endParaRPr lang="es-MX" sz="2400" dirty="0">
              <a:latin typeface="+mj-lt"/>
            </a:endParaRPr>
          </a:p>
        </p:txBody>
      </p:sp>
    </p:spTree>
    <p:extLst>
      <p:ext uri="{BB962C8B-B14F-4D97-AF65-F5344CB8AC3E}">
        <p14:creationId xmlns:p14="http://schemas.microsoft.com/office/powerpoint/2010/main" val="426260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E22B-40DD-A7B6-9EE6-F93F2140CF0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9C51BD3-9BDC-38B0-C257-3AC1CC2B8D2F}"/>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9808D62-9B32-5C8C-18CA-D263516CF3AA}"/>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D924116D-28AB-3640-713F-CBD50FD44C6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A43B1C3A-BE45-3334-25B1-449BA1D1801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F0484948-8BF9-E424-43FD-92155DD3683A}"/>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What</a:t>
            </a:r>
            <a:r>
              <a:rPr lang="es-MX" sz="2400" b="1" dirty="0">
                <a:solidFill>
                  <a:srgbClr val="002060"/>
                </a:solidFill>
                <a:latin typeface="Raleway" pitchFamily="2" charset="0"/>
                <a:ea typeface="+mn-ea"/>
                <a:cs typeface="+mn-cs"/>
              </a:rPr>
              <a:t> are </a:t>
            </a:r>
            <a:r>
              <a:rPr lang="es-MX" sz="2400" b="1" dirty="0" err="1">
                <a:solidFill>
                  <a:srgbClr val="002060"/>
                </a:solidFill>
                <a:latin typeface="Raleway" pitchFamily="2" charset="0"/>
                <a:ea typeface="+mn-ea"/>
                <a:cs typeface="+mn-cs"/>
              </a:rPr>
              <a:t>CNNs</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5E7F29FE-D0C4-7F05-544D-D68EECC20449}"/>
              </a:ext>
            </a:extLst>
          </p:cNvPr>
          <p:cNvGraphicFramePr>
            <a:graphicFrameLocks noChangeAspect="1"/>
          </p:cNvGraphicFramePr>
          <p:nvPr/>
        </p:nvGraphicFramePr>
        <p:xfrm>
          <a:off x="588962" y="1144804"/>
          <a:ext cx="8155545" cy="2853892"/>
        </p:xfrm>
        <a:graphic>
          <a:graphicData uri="http://schemas.openxmlformats.org/presentationml/2006/ole">
            <mc:AlternateContent xmlns:mc="http://schemas.openxmlformats.org/markup-compatibility/2006">
              <mc:Choice xmlns:v="urn:schemas-microsoft-com:vml" Requires="v">
                <p:oleObj name="Imagen de mapa de bits" r:id="rId2" imgW="7077240" imgH="2476440" progId="Paint.Picture">
                  <p:embed/>
                </p:oleObj>
              </mc:Choice>
              <mc:Fallback>
                <p:oleObj name="Imagen de mapa de bits" r:id="rId2" imgW="7077240" imgH="2476440" progId="Paint.Picture">
                  <p:embed/>
                  <p:pic>
                    <p:nvPicPr>
                      <p:cNvPr id="2" name="Objeto 1">
                        <a:extLst>
                          <a:ext uri="{FF2B5EF4-FFF2-40B4-BE49-F238E27FC236}">
                            <a16:creationId xmlns:a16="http://schemas.microsoft.com/office/drawing/2014/main" id="{5E7F29FE-D0C4-7F05-544D-D68EECC20449}"/>
                          </a:ext>
                        </a:extLst>
                      </p:cNvPr>
                      <p:cNvPicPr/>
                      <p:nvPr/>
                    </p:nvPicPr>
                    <p:blipFill>
                      <a:blip r:embed="rId3"/>
                      <a:stretch>
                        <a:fillRect/>
                      </a:stretch>
                    </p:blipFill>
                    <p:spPr>
                      <a:xfrm>
                        <a:off x="588962" y="1144804"/>
                        <a:ext cx="8155545" cy="2853892"/>
                      </a:xfrm>
                      <a:prstGeom prst="rect">
                        <a:avLst/>
                      </a:prstGeom>
                    </p:spPr>
                  </p:pic>
                </p:oleObj>
              </mc:Fallback>
            </mc:AlternateContent>
          </a:graphicData>
        </a:graphic>
      </p:graphicFrame>
    </p:spTree>
    <p:extLst>
      <p:ext uri="{BB962C8B-B14F-4D97-AF65-F5344CB8AC3E}">
        <p14:creationId xmlns:p14="http://schemas.microsoft.com/office/powerpoint/2010/main" val="378509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0008-93BF-8F35-2202-26F8ADE838E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FC933BA9-D8C5-5F2F-967C-BF6082FF043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D0D39EA-6C91-D0FF-6115-39CAA73DFD1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CF7065C-AED3-50A7-BD32-ADCEE18C915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D0C023F4-AAC1-9CB4-B564-B19D5424D16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6FF1A516-50FD-5EFD-348D-17451D66EE64}"/>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What</a:t>
            </a:r>
            <a:r>
              <a:rPr lang="es-MX" sz="2400" b="1" dirty="0">
                <a:solidFill>
                  <a:srgbClr val="002060"/>
                </a:solidFill>
                <a:latin typeface="Raleway" pitchFamily="2" charset="0"/>
                <a:ea typeface="+mn-ea"/>
                <a:cs typeface="+mn-cs"/>
              </a:rPr>
              <a:t> are </a:t>
            </a:r>
            <a:r>
              <a:rPr lang="es-MX" sz="2400" b="1" dirty="0" err="1">
                <a:solidFill>
                  <a:srgbClr val="002060"/>
                </a:solidFill>
                <a:latin typeface="Raleway" pitchFamily="2" charset="0"/>
                <a:ea typeface="+mn-ea"/>
                <a:cs typeface="+mn-cs"/>
              </a:rPr>
              <a:t>CNNs</a:t>
            </a:r>
            <a:r>
              <a:rPr lang="es-MX" sz="2400" b="1" dirty="0">
                <a:solidFill>
                  <a:srgbClr val="002060"/>
                </a:solidFill>
                <a:latin typeface="Raleway" pitchFamily="2" charset="0"/>
                <a:ea typeface="+mn-ea"/>
                <a:cs typeface="+mn-cs"/>
              </a:rPr>
              <a:t>?</a:t>
            </a:r>
          </a:p>
        </p:txBody>
      </p:sp>
      <p:graphicFrame>
        <p:nvGraphicFramePr>
          <p:cNvPr id="2" name="Objeto 1">
            <a:extLst>
              <a:ext uri="{FF2B5EF4-FFF2-40B4-BE49-F238E27FC236}">
                <a16:creationId xmlns:a16="http://schemas.microsoft.com/office/drawing/2014/main" id="{8088F975-F2CB-3B3C-DAE7-8A80F6D0985C}"/>
              </a:ext>
            </a:extLst>
          </p:cNvPr>
          <p:cNvGraphicFramePr>
            <a:graphicFrameLocks noChangeAspect="1"/>
          </p:cNvGraphicFramePr>
          <p:nvPr>
            <p:extLst>
              <p:ext uri="{D42A27DB-BD31-4B8C-83A1-F6EECF244321}">
                <p14:modId xmlns:p14="http://schemas.microsoft.com/office/powerpoint/2010/main" val="14284209"/>
              </p:ext>
            </p:extLst>
          </p:nvPr>
        </p:nvGraphicFramePr>
        <p:xfrm>
          <a:off x="515810" y="800989"/>
          <a:ext cx="5694795" cy="1992795"/>
        </p:xfrm>
        <a:graphic>
          <a:graphicData uri="http://schemas.openxmlformats.org/presentationml/2006/ole">
            <mc:AlternateContent xmlns:mc="http://schemas.openxmlformats.org/markup-compatibility/2006">
              <mc:Choice xmlns:v="urn:schemas-microsoft-com:vml" Requires="v">
                <p:oleObj name="Imagen de mapa de bits" r:id="rId2" imgW="7077240" imgH="2476440" progId="Paint.Picture">
                  <p:embed/>
                </p:oleObj>
              </mc:Choice>
              <mc:Fallback>
                <p:oleObj name="Imagen de mapa de bits" r:id="rId2" imgW="7077240" imgH="2476440" progId="Paint.Picture">
                  <p:embed/>
                  <p:pic>
                    <p:nvPicPr>
                      <p:cNvPr id="2" name="Objeto 1">
                        <a:extLst>
                          <a:ext uri="{FF2B5EF4-FFF2-40B4-BE49-F238E27FC236}">
                            <a16:creationId xmlns:a16="http://schemas.microsoft.com/office/drawing/2014/main" id="{8088F975-F2CB-3B3C-DAE7-8A80F6D0985C}"/>
                          </a:ext>
                        </a:extLst>
                      </p:cNvPr>
                      <p:cNvPicPr/>
                      <p:nvPr/>
                    </p:nvPicPr>
                    <p:blipFill>
                      <a:blip r:embed="rId3"/>
                      <a:stretch>
                        <a:fillRect/>
                      </a:stretch>
                    </p:blipFill>
                    <p:spPr>
                      <a:xfrm>
                        <a:off x="515810" y="800989"/>
                        <a:ext cx="5694795" cy="1992795"/>
                      </a:xfrm>
                      <a:prstGeom prst="rect">
                        <a:avLst/>
                      </a:prstGeom>
                    </p:spPr>
                  </p:pic>
                </p:oleObj>
              </mc:Fallback>
            </mc:AlternateContent>
          </a:graphicData>
        </a:graphic>
      </p:graphicFrame>
      <p:sp>
        <p:nvSpPr>
          <p:cNvPr id="4" name="CuadroTexto 3">
            <a:extLst>
              <a:ext uri="{FF2B5EF4-FFF2-40B4-BE49-F238E27FC236}">
                <a16:creationId xmlns:a16="http://schemas.microsoft.com/office/drawing/2014/main" id="{D1101B9B-AE4B-3373-16A7-528574EA4B85}"/>
              </a:ext>
            </a:extLst>
          </p:cNvPr>
          <p:cNvSpPr txBox="1"/>
          <p:nvPr/>
        </p:nvSpPr>
        <p:spPr>
          <a:xfrm>
            <a:off x="6221566" y="800989"/>
            <a:ext cx="2714926" cy="2246769"/>
          </a:xfrm>
          <a:prstGeom prst="rect">
            <a:avLst/>
          </a:prstGeom>
          <a:noFill/>
        </p:spPr>
        <p:txBody>
          <a:bodyPr wrap="square">
            <a:spAutoFit/>
          </a:bodyPr>
          <a:lstStyle/>
          <a:p>
            <a:pPr algn="just"/>
            <a:r>
              <a:rPr lang="en-US" sz="2000" dirty="0">
                <a:latin typeface="+mj-lt"/>
              </a:rPr>
              <a:t>With the help of these three layers, the CNN recognizes that the image contains a horse. Now we will explore each of these layers in detail.</a:t>
            </a:r>
          </a:p>
        </p:txBody>
      </p:sp>
      <p:sp>
        <p:nvSpPr>
          <p:cNvPr id="7" name="CuadroTexto 6">
            <a:extLst>
              <a:ext uri="{FF2B5EF4-FFF2-40B4-BE49-F238E27FC236}">
                <a16:creationId xmlns:a16="http://schemas.microsoft.com/office/drawing/2014/main" id="{6454F9F4-6954-FAE1-4D78-51B53348BCA1}"/>
              </a:ext>
            </a:extLst>
          </p:cNvPr>
          <p:cNvSpPr txBox="1"/>
          <p:nvPr/>
        </p:nvSpPr>
        <p:spPr>
          <a:xfrm>
            <a:off x="515810" y="3047758"/>
            <a:ext cx="8004464" cy="1938992"/>
          </a:xfrm>
          <a:prstGeom prst="rect">
            <a:avLst/>
          </a:prstGeom>
          <a:noFill/>
        </p:spPr>
        <p:txBody>
          <a:bodyPr wrap="square">
            <a:spAutoFit/>
          </a:bodyPr>
          <a:lstStyle/>
          <a:p>
            <a:pPr algn="just"/>
            <a:r>
              <a:rPr lang="en-US" sz="2000" dirty="0">
                <a:latin typeface="+mj-lt"/>
              </a:rPr>
              <a:t>Okay, now we have an input matrix of pixel values. What happens next? How does the CNN come to understand that the image contains a horse? CNNs consists of the following three important layers: </a:t>
            </a:r>
          </a:p>
          <a:p>
            <a:pPr marL="285750" indent="-285750" algn="just">
              <a:buFontTx/>
              <a:buChar char="-"/>
            </a:pPr>
            <a:r>
              <a:rPr lang="en-US" sz="2000" dirty="0">
                <a:latin typeface="+mj-lt"/>
              </a:rPr>
              <a:t>The convolutional layer </a:t>
            </a:r>
          </a:p>
          <a:p>
            <a:pPr marL="285750" indent="-285750" algn="just">
              <a:buFontTx/>
              <a:buChar char="-"/>
            </a:pPr>
            <a:r>
              <a:rPr lang="en-US" sz="2000" dirty="0">
                <a:latin typeface="+mj-lt"/>
              </a:rPr>
              <a:t>The pooling layer </a:t>
            </a:r>
          </a:p>
          <a:p>
            <a:pPr marL="285750" indent="-285750" algn="just">
              <a:buFontTx/>
              <a:buChar char="-"/>
            </a:pPr>
            <a:r>
              <a:rPr lang="en-US" sz="2000" dirty="0">
                <a:latin typeface="+mj-lt"/>
              </a:rPr>
              <a:t>The fully connected layer</a:t>
            </a:r>
            <a:endParaRPr lang="es-MX" sz="2000" dirty="0">
              <a:latin typeface="+mj-lt"/>
            </a:endParaRPr>
          </a:p>
        </p:txBody>
      </p:sp>
    </p:spTree>
    <p:extLst>
      <p:ext uri="{BB962C8B-B14F-4D97-AF65-F5344CB8AC3E}">
        <p14:creationId xmlns:p14="http://schemas.microsoft.com/office/powerpoint/2010/main" val="382995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74F-603B-7C72-A93A-A575ED6C5DC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0CE8C96-94DE-1A33-C234-4E0E0A40769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69B26056-9C40-7FE9-B62E-A003212BBD8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E272A37-B510-8D4E-4533-45C34137CCEB}"/>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2ED0DFC-D06A-825A-05B9-0CA7DCC079C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D7250F70-2349-63E8-4992-38FB0EBCD24B}"/>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3A5A828D-D7DC-A2B3-100B-2AE747E6FA06}"/>
              </a:ext>
            </a:extLst>
          </p:cNvPr>
          <p:cNvSpPr txBox="1"/>
          <p:nvPr/>
        </p:nvSpPr>
        <p:spPr>
          <a:xfrm>
            <a:off x="4147939" y="740614"/>
            <a:ext cx="4890965" cy="3416320"/>
          </a:xfrm>
          <a:prstGeom prst="rect">
            <a:avLst/>
          </a:prstGeom>
          <a:noFill/>
        </p:spPr>
        <p:txBody>
          <a:bodyPr wrap="square">
            <a:spAutoFit/>
          </a:bodyPr>
          <a:lstStyle/>
          <a:p>
            <a:pPr algn="just"/>
            <a:r>
              <a:rPr lang="en-US" sz="2400" dirty="0">
                <a:latin typeface="+mj-lt"/>
              </a:rPr>
              <a:t>The convolutional layer is the first and core layer of the CNN. It is one of the building blocks of a CNN and is used for extracting important features from the image. We have an image of a horse. What do you think are the features that will help us to understand that this is an image of a horse?</a:t>
            </a:r>
            <a:endParaRPr lang="es-MX" sz="2400" dirty="0">
              <a:latin typeface="+mj-lt"/>
            </a:endParaRPr>
          </a:p>
        </p:txBody>
      </p:sp>
      <p:graphicFrame>
        <p:nvGraphicFramePr>
          <p:cNvPr id="8" name="Objeto 7">
            <a:extLst>
              <a:ext uri="{FF2B5EF4-FFF2-40B4-BE49-F238E27FC236}">
                <a16:creationId xmlns:a16="http://schemas.microsoft.com/office/drawing/2014/main" id="{76F570A6-A2F9-29E2-D54C-A9821CB5F0F6}"/>
              </a:ext>
            </a:extLst>
          </p:cNvPr>
          <p:cNvGraphicFramePr>
            <a:graphicFrameLocks noChangeAspect="1"/>
          </p:cNvGraphicFramePr>
          <p:nvPr>
            <p:extLst>
              <p:ext uri="{D42A27DB-BD31-4B8C-83A1-F6EECF244321}">
                <p14:modId xmlns:p14="http://schemas.microsoft.com/office/powerpoint/2010/main" val="3417530420"/>
              </p:ext>
            </p:extLst>
          </p:nvPr>
        </p:nvGraphicFramePr>
        <p:xfrm>
          <a:off x="738170" y="994172"/>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8" name="Objeto 7">
                        <a:extLst>
                          <a:ext uri="{FF2B5EF4-FFF2-40B4-BE49-F238E27FC236}">
                            <a16:creationId xmlns:a16="http://schemas.microsoft.com/office/drawing/2014/main" id="{76F570A6-A2F9-29E2-D54C-A9821CB5F0F6}"/>
                          </a:ext>
                        </a:extLst>
                      </p:cNvPr>
                      <p:cNvPicPr/>
                      <p:nvPr/>
                    </p:nvPicPr>
                    <p:blipFill>
                      <a:blip r:embed="rId3"/>
                      <a:stretch>
                        <a:fillRect/>
                      </a:stretch>
                    </p:blipFill>
                    <p:spPr>
                      <a:xfrm>
                        <a:off x="738170" y="994172"/>
                        <a:ext cx="2951018" cy="3020618"/>
                      </a:xfrm>
                      <a:prstGeom prst="rect">
                        <a:avLst/>
                      </a:prstGeom>
                    </p:spPr>
                  </p:pic>
                </p:oleObj>
              </mc:Fallback>
            </mc:AlternateContent>
          </a:graphicData>
        </a:graphic>
      </p:graphicFrame>
    </p:spTree>
    <p:extLst>
      <p:ext uri="{BB962C8B-B14F-4D97-AF65-F5344CB8AC3E}">
        <p14:creationId xmlns:p14="http://schemas.microsoft.com/office/powerpoint/2010/main" val="132180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D7567-8CF3-9025-4B2A-3B8C0E589C8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D1DFF4A-177D-39CB-B4CB-34770D7A4554}"/>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4BE6226-DC6D-97BA-026F-ACF79978D29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290DB775-636D-EC4C-FD91-91E274472B9B}"/>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7A99F9C6-956B-DB59-FA65-421852777CC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87F0FCD6-4428-FA0E-E2B1-97CE569B10C4}"/>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55D644BB-F4F6-9027-144E-6E08689AA567}"/>
              </a:ext>
            </a:extLst>
          </p:cNvPr>
          <p:cNvSpPr txBox="1"/>
          <p:nvPr/>
        </p:nvSpPr>
        <p:spPr>
          <a:xfrm>
            <a:off x="4174602" y="863590"/>
            <a:ext cx="4710684" cy="3416320"/>
          </a:xfrm>
          <a:prstGeom prst="rect">
            <a:avLst/>
          </a:prstGeom>
          <a:noFill/>
        </p:spPr>
        <p:txBody>
          <a:bodyPr wrap="square">
            <a:spAutoFit/>
          </a:bodyPr>
          <a:lstStyle/>
          <a:p>
            <a:pPr algn="just"/>
            <a:r>
              <a:rPr lang="en-US" sz="2400" dirty="0">
                <a:latin typeface="+mj-lt"/>
              </a:rPr>
              <a:t>We can say body structure, face, legs, tail, and so on. But how does the CNN understand these features? This is where we apply a convolution operation to extract the key features from the image that characterize the horse. So, the convolution operation helps us to understand what the image is all about.</a:t>
            </a:r>
            <a:endParaRPr lang="es-MX" sz="2400" dirty="0">
              <a:latin typeface="+mj-lt"/>
            </a:endParaRPr>
          </a:p>
        </p:txBody>
      </p:sp>
      <p:graphicFrame>
        <p:nvGraphicFramePr>
          <p:cNvPr id="4" name="Objeto 3">
            <a:extLst>
              <a:ext uri="{FF2B5EF4-FFF2-40B4-BE49-F238E27FC236}">
                <a16:creationId xmlns:a16="http://schemas.microsoft.com/office/drawing/2014/main" id="{E6936DEB-735A-FE06-AC05-EFF5252BF56B}"/>
              </a:ext>
            </a:extLst>
          </p:cNvPr>
          <p:cNvGraphicFramePr>
            <a:graphicFrameLocks noChangeAspect="1"/>
          </p:cNvGraphicFramePr>
          <p:nvPr>
            <p:extLst>
              <p:ext uri="{D42A27DB-BD31-4B8C-83A1-F6EECF244321}">
                <p14:modId xmlns:p14="http://schemas.microsoft.com/office/powerpoint/2010/main" val="2503044902"/>
              </p:ext>
            </p:extLst>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E6936DEB-735A-FE06-AC05-EFF5252BF56B}"/>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spTree>
    <p:extLst>
      <p:ext uri="{BB962C8B-B14F-4D97-AF65-F5344CB8AC3E}">
        <p14:creationId xmlns:p14="http://schemas.microsoft.com/office/powerpoint/2010/main" val="248202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E4A6-FF2F-4589-DBE1-756039B8526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FEF9E692-8C5A-9A47-1977-2CC57A1BCF5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82D10527-8EF0-6167-9BEC-060DD4737E21}"/>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CE0348B-095B-F405-B6A5-4867404ACD2A}"/>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6E428432-A58D-88E4-062D-DFEFCDC9B69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34D9098C-FED8-C1B3-377A-9A975A1CBB21}"/>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D7183DD9-8710-A94B-97DC-A764B456D6F6}"/>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D7183DD9-8710-A94B-97DC-A764B456D6F6}"/>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412F906B-99F8-B34E-5870-1A07E3321CDF}"/>
              </a:ext>
            </a:extLst>
          </p:cNvPr>
          <p:cNvSpPr txBox="1"/>
          <p:nvPr/>
        </p:nvSpPr>
        <p:spPr>
          <a:xfrm>
            <a:off x="4114067" y="341312"/>
            <a:ext cx="4774277" cy="2246769"/>
          </a:xfrm>
          <a:prstGeom prst="rect">
            <a:avLst/>
          </a:prstGeom>
          <a:noFill/>
        </p:spPr>
        <p:txBody>
          <a:bodyPr wrap="square">
            <a:spAutoFit/>
          </a:bodyPr>
          <a:lstStyle/>
          <a:p>
            <a:pPr algn="just"/>
            <a:r>
              <a:rPr lang="en-US" sz="2000" dirty="0">
                <a:latin typeface="+mj-lt"/>
              </a:rPr>
              <a:t>As we know, every input image is represented by a matrix of pixel values. Apart from the input matrix, we also have another matrix called the filter matrix. The filter matrix is also known as a kernel, or simply a filter, as shown in the following diagram: </a:t>
            </a:r>
            <a:endParaRPr lang="es-MX" sz="2000" dirty="0">
              <a:latin typeface="+mj-lt"/>
            </a:endParaRPr>
          </a:p>
        </p:txBody>
      </p:sp>
      <p:graphicFrame>
        <p:nvGraphicFramePr>
          <p:cNvPr id="7" name="Objeto 6">
            <a:extLst>
              <a:ext uri="{FF2B5EF4-FFF2-40B4-BE49-F238E27FC236}">
                <a16:creationId xmlns:a16="http://schemas.microsoft.com/office/drawing/2014/main" id="{C803A84A-960C-0410-A4D9-C672A2A559BD}"/>
              </a:ext>
            </a:extLst>
          </p:cNvPr>
          <p:cNvGraphicFramePr>
            <a:graphicFrameLocks noChangeAspect="1"/>
          </p:cNvGraphicFramePr>
          <p:nvPr>
            <p:extLst>
              <p:ext uri="{D42A27DB-BD31-4B8C-83A1-F6EECF244321}">
                <p14:modId xmlns:p14="http://schemas.microsoft.com/office/powerpoint/2010/main" val="1486428592"/>
              </p:ext>
            </p:extLst>
          </p:nvPr>
        </p:nvGraphicFramePr>
        <p:xfrm>
          <a:off x="4335406" y="2571750"/>
          <a:ext cx="4448175" cy="2381250"/>
        </p:xfrm>
        <a:graphic>
          <a:graphicData uri="http://schemas.openxmlformats.org/presentationml/2006/ole">
            <mc:AlternateContent xmlns:mc="http://schemas.openxmlformats.org/markup-compatibility/2006">
              <mc:Choice xmlns:v="urn:schemas-microsoft-com:vml" Requires="v">
                <p:oleObj name="Imagen de mapa de bits" r:id="rId4" imgW="4448160" imgH="2381400" progId="Paint.Picture">
                  <p:embed/>
                </p:oleObj>
              </mc:Choice>
              <mc:Fallback>
                <p:oleObj name="Imagen de mapa de bits" r:id="rId4" imgW="4448160" imgH="2381400" progId="Paint.Picture">
                  <p:embed/>
                  <p:pic>
                    <p:nvPicPr>
                      <p:cNvPr id="7" name="Objeto 6">
                        <a:extLst>
                          <a:ext uri="{FF2B5EF4-FFF2-40B4-BE49-F238E27FC236}">
                            <a16:creationId xmlns:a16="http://schemas.microsoft.com/office/drawing/2014/main" id="{C803A84A-960C-0410-A4D9-C672A2A559BD}"/>
                          </a:ext>
                        </a:extLst>
                      </p:cNvPr>
                      <p:cNvPicPr/>
                      <p:nvPr/>
                    </p:nvPicPr>
                    <p:blipFill>
                      <a:blip r:embed="rId5"/>
                      <a:stretch>
                        <a:fillRect/>
                      </a:stretch>
                    </p:blipFill>
                    <p:spPr>
                      <a:xfrm>
                        <a:off x="4335406" y="2571750"/>
                        <a:ext cx="4448175" cy="2381250"/>
                      </a:xfrm>
                      <a:prstGeom prst="rect">
                        <a:avLst/>
                      </a:prstGeom>
                    </p:spPr>
                  </p:pic>
                </p:oleObj>
              </mc:Fallback>
            </mc:AlternateContent>
          </a:graphicData>
        </a:graphic>
      </p:graphicFrame>
    </p:spTree>
    <p:extLst>
      <p:ext uri="{BB962C8B-B14F-4D97-AF65-F5344CB8AC3E}">
        <p14:creationId xmlns:p14="http://schemas.microsoft.com/office/powerpoint/2010/main" val="116220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0B46-E09E-A940-1C1F-913B214F69A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5E0EC93-914A-CE22-E68D-CB396D3F3F2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E25196A-0D7D-7555-16DB-F500C2404EE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8F9C235-FB9D-69AB-110B-4A291279AAB0}"/>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3AACAD5-69E8-9E5E-F68B-87DE361DA38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1E0A52-D6CE-29CF-8B69-CA11C67873FD}"/>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3052D7AA-179A-F719-D6A8-B92DB6422B22}"/>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3052D7AA-179A-F719-D6A8-B92DB6422B22}"/>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sp>
        <p:nvSpPr>
          <p:cNvPr id="2" name="CuadroTexto 1">
            <a:extLst>
              <a:ext uri="{FF2B5EF4-FFF2-40B4-BE49-F238E27FC236}">
                <a16:creationId xmlns:a16="http://schemas.microsoft.com/office/drawing/2014/main" id="{6B84754E-C128-5546-03F0-E0C00C4E5A57}"/>
              </a:ext>
            </a:extLst>
          </p:cNvPr>
          <p:cNvSpPr txBox="1"/>
          <p:nvPr/>
        </p:nvSpPr>
        <p:spPr>
          <a:xfrm>
            <a:off x="3862427" y="677621"/>
            <a:ext cx="5074066" cy="1938992"/>
          </a:xfrm>
          <a:prstGeom prst="rect">
            <a:avLst/>
          </a:prstGeom>
          <a:noFill/>
        </p:spPr>
        <p:txBody>
          <a:bodyPr wrap="square">
            <a:spAutoFit/>
          </a:bodyPr>
          <a:lstStyle/>
          <a:p>
            <a:pPr algn="just"/>
            <a:r>
              <a:rPr lang="en-US" sz="2000" dirty="0">
                <a:latin typeface="+mj-lt"/>
              </a:rPr>
              <a:t>We take the filter matrix, slide it over the input matrix by one pixel, perform element-wise multiplication, sum up the results, and produce a single number. That's pretty confusing, isn't it? Let's understand this better with the aid of the following diagram: </a:t>
            </a:r>
            <a:endParaRPr lang="es-MX" sz="2000" dirty="0">
              <a:latin typeface="+mj-lt"/>
            </a:endParaRPr>
          </a:p>
        </p:txBody>
      </p:sp>
      <p:graphicFrame>
        <p:nvGraphicFramePr>
          <p:cNvPr id="8" name="Objeto 7">
            <a:extLst>
              <a:ext uri="{FF2B5EF4-FFF2-40B4-BE49-F238E27FC236}">
                <a16:creationId xmlns:a16="http://schemas.microsoft.com/office/drawing/2014/main" id="{26B6A67E-0C0C-07B1-6274-50E7E0D5F4C2}"/>
              </a:ext>
            </a:extLst>
          </p:cNvPr>
          <p:cNvGraphicFramePr>
            <a:graphicFrameLocks noChangeAspect="1"/>
          </p:cNvGraphicFramePr>
          <p:nvPr>
            <p:extLst>
              <p:ext uri="{D42A27DB-BD31-4B8C-83A1-F6EECF244321}">
                <p14:modId xmlns:p14="http://schemas.microsoft.com/office/powerpoint/2010/main" val="3264419505"/>
              </p:ext>
            </p:extLst>
          </p:nvPr>
        </p:nvGraphicFramePr>
        <p:xfrm>
          <a:off x="3970592" y="2802698"/>
          <a:ext cx="4666885" cy="1829543"/>
        </p:xfrm>
        <a:graphic>
          <a:graphicData uri="http://schemas.openxmlformats.org/presentationml/2006/ole">
            <mc:AlternateContent xmlns:mc="http://schemas.openxmlformats.org/markup-compatibility/2006">
              <mc:Choice xmlns:v="urn:schemas-microsoft-com:vml" Requires="v">
                <p:oleObj name="Imagen de mapa de bits" r:id="rId4" imgW="5734080" imgH="2247840" progId="Paint.Picture">
                  <p:embed/>
                </p:oleObj>
              </mc:Choice>
              <mc:Fallback>
                <p:oleObj name="Imagen de mapa de bits" r:id="rId4" imgW="5734080" imgH="2247840" progId="Paint.Picture">
                  <p:embed/>
                  <p:pic>
                    <p:nvPicPr>
                      <p:cNvPr id="8" name="Objeto 7">
                        <a:extLst>
                          <a:ext uri="{FF2B5EF4-FFF2-40B4-BE49-F238E27FC236}">
                            <a16:creationId xmlns:a16="http://schemas.microsoft.com/office/drawing/2014/main" id="{26B6A67E-0C0C-07B1-6274-50E7E0D5F4C2}"/>
                          </a:ext>
                        </a:extLst>
                      </p:cNvPr>
                      <p:cNvPicPr/>
                      <p:nvPr/>
                    </p:nvPicPr>
                    <p:blipFill>
                      <a:blip r:embed="rId5"/>
                      <a:stretch>
                        <a:fillRect/>
                      </a:stretch>
                    </p:blipFill>
                    <p:spPr>
                      <a:xfrm>
                        <a:off x="3970592" y="2802698"/>
                        <a:ext cx="4666885" cy="1829543"/>
                      </a:xfrm>
                      <a:prstGeom prst="rect">
                        <a:avLst/>
                      </a:prstGeom>
                    </p:spPr>
                  </p:pic>
                </p:oleObj>
              </mc:Fallback>
            </mc:AlternateContent>
          </a:graphicData>
        </a:graphic>
      </p:graphicFrame>
    </p:spTree>
    <p:extLst>
      <p:ext uri="{BB962C8B-B14F-4D97-AF65-F5344CB8AC3E}">
        <p14:creationId xmlns:p14="http://schemas.microsoft.com/office/powerpoint/2010/main" val="127121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7124D-F37E-B622-2DE1-1448C093CA9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99904E7-574F-7AA2-0453-974481566D3A}"/>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5E7F5FE7-89AB-31B5-5BE2-74A5654290F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091C1E3D-FF1A-A6EB-07EC-46CAEA398F63}"/>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6AF2502-5599-8853-A8CB-39692FAA929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F1E1E824-48BC-4205-C873-F1520908CD4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7B39D88C-CA56-7748-ADAD-A4B185E5BFE1}"/>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7B39D88C-CA56-7748-ADAD-A4B185E5BFE1}"/>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25FB8A88-0E5B-AC2B-5FA5-821E991A038A}"/>
              </a:ext>
            </a:extLst>
          </p:cNvPr>
          <p:cNvSpPr txBox="1"/>
          <p:nvPr/>
        </p:nvSpPr>
        <p:spPr>
          <a:xfrm>
            <a:off x="3966612" y="503238"/>
            <a:ext cx="4918673" cy="1938992"/>
          </a:xfrm>
          <a:prstGeom prst="rect">
            <a:avLst/>
          </a:prstGeom>
          <a:noFill/>
        </p:spPr>
        <p:txBody>
          <a:bodyPr wrap="square">
            <a:spAutoFit/>
          </a:bodyPr>
          <a:lstStyle/>
          <a:p>
            <a:pPr algn="just"/>
            <a:r>
              <a:rPr lang="en-US" sz="2000" dirty="0">
                <a:latin typeface="+mj-lt"/>
              </a:rPr>
              <a:t>We take the filter matrix, slide it over the input matrix by one pixel, perform element-wise multiplication, sum up the results, and produce a single number. That's pretty confusing, isn't it? Let's understand this better with the aid of the following diagram: </a:t>
            </a:r>
            <a:endParaRPr lang="es-MX" sz="2000" dirty="0">
              <a:latin typeface="+mj-lt"/>
            </a:endParaRPr>
          </a:p>
        </p:txBody>
      </p:sp>
      <p:graphicFrame>
        <p:nvGraphicFramePr>
          <p:cNvPr id="7" name="Objeto 6">
            <a:extLst>
              <a:ext uri="{FF2B5EF4-FFF2-40B4-BE49-F238E27FC236}">
                <a16:creationId xmlns:a16="http://schemas.microsoft.com/office/drawing/2014/main" id="{484D4A01-329D-0874-1559-4ACB6A79F9F2}"/>
              </a:ext>
            </a:extLst>
          </p:cNvPr>
          <p:cNvGraphicFramePr>
            <a:graphicFrameLocks noChangeAspect="1"/>
          </p:cNvGraphicFramePr>
          <p:nvPr>
            <p:extLst>
              <p:ext uri="{D42A27DB-BD31-4B8C-83A1-F6EECF244321}">
                <p14:modId xmlns:p14="http://schemas.microsoft.com/office/powerpoint/2010/main" val="231020890"/>
              </p:ext>
            </p:extLst>
          </p:nvPr>
        </p:nvGraphicFramePr>
        <p:xfrm>
          <a:off x="4225441" y="2497622"/>
          <a:ext cx="3894431" cy="1526721"/>
        </p:xfrm>
        <a:graphic>
          <a:graphicData uri="http://schemas.openxmlformats.org/presentationml/2006/ole">
            <mc:AlternateContent xmlns:mc="http://schemas.openxmlformats.org/markup-compatibility/2006">
              <mc:Choice xmlns:v="urn:schemas-microsoft-com:vml" Requires="v">
                <p:oleObj name="Imagen de mapa de bits" r:id="rId4" imgW="5734080" imgH="2247840" progId="Paint.Picture">
                  <p:embed/>
                </p:oleObj>
              </mc:Choice>
              <mc:Fallback>
                <p:oleObj name="Imagen de mapa de bits" r:id="rId4" imgW="5734080" imgH="2247840" progId="Paint.Picture">
                  <p:embed/>
                  <p:pic>
                    <p:nvPicPr>
                      <p:cNvPr id="7" name="Objeto 6">
                        <a:extLst>
                          <a:ext uri="{FF2B5EF4-FFF2-40B4-BE49-F238E27FC236}">
                            <a16:creationId xmlns:a16="http://schemas.microsoft.com/office/drawing/2014/main" id="{484D4A01-329D-0874-1559-4ACB6A79F9F2}"/>
                          </a:ext>
                        </a:extLst>
                      </p:cNvPr>
                      <p:cNvPicPr/>
                      <p:nvPr/>
                    </p:nvPicPr>
                    <p:blipFill>
                      <a:blip r:embed="rId5"/>
                      <a:stretch>
                        <a:fillRect/>
                      </a:stretch>
                    </p:blipFill>
                    <p:spPr>
                      <a:xfrm>
                        <a:off x="4225441" y="2497622"/>
                        <a:ext cx="3894431" cy="1526721"/>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7A24A1FE-1427-4449-993F-B30D3717E79A}"/>
              </a:ext>
            </a:extLst>
          </p:cNvPr>
          <p:cNvGraphicFramePr>
            <a:graphicFrameLocks noChangeAspect="1"/>
          </p:cNvGraphicFramePr>
          <p:nvPr>
            <p:extLst>
              <p:ext uri="{D42A27DB-BD31-4B8C-83A1-F6EECF244321}">
                <p14:modId xmlns:p14="http://schemas.microsoft.com/office/powerpoint/2010/main" val="1193362686"/>
              </p:ext>
            </p:extLst>
          </p:nvPr>
        </p:nvGraphicFramePr>
        <p:xfrm>
          <a:off x="476250" y="4251325"/>
          <a:ext cx="4248150" cy="419100"/>
        </p:xfrm>
        <a:graphic>
          <a:graphicData uri="http://schemas.openxmlformats.org/presentationml/2006/ole">
            <mc:AlternateContent xmlns:mc="http://schemas.openxmlformats.org/markup-compatibility/2006">
              <mc:Choice xmlns:v="urn:schemas-microsoft-com:vml" Requires="v">
                <p:oleObj name="Imagen de mapa de bits" r:id="rId6" imgW="4248000" imgH="419040" progId="Paint.Picture">
                  <p:embed/>
                </p:oleObj>
              </mc:Choice>
              <mc:Fallback>
                <p:oleObj name="Imagen de mapa de bits" r:id="rId6" imgW="4248000" imgH="419040" progId="Paint.Picture">
                  <p:embed/>
                  <p:pic>
                    <p:nvPicPr>
                      <p:cNvPr id="9" name="Objeto 8">
                        <a:extLst>
                          <a:ext uri="{FF2B5EF4-FFF2-40B4-BE49-F238E27FC236}">
                            <a16:creationId xmlns:a16="http://schemas.microsoft.com/office/drawing/2014/main" id="{7A24A1FE-1427-4449-993F-B30D3717E79A}"/>
                          </a:ext>
                        </a:extLst>
                      </p:cNvPr>
                      <p:cNvPicPr/>
                      <p:nvPr/>
                    </p:nvPicPr>
                    <p:blipFill>
                      <a:blip r:embed="rId7"/>
                      <a:stretch>
                        <a:fillRect/>
                      </a:stretch>
                    </p:blipFill>
                    <p:spPr>
                      <a:xfrm>
                        <a:off x="476250" y="4251325"/>
                        <a:ext cx="4248150" cy="419100"/>
                      </a:xfrm>
                      <a:prstGeom prst="rect">
                        <a:avLst/>
                      </a:prstGeom>
                    </p:spPr>
                  </p:pic>
                </p:oleObj>
              </mc:Fallback>
            </mc:AlternateContent>
          </a:graphicData>
        </a:graphic>
      </p:graphicFrame>
      <p:sp>
        <p:nvSpPr>
          <p:cNvPr id="10" name="Arrow: Right 3">
            <a:extLst>
              <a:ext uri="{FF2B5EF4-FFF2-40B4-BE49-F238E27FC236}">
                <a16:creationId xmlns:a16="http://schemas.microsoft.com/office/drawing/2014/main" id="{1A5600B9-89EA-5DBE-E3E0-8B3DF8D516B6}"/>
              </a:ext>
            </a:extLst>
          </p:cNvPr>
          <p:cNvSpPr/>
          <p:nvPr/>
        </p:nvSpPr>
        <p:spPr>
          <a:xfrm>
            <a:off x="4932236" y="4428976"/>
            <a:ext cx="100965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5">
            <a:extLst>
              <a:ext uri="{FF2B5EF4-FFF2-40B4-BE49-F238E27FC236}">
                <a16:creationId xmlns:a16="http://schemas.microsoft.com/office/drawing/2014/main" id="{D87F3BCB-FAB2-B974-F338-5E3BE65D0EF1}"/>
              </a:ext>
            </a:extLst>
          </p:cNvPr>
          <p:cNvSpPr txBox="1"/>
          <p:nvPr/>
        </p:nvSpPr>
        <p:spPr>
          <a:xfrm>
            <a:off x="6149722" y="4251325"/>
            <a:ext cx="4042028" cy="461665"/>
          </a:xfrm>
          <a:prstGeom prst="rect">
            <a:avLst/>
          </a:prstGeom>
          <a:noFill/>
        </p:spPr>
        <p:txBody>
          <a:bodyPr wrap="square" rtlCol="0">
            <a:spAutoFit/>
          </a:bodyPr>
          <a:lstStyle/>
          <a:p>
            <a:r>
              <a:rPr lang="es-MX" sz="2400" dirty="0">
                <a:latin typeface="Cambria Math" panose="02040503050406030204" pitchFamily="18" charset="0"/>
                <a:ea typeface="Cambria Math" panose="02040503050406030204" pitchFamily="18" charset="0"/>
              </a:rPr>
              <a:t>F(20+bias)= C</a:t>
            </a: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9561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D00CD-CD48-93E2-EEA8-91D30B2A383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52965A3-EEF5-80E8-20BA-5E51D72B198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3BC82EBC-2D51-A2B2-149D-A8D021A4628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096312B-5073-4562-C9FF-CD338920BBF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F7BDB84E-965C-6DE0-68E8-13857ECCEB8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00D8832D-E9A6-B3ED-2F67-62800F648A9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978E4BE3-2ECE-A414-374C-ED4796219D4A}"/>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978E4BE3-2ECE-A414-374C-ED4796219D4A}"/>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graphicFrame>
        <p:nvGraphicFramePr>
          <p:cNvPr id="2" name="Objeto 1">
            <a:extLst>
              <a:ext uri="{FF2B5EF4-FFF2-40B4-BE49-F238E27FC236}">
                <a16:creationId xmlns:a16="http://schemas.microsoft.com/office/drawing/2014/main" id="{D0B469B2-EAD9-DB05-03BF-8E08DDF7A41D}"/>
              </a:ext>
            </a:extLst>
          </p:cNvPr>
          <p:cNvGraphicFramePr>
            <a:graphicFrameLocks noChangeAspect="1"/>
          </p:cNvGraphicFramePr>
          <p:nvPr>
            <p:extLst>
              <p:ext uri="{D42A27DB-BD31-4B8C-83A1-F6EECF244321}">
                <p14:modId xmlns:p14="http://schemas.microsoft.com/office/powerpoint/2010/main" val="1502116219"/>
              </p:ext>
            </p:extLst>
          </p:nvPr>
        </p:nvGraphicFramePr>
        <p:xfrm>
          <a:off x="3623352" y="793344"/>
          <a:ext cx="5381625" cy="2266950"/>
        </p:xfrm>
        <a:graphic>
          <a:graphicData uri="http://schemas.openxmlformats.org/presentationml/2006/ole">
            <mc:AlternateContent xmlns:mc="http://schemas.openxmlformats.org/markup-compatibility/2006">
              <mc:Choice xmlns:v="urn:schemas-microsoft-com:vml" Requires="v">
                <p:oleObj name="Imagen de mapa de bits" r:id="rId4" imgW="5381640" imgH="2266920" progId="Paint.Picture">
                  <p:embed/>
                </p:oleObj>
              </mc:Choice>
              <mc:Fallback>
                <p:oleObj name="Imagen de mapa de bits" r:id="rId4" imgW="5381640" imgH="2266920" progId="Paint.Picture">
                  <p:embed/>
                  <p:pic>
                    <p:nvPicPr>
                      <p:cNvPr id="2" name="Objeto 1">
                        <a:extLst>
                          <a:ext uri="{FF2B5EF4-FFF2-40B4-BE49-F238E27FC236}">
                            <a16:creationId xmlns:a16="http://schemas.microsoft.com/office/drawing/2014/main" id="{D0B469B2-EAD9-DB05-03BF-8E08DDF7A41D}"/>
                          </a:ext>
                        </a:extLst>
                      </p:cNvPr>
                      <p:cNvPicPr/>
                      <p:nvPr/>
                    </p:nvPicPr>
                    <p:blipFill>
                      <a:blip r:embed="rId5"/>
                      <a:stretch>
                        <a:fillRect/>
                      </a:stretch>
                    </p:blipFill>
                    <p:spPr>
                      <a:xfrm>
                        <a:off x="3623352" y="793344"/>
                        <a:ext cx="5381625" cy="2266950"/>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3A8FD19B-1938-C163-5638-D2750D249B21}"/>
              </a:ext>
            </a:extLst>
          </p:cNvPr>
          <p:cNvGraphicFramePr>
            <a:graphicFrameLocks noChangeAspect="1"/>
          </p:cNvGraphicFramePr>
          <p:nvPr>
            <p:extLst>
              <p:ext uri="{D42A27DB-BD31-4B8C-83A1-F6EECF244321}">
                <p14:modId xmlns:p14="http://schemas.microsoft.com/office/powerpoint/2010/main" val="3593731803"/>
              </p:ext>
            </p:extLst>
          </p:nvPr>
        </p:nvGraphicFramePr>
        <p:xfrm>
          <a:off x="4310884" y="3848354"/>
          <a:ext cx="4324350" cy="371475"/>
        </p:xfrm>
        <a:graphic>
          <a:graphicData uri="http://schemas.openxmlformats.org/presentationml/2006/ole">
            <mc:AlternateContent xmlns:mc="http://schemas.openxmlformats.org/markup-compatibility/2006">
              <mc:Choice xmlns:v="urn:schemas-microsoft-com:vml" Requires="v">
                <p:oleObj name="Imagen de mapa de bits" r:id="rId6" imgW="4324320" imgH="371520" progId="Paint.Picture">
                  <p:embed/>
                </p:oleObj>
              </mc:Choice>
              <mc:Fallback>
                <p:oleObj name="Imagen de mapa de bits" r:id="rId6" imgW="4324320" imgH="371520" progId="Paint.Picture">
                  <p:embed/>
                  <p:pic>
                    <p:nvPicPr>
                      <p:cNvPr id="8" name="Objeto 7">
                        <a:extLst>
                          <a:ext uri="{FF2B5EF4-FFF2-40B4-BE49-F238E27FC236}">
                            <a16:creationId xmlns:a16="http://schemas.microsoft.com/office/drawing/2014/main" id="{3A8FD19B-1938-C163-5638-D2750D249B21}"/>
                          </a:ext>
                        </a:extLst>
                      </p:cNvPr>
                      <p:cNvPicPr/>
                      <p:nvPr/>
                    </p:nvPicPr>
                    <p:blipFill>
                      <a:blip r:embed="rId7"/>
                      <a:stretch>
                        <a:fillRect/>
                      </a:stretch>
                    </p:blipFill>
                    <p:spPr>
                      <a:xfrm>
                        <a:off x="4310884" y="3848354"/>
                        <a:ext cx="4324350" cy="371475"/>
                      </a:xfrm>
                      <a:prstGeom prst="rect">
                        <a:avLst/>
                      </a:prstGeom>
                    </p:spPr>
                  </p:pic>
                </p:oleObj>
              </mc:Fallback>
            </mc:AlternateContent>
          </a:graphicData>
        </a:graphic>
      </p:graphicFrame>
    </p:spTree>
    <p:extLst>
      <p:ext uri="{BB962C8B-B14F-4D97-AF65-F5344CB8AC3E}">
        <p14:creationId xmlns:p14="http://schemas.microsoft.com/office/powerpoint/2010/main" val="47493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AADAA-BF3D-2929-8FA2-A619CC423A1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0EFABA9-2862-FD8D-C1F1-95037A78367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B20651F-6BFC-3844-4BBA-A6E06A89A93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AFCCB60-FF1F-F2AC-9896-893255B0B19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18CC1DB-C13A-D648-B712-1D9286C3041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3018B9C0-D95B-7F53-E46B-190430EA7EF1}"/>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B40D11BB-F460-F9F4-8179-117932CBF8BD}"/>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B40D11BB-F460-F9F4-8179-117932CBF8BD}"/>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graphicFrame>
        <p:nvGraphicFramePr>
          <p:cNvPr id="3" name="Objeto 2">
            <a:extLst>
              <a:ext uri="{FF2B5EF4-FFF2-40B4-BE49-F238E27FC236}">
                <a16:creationId xmlns:a16="http://schemas.microsoft.com/office/drawing/2014/main" id="{4669DB3E-0F63-EFED-C019-E39D30BF37E3}"/>
              </a:ext>
            </a:extLst>
          </p:cNvPr>
          <p:cNvGraphicFramePr>
            <a:graphicFrameLocks noChangeAspect="1"/>
          </p:cNvGraphicFramePr>
          <p:nvPr>
            <p:extLst>
              <p:ext uri="{D42A27DB-BD31-4B8C-83A1-F6EECF244321}">
                <p14:modId xmlns:p14="http://schemas.microsoft.com/office/powerpoint/2010/main" val="1227781069"/>
              </p:ext>
            </p:extLst>
          </p:nvPr>
        </p:nvGraphicFramePr>
        <p:xfrm>
          <a:off x="3737240" y="853933"/>
          <a:ext cx="5343525" cy="2057400"/>
        </p:xfrm>
        <a:graphic>
          <a:graphicData uri="http://schemas.openxmlformats.org/presentationml/2006/ole">
            <mc:AlternateContent xmlns:mc="http://schemas.openxmlformats.org/markup-compatibility/2006">
              <mc:Choice xmlns:v="urn:schemas-microsoft-com:vml" Requires="v">
                <p:oleObj name="Imagen de mapa de bits" r:id="rId4" imgW="5343480" imgH="2057400" progId="Paint.Picture">
                  <p:embed/>
                </p:oleObj>
              </mc:Choice>
              <mc:Fallback>
                <p:oleObj name="Imagen de mapa de bits" r:id="rId4" imgW="5343480" imgH="2057400" progId="Paint.Picture">
                  <p:embed/>
                  <p:pic>
                    <p:nvPicPr>
                      <p:cNvPr id="3" name="Objeto 2">
                        <a:extLst>
                          <a:ext uri="{FF2B5EF4-FFF2-40B4-BE49-F238E27FC236}">
                            <a16:creationId xmlns:a16="http://schemas.microsoft.com/office/drawing/2014/main" id="{4669DB3E-0F63-EFED-C019-E39D30BF37E3}"/>
                          </a:ext>
                        </a:extLst>
                      </p:cNvPr>
                      <p:cNvPicPr/>
                      <p:nvPr/>
                    </p:nvPicPr>
                    <p:blipFill>
                      <a:blip r:embed="rId5"/>
                      <a:stretch>
                        <a:fillRect/>
                      </a:stretch>
                    </p:blipFill>
                    <p:spPr>
                      <a:xfrm>
                        <a:off x="3737240" y="853933"/>
                        <a:ext cx="5343525" cy="2057400"/>
                      </a:xfrm>
                      <a:prstGeom prst="rect">
                        <a:avLst/>
                      </a:prstGeom>
                    </p:spPr>
                  </p:pic>
                </p:oleObj>
              </mc:Fallback>
            </mc:AlternateContent>
          </a:graphicData>
        </a:graphic>
      </p:graphicFrame>
      <p:graphicFrame>
        <p:nvGraphicFramePr>
          <p:cNvPr id="7" name="Objeto 6">
            <a:extLst>
              <a:ext uri="{FF2B5EF4-FFF2-40B4-BE49-F238E27FC236}">
                <a16:creationId xmlns:a16="http://schemas.microsoft.com/office/drawing/2014/main" id="{E50F1E36-ECE9-D0F2-E771-3555EEF1582F}"/>
              </a:ext>
            </a:extLst>
          </p:cNvPr>
          <p:cNvGraphicFramePr>
            <a:graphicFrameLocks noChangeAspect="1"/>
          </p:cNvGraphicFramePr>
          <p:nvPr>
            <p:extLst>
              <p:ext uri="{D42A27DB-BD31-4B8C-83A1-F6EECF244321}">
                <p14:modId xmlns:p14="http://schemas.microsoft.com/office/powerpoint/2010/main" val="1126681102"/>
              </p:ext>
            </p:extLst>
          </p:nvPr>
        </p:nvGraphicFramePr>
        <p:xfrm>
          <a:off x="4442089" y="3480169"/>
          <a:ext cx="3933825" cy="371475"/>
        </p:xfrm>
        <a:graphic>
          <a:graphicData uri="http://schemas.openxmlformats.org/presentationml/2006/ole">
            <mc:AlternateContent xmlns:mc="http://schemas.openxmlformats.org/markup-compatibility/2006">
              <mc:Choice xmlns:v="urn:schemas-microsoft-com:vml" Requires="v">
                <p:oleObj name="Imagen de mapa de bits" r:id="rId6" imgW="3933720" imgH="371520" progId="Paint.Picture">
                  <p:embed/>
                </p:oleObj>
              </mc:Choice>
              <mc:Fallback>
                <p:oleObj name="Imagen de mapa de bits" r:id="rId6" imgW="3933720" imgH="371520" progId="Paint.Picture">
                  <p:embed/>
                  <p:pic>
                    <p:nvPicPr>
                      <p:cNvPr id="7" name="Objeto 6">
                        <a:extLst>
                          <a:ext uri="{FF2B5EF4-FFF2-40B4-BE49-F238E27FC236}">
                            <a16:creationId xmlns:a16="http://schemas.microsoft.com/office/drawing/2014/main" id="{E50F1E36-ECE9-D0F2-E771-3555EEF1582F}"/>
                          </a:ext>
                        </a:extLst>
                      </p:cNvPr>
                      <p:cNvPicPr/>
                      <p:nvPr/>
                    </p:nvPicPr>
                    <p:blipFill>
                      <a:blip r:embed="rId7"/>
                      <a:stretch>
                        <a:fillRect/>
                      </a:stretch>
                    </p:blipFill>
                    <p:spPr>
                      <a:xfrm>
                        <a:off x="4442089" y="3480169"/>
                        <a:ext cx="3933825" cy="371475"/>
                      </a:xfrm>
                      <a:prstGeom prst="rect">
                        <a:avLst/>
                      </a:prstGeom>
                    </p:spPr>
                  </p:pic>
                </p:oleObj>
              </mc:Fallback>
            </mc:AlternateContent>
          </a:graphicData>
        </a:graphic>
      </p:graphicFrame>
    </p:spTree>
    <p:extLst>
      <p:ext uri="{BB962C8B-B14F-4D97-AF65-F5344CB8AC3E}">
        <p14:creationId xmlns:p14="http://schemas.microsoft.com/office/powerpoint/2010/main" val="3403760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477B-83E1-8D3C-FF7D-C5910A26E2DE}"/>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FA0D259-09E8-E577-DA98-032A8960C1B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F1E29E5-9715-E8C7-1DF3-4CF5F0CD911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DE630057-E4AB-7541-6780-6BE5E1B491BA}"/>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489278C-0905-2726-3117-EA3920C1245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984E1551-D508-4A13-6885-DC2E8F149EE7}"/>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77D48AB2-0D9B-4CAB-4A6D-42473A9AF563}"/>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77D48AB2-0D9B-4CAB-4A6D-42473A9AF563}"/>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graphicFrame>
        <p:nvGraphicFramePr>
          <p:cNvPr id="2" name="Objeto 1">
            <a:extLst>
              <a:ext uri="{FF2B5EF4-FFF2-40B4-BE49-F238E27FC236}">
                <a16:creationId xmlns:a16="http://schemas.microsoft.com/office/drawing/2014/main" id="{B90AE33B-0A68-1B12-F95E-F0C91F75E884}"/>
              </a:ext>
            </a:extLst>
          </p:cNvPr>
          <p:cNvGraphicFramePr>
            <a:graphicFrameLocks noChangeAspect="1"/>
          </p:cNvGraphicFramePr>
          <p:nvPr>
            <p:extLst>
              <p:ext uri="{D42A27DB-BD31-4B8C-83A1-F6EECF244321}">
                <p14:modId xmlns:p14="http://schemas.microsoft.com/office/powerpoint/2010/main" val="3398170477"/>
              </p:ext>
            </p:extLst>
          </p:nvPr>
        </p:nvGraphicFramePr>
        <p:xfrm>
          <a:off x="3835970" y="933063"/>
          <a:ext cx="4796443" cy="2010880"/>
        </p:xfrm>
        <a:graphic>
          <a:graphicData uri="http://schemas.openxmlformats.org/presentationml/2006/ole">
            <mc:AlternateContent xmlns:mc="http://schemas.openxmlformats.org/markup-compatibility/2006">
              <mc:Choice xmlns:v="urn:schemas-microsoft-com:vml" Requires="v">
                <p:oleObj name="Imagen de mapa de bits" r:id="rId4" imgW="5543640" imgH="2324160" progId="Paint.Picture">
                  <p:embed/>
                </p:oleObj>
              </mc:Choice>
              <mc:Fallback>
                <p:oleObj name="Imagen de mapa de bits" r:id="rId4" imgW="5543640" imgH="2324160" progId="Paint.Picture">
                  <p:embed/>
                  <p:pic>
                    <p:nvPicPr>
                      <p:cNvPr id="2" name="Objeto 1">
                        <a:extLst>
                          <a:ext uri="{FF2B5EF4-FFF2-40B4-BE49-F238E27FC236}">
                            <a16:creationId xmlns:a16="http://schemas.microsoft.com/office/drawing/2014/main" id="{B90AE33B-0A68-1B12-F95E-F0C91F75E884}"/>
                          </a:ext>
                        </a:extLst>
                      </p:cNvPr>
                      <p:cNvPicPr/>
                      <p:nvPr/>
                    </p:nvPicPr>
                    <p:blipFill>
                      <a:blip r:embed="rId5"/>
                      <a:stretch>
                        <a:fillRect/>
                      </a:stretch>
                    </p:blipFill>
                    <p:spPr>
                      <a:xfrm>
                        <a:off x="3835970" y="933063"/>
                        <a:ext cx="4796443" cy="2010880"/>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122952FE-0703-23DE-53BF-F4C1C366DE54}"/>
              </a:ext>
            </a:extLst>
          </p:cNvPr>
          <p:cNvGraphicFramePr>
            <a:graphicFrameLocks noChangeAspect="1"/>
          </p:cNvGraphicFramePr>
          <p:nvPr>
            <p:extLst>
              <p:ext uri="{D42A27DB-BD31-4B8C-83A1-F6EECF244321}">
                <p14:modId xmlns:p14="http://schemas.microsoft.com/office/powerpoint/2010/main" val="18469196"/>
              </p:ext>
            </p:extLst>
          </p:nvPr>
        </p:nvGraphicFramePr>
        <p:xfrm>
          <a:off x="4076780" y="3739159"/>
          <a:ext cx="4314825" cy="342900"/>
        </p:xfrm>
        <a:graphic>
          <a:graphicData uri="http://schemas.openxmlformats.org/presentationml/2006/ole">
            <mc:AlternateContent xmlns:mc="http://schemas.openxmlformats.org/markup-compatibility/2006">
              <mc:Choice xmlns:v="urn:schemas-microsoft-com:vml" Requires="v">
                <p:oleObj name="Imagen de mapa de bits" r:id="rId6" imgW="4314960" imgH="343080" progId="Paint.Picture">
                  <p:embed/>
                </p:oleObj>
              </mc:Choice>
              <mc:Fallback>
                <p:oleObj name="Imagen de mapa de bits" r:id="rId6" imgW="4314960" imgH="343080" progId="Paint.Picture">
                  <p:embed/>
                  <p:pic>
                    <p:nvPicPr>
                      <p:cNvPr id="8" name="Objeto 7">
                        <a:extLst>
                          <a:ext uri="{FF2B5EF4-FFF2-40B4-BE49-F238E27FC236}">
                            <a16:creationId xmlns:a16="http://schemas.microsoft.com/office/drawing/2014/main" id="{122952FE-0703-23DE-53BF-F4C1C366DE54}"/>
                          </a:ext>
                        </a:extLst>
                      </p:cNvPr>
                      <p:cNvPicPr/>
                      <p:nvPr/>
                    </p:nvPicPr>
                    <p:blipFill>
                      <a:blip r:embed="rId7"/>
                      <a:stretch>
                        <a:fillRect/>
                      </a:stretch>
                    </p:blipFill>
                    <p:spPr>
                      <a:xfrm>
                        <a:off x="4076780" y="3739159"/>
                        <a:ext cx="4314825" cy="342900"/>
                      </a:xfrm>
                      <a:prstGeom prst="rect">
                        <a:avLst/>
                      </a:prstGeom>
                    </p:spPr>
                  </p:pic>
                </p:oleObj>
              </mc:Fallback>
            </mc:AlternateContent>
          </a:graphicData>
        </a:graphic>
      </p:graphicFrame>
    </p:spTree>
    <p:extLst>
      <p:ext uri="{BB962C8B-B14F-4D97-AF65-F5344CB8AC3E}">
        <p14:creationId xmlns:p14="http://schemas.microsoft.com/office/powerpoint/2010/main" val="153808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D595C-BB5A-F95B-1A5D-6B55A3501459}"/>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02CDBA2-F1AE-8D88-E5B3-91D8507C61C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1B0B1FB-8C45-E811-303D-F87418CC7884}"/>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1AF5A79-9B92-9A87-8B53-51119414531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E7BA6D5E-0165-368D-2956-0C0B00F85AA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5131FA3-8182-4E93-7BD3-77D3F84A295C}"/>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4" name="Objeto 3">
            <a:extLst>
              <a:ext uri="{FF2B5EF4-FFF2-40B4-BE49-F238E27FC236}">
                <a16:creationId xmlns:a16="http://schemas.microsoft.com/office/drawing/2014/main" id="{7C7BD718-0EE9-D09C-EC81-CB1E0336A490}"/>
              </a:ext>
            </a:extLst>
          </p:cNvPr>
          <p:cNvGraphicFramePr>
            <a:graphicFrameLocks noChangeAspect="1"/>
          </p:cNvGraphicFramePr>
          <p:nvPr/>
        </p:nvGraphicFramePr>
        <p:xfrm>
          <a:off x="672334" y="1061441"/>
          <a:ext cx="2951018" cy="3020618"/>
        </p:xfrm>
        <a:graphic>
          <a:graphicData uri="http://schemas.openxmlformats.org/presentationml/2006/ole">
            <mc:AlternateContent xmlns:mc="http://schemas.openxmlformats.org/markup-compatibility/2006">
              <mc:Choice xmlns:v="urn:schemas-microsoft-com:vml" Requires="v">
                <p:oleObj name="Imagen de mapa de bits" r:id="rId2" imgW="2019240" imgH="2066760" progId="Paint.Picture">
                  <p:embed/>
                </p:oleObj>
              </mc:Choice>
              <mc:Fallback>
                <p:oleObj name="Imagen de mapa de bits" r:id="rId2" imgW="2019240" imgH="2066760" progId="Paint.Picture">
                  <p:embed/>
                  <p:pic>
                    <p:nvPicPr>
                      <p:cNvPr id="4" name="Objeto 3">
                        <a:extLst>
                          <a:ext uri="{FF2B5EF4-FFF2-40B4-BE49-F238E27FC236}">
                            <a16:creationId xmlns:a16="http://schemas.microsoft.com/office/drawing/2014/main" id="{7C7BD718-0EE9-D09C-EC81-CB1E0336A490}"/>
                          </a:ext>
                        </a:extLst>
                      </p:cNvPr>
                      <p:cNvPicPr/>
                      <p:nvPr/>
                    </p:nvPicPr>
                    <p:blipFill>
                      <a:blip r:embed="rId3"/>
                      <a:stretch>
                        <a:fillRect/>
                      </a:stretch>
                    </p:blipFill>
                    <p:spPr>
                      <a:xfrm>
                        <a:off x="672334" y="1061441"/>
                        <a:ext cx="2951018" cy="3020618"/>
                      </a:xfrm>
                      <a:prstGeom prst="rect">
                        <a:avLst/>
                      </a:prstGeom>
                    </p:spPr>
                  </p:pic>
                </p:oleObj>
              </mc:Fallback>
            </mc:AlternateContent>
          </a:graphicData>
        </a:graphic>
      </p:graphicFrame>
      <p:sp>
        <p:nvSpPr>
          <p:cNvPr id="3" name="CuadroTexto 2">
            <a:extLst>
              <a:ext uri="{FF2B5EF4-FFF2-40B4-BE49-F238E27FC236}">
                <a16:creationId xmlns:a16="http://schemas.microsoft.com/office/drawing/2014/main" id="{37F95158-C6AB-BD74-597D-9533583837E9}"/>
              </a:ext>
            </a:extLst>
          </p:cNvPr>
          <p:cNvSpPr txBox="1"/>
          <p:nvPr/>
        </p:nvSpPr>
        <p:spPr>
          <a:xfrm>
            <a:off x="3804781" y="740614"/>
            <a:ext cx="5029201" cy="2246769"/>
          </a:xfrm>
          <a:prstGeom prst="rect">
            <a:avLst/>
          </a:prstGeom>
          <a:noFill/>
        </p:spPr>
        <p:txBody>
          <a:bodyPr wrap="square">
            <a:spAutoFit/>
          </a:bodyPr>
          <a:lstStyle/>
          <a:p>
            <a:pPr algn="just"/>
            <a:r>
              <a:rPr lang="en-US" sz="2000" dirty="0">
                <a:latin typeface="+mj-lt"/>
              </a:rPr>
              <a:t>Okay. What are we doing here? We are basically sliding the filter matrix over the entire input matrix by one pixel, performing element-wise multiplication and summing their results, which creates a new matrix called a </a:t>
            </a:r>
            <a:r>
              <a:rPr lang="en-US" sz="2000" b="1" dirty="0">
                <a:latin typeface="+mj-lt"/>
              </a:rPr>
              <a:t>feature map </a:t>
            </a:r>
            <a:r>
              <a:rPr lang="en-US" sz="2000" dirty="0">
                <a:latin typeface="+mj-lt"/>
              </a:rPr>
              <a:t>or </a:t>
            </a:r>
            <a:r>
              <a:rPr lang="en-US" sz="2000" b="1" dirty="0">
                <a:latin typeface="+mj-lt"/>
              </a:rPr>
              <a:t>activation map</a:t>
            </a:r>
            <a:r>
              <a:rPr lang="en-US" sz="2000" dirty="0">
                <a:latin typeface="+mj-lt"/>
              </a:rPr>
              <a:t>. This is called the convolution operation.</a:t>
            </a:r>
            <a:endParaRPr lang="es-MX" sz="2000" dirty="0">
              <a:latin typeface="+mj-lt"/>
            </a:endParaRPr>
          </a:p>
        </p:txBody>
      </p:sp>
      <p:graphicFrame>
        <p:nvGraphicFramePr>
          <p:cNvPr id="7" name="Objeto 6">
            <a:extLst>
              <a:ext uri="{FF2B5EF4-FFF2-40B4-BE49-F238E27FC236}">
                <a16:creationId xmlns:a16="http://schemas.microsoft.com/office/drawing/2014/main" id="{719608EA-07A0-C314-BCCF-0D262DE86345}"/>
              </a:ext>
            </a:extLst>
          </p:cNvPr>
          <p:cNvGraphicFramePr>
            <a:graphicFrameLocks noChangeAspect="1"/>
          </p:cNvGraphicFramePr>
          <p:nvPr>
            <p:extLst>
              <p:ext uri="{D42A27DB-BD31-4B8C-83A1-F6EECF244321}">
                <p14:modId xmlns:p14="http://schemas.microsoft.com/office/powerpoint/2010/main" val="1233625265"/>
              </p:ext>
            </p:extLst>
          </p:nvPr>
        </p:nvGraphicFramePr>
        <p:xfrm>
          <a:off x="4132442" y="3071958"/>
          <a:ext cx="4339224" cy="1819194"/>
        </p:xfrm>
        <a:graphic>
          <a:graphicData uri="http://schemas.openxmlformats.org/presentationml/2006/ole">
            <mc:AlternateContent xmlns:mc="http://schemas.openxmlformats.org/markup-compatibility/2006">
              <mc:Choice xmlns:v="urn:schemas-microsoft-com:vml" Requires="v">
                <p:oleObj name="Imagen de mapa de bits" r:id="rId4" imgW="5543640" imgH="2324160" progId="Paint.Picture">
                  <p:embed/>
                </p:oleObj>
              </mc:Choice>
              <mc:Fallback>
                <p:oleObj name="Imagen de mapa de bits" r:id="rId4" imgW="5543640" imgH="2324160" progId="Paint.Picture">
                  <p:embed/>
                  <p:pic>
                    <p:nvPicPr>
                      <p:cNvPr id="7" name="Objeto 6">
                        <a:extLst>
                          <a:ext uri="{FF2B5EF4-FFF2-40B4-BE49-F238E27FC236}">
                            <a16:creationId xmlns:a16="http://schemas.microsoft.com/office/drawing/2014/main" id="{719608EA-07A0-C314-BCCF-0D262DE86345}"/>
                          </a:ext>
                        </a:extLst>
                      </p:cNvPr>
                      <p:cNvPicPr/>
                      <p:nvPr/>
                    </p:nvPicPr>
                    <p:blipFill>
                      <a:blip r:embed="rId5"/>
                      <a:stretch>
                        <a:fillRect/>
                      </a:stretch>
                    </p:blipFill>
                    <p:spPr>
                      <a:xfrm>
                        <a:off x="4132442" y="3071958"/>
                        <a:ext cx="4339224" cy="1819194"/>
                      </a:xfrm>
                      <a:prstGeom prst="rect">
                        <a:avLst/>
                      </a:prstGeom>
                    </p:spPr>
                  </p:pic>
                </p:oleObj>
              </mc:Fallback>
            </mc:AlternateContent>
          </a:graphicData>
        </a:graphic>
      </p:graphicFrame>
    </p:spTree>
    <p:extLst>
      <p:ext uri="{BB962C8B-B14F-4D97-AF65-F5344CB8AC3E}">
        <p14:creationId xmlns:p14="http://schemas.microsoft.com/office/powerpoint/2010/main" val="54088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4097-6A21-8B6B-09C0-F5B5058CF4A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9005950-5A2C-C529-352A-48DF6741E60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5669219-971D-960A-293E-2D19FA5FCB47}"/>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BB4245E8-78A2-AB44-16D1-6910EABB16F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C503D557-FEA1-2857-8C24-2F499A620DE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4F927C5B-ABB9-61CE-DA7B-7C5B381B1305}"/>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F8624186-3ACE-EA20-3A70-9C9F90DE3E0F}"/>
              </a:ext>
            </a:extLst>
          </p:cNvPr>
          <p:cNvSpPr txBox="1"/>
          <p:nvPr/>
        </p:nvSpPr>
        <p:spPr>
          <a:xfrm>
            <a:off x="588962" y="740614"/>
            <a:ext cx="8034260" cy="1938992"/>
          </a:xfrm>
          <a:prstGeom prst="rect">
            <a:avLst/>
          </a:prstGeom>
          <a:noFill/>
        </p:spPr>
        <p:txBody>
          <a:bodyPr wrap="square">
            <a:spAutoFit/>
          </a:bodyPr>
          <a:lstStyle/>
          <a:p>
            <a:pPr algn="just"/>
            <a:r>
              <a:rPr lang="en-US" sz="2000" dirty="0">
                <a:latin typeface="+mj-lt"/>
              </a:rPr>
              <a:t>As we've learned, the convolution operation is used to extract features, and the new matrix, that is, the feature maps, represents the extracted features. If we plot the feature maps, then we can see the features extracted by the convolution operation. The following diagram shows the actual image (the input image) and the convolved image (the feature map). We can see that our filter has detected the edges from the actual image as a feature:</a:t>
            </a:r>
            <a:endParaRPr lang="es-MX" sz="2000" dirty="0">
              <a:latin typeface="+mj-lt"/>
            </a:endParaRPr>
          </a:p>
        </p:txBody>
      </p:sp>
      <p:graphicFrame>
        <p:nvGraphicFramePr>
          <p:cNvPr id="8" name="Objeto 7">
            <a:extLst>
              <a:ext uri="{FF2B5EF4-FFF2-40B4-BE49-F238E27FC236}">
                <a16:creationId xmlns:a16="http://schemas.microsoft.com/office/drawing/2014/main" id="{6FDC91BD-DA88-44D1-6AAD-A017987EC66A}"/>
              </a:ext>
            </a:extLst>
          </p:cNvPr>
          <p:cNvGraphicFramePr>
            <a:graphicFrameLocks noChangeAspect="1"/>
          </p:cNvGraphicFramePr>
          <p:nvPr>
            <p:extLst>
              <p:ext uri="{D42A27DB-BD31-4B8C-83A1-F6EECF244321}">
                <p14:modId xmlns:p14="http://schemas.microsoft.com/office/powerpoint/2010/main" val="209394859"/>
              </p:ext>
            </p:extLst>
          </p:nvPr>
        </p:nvGraphicFramePr>
        <p:xfrm>
          <a:off x="1855043" y="2737595"/>
          <a:ext cx="5738713" cy="2172750"/>
        </p:xfrm>
        <a:graphic>
          <a:graphicData uri="http://schemas.openxmlformats.org/presentationml/2006/ole">
            <mc:AlternateContent xmlns:mc="http://schemas.openxmlformats.org/markup-compatibility/2006">
              <mc:Choice xmlns:v="urn:schemas-microsoft-com:vml" Requires="v">
                <p:oleObj name="Imagen de mapa de bits" r:id="rId2" imgW="6591240" imgH="2495520" progId="Paint.Picture">
                  <p:embed/>
                </p:oleObj>
              </mc:Choice>
              <mc:Fallback>
                <p:oleObj name="Imagen de mapa de bits" r:id="rId2" imgW="6591240" imgH="2495520" progId="Paint.Picture">
                  <p:embed/>
                  <p:pic>
                    <p:nvPicPr>
                      <p:cNvPr id="8" name="Objeto 7">
                        <a:extLst>
                          <a:ext uri="{FF2B5EF4-FFF2-40B4-BE49-F238E27FC236}">
                            <a16:creationId xmlns:a16="http://schemas.microsoft.com/office/drawing/2014/main" id="{6FDC91BD-DA88-44D1-6AAD-A017987EC66A}"/>
                          </a:ext>
                        </a:extLst>
                      </p:cNvPr>
                      <p:cNvPicPr/>
                      <p:nvPr/>
                    </p:nvPicPr>
                    <p:blipFill>
                      <a:blip r:embed="rId3"/>
                      <a:stretch>
                        <a:fillRect/>
                      </a:stretch>
                    </p:blipFill>
                    <p:spPr>
                      <a:xfrm>
                        <a:off x="1855043" y="2737595"/>
                        <a:ext cx="5738713" cy="2172750"/>
                      </a:xfrm>
                      <a:prstGeom prst="rect">
                        <a:avLst/>
                      </a:prstGeom>
                    </p:spPr>
                  </p:pic>
                </p:oleObj>
              </mc:Fallback>
            </mc:AlternateContent>
          </a:graphicData>
        </a:graphic>
      </p:graphicFrame>
    </p:spTree>
    <p:extLst>
      <p:ext uri="{BB962C8B-B14F-4D97-AF65-F5344CB8AC3E}">
        <p14:creationId xmlns:p14="http://schemas.microsoft.com/office/powerpoint/2010/main" val="410546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029E-7A99-1564-E485-E8472044469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EA967B7-F9BF-046C-DC88-CF661AEA768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8E853F4F-41E1-CFC9-F546-2DB1AE8B628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4C273D27-6ADC-8B0E-09F4-175221FEFF2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E38BC00C-6B96-8508-6315-BD7D046C321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17343921-9EED-B1A4-56C0-8C91C8E9C0FB}"/>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Convolutional</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graphicFrame>
        <p:nvGraphicFramePr>
          <p:cNvPr id="3" name="Objeto 2">
            <a:extLst>
              <a:ext uri="{FF2B5EF4-FFF2-40B4-BE49-F238E27FC236}">
                <a16:creationId xmlns:a16="http://schemas.microsoft.com/office/drawing/2014/main" id="{4371B14B-074F-DEBF-B132-612A649B1F07}"/>
              </a:ext>
            </a:extLst>
          </p:cNvPr>
          <p:cNvGraphicFramePr>
            <a:graphicFrameLocks noChangeAspect="1"/>
          </p:cNvGraphicFramePr>
          <p:nvPr>
            <p:extLst>
              <p:ext uri="{D42A27DB-BD31-4B8C-83A1-F6EECF244321}">
                <p14:modId xmlns:p14="http://schemas.microsoft.com/office/powerpoint/2010/main" val="2905283236"/>
              </p:ext>
            </p:extLst>
          </p:nvPr>
        </p:nvGraphicFramePr>
        <p:xfrm>
          <a:off x="587397" y="1879455"/>
          <a:ext cx="1562100" cy="885825"/>
        </p:xfrm>
        <a:graphic>
          <a:graphicData uri="http://schemas.openxmlformats.org/presentationml/2006/ole">
            <mc:AlternateContent xmlns:mc="http://schemas.openxmlformats.org/markup-compatibility/2006">
              <mc:Choice xmlns:v="urn:schemas-microsoft-com:vml" Requires="v">
                <p:oleObj name="Imagen de mapa de bits" r:id="rId2" imgW="1562040" imgH="885960" progId="Paint.Picture">
                  <p:embed/>
                </p:oleObj>
              </mc:Choice>
              <mc:Fallback>
                <p:oleObj name="Imagen de mapa de bits" r:id="rId2" imgW="1562040" imgH="885960" progId="Paint.Picture">
                  <p:embed/>
                  <p:pic>
                    <p:nvPicPr>
                      <p:cNvPr id="3" name="Objeto 2">
                        <a:extLst>
                          <a:ext uri="{FF2B5EF4-FFF2-40B4-BE49-F238E27FC236}">
                            <a16:creationId xmlns:a16="http://schemas.microsoft.com/office/drawing/2014/main" id="{4371B14B-074F-DEBF-B132-612A649B1F07}"/>
                          </a:ext>
                        </a:extLst>
                      </p:cNvPr>
                      <p:cNvPicPr/>
                      <p:nvPr/>
                    </p:nvPicPr>
                    <p:blipFill>
                      <a:blip r:embed="rId3"/>
                      <a:stretch>
                        <a:fillRect/>
                      </a:stretch>
                    </p:blipFill>
                    <p:spPr>
                      <a:xfrm>
                        <a:off x="587397" y="1879455"/>
                        <a:ext cx="1562100" cy="885825"/>
                      </a:xfrm>
                      <a:prstGeom prst="rect">
                        <a:avLst/>
                      </a:prstGeom>
                    </p:spPr>
                  </p:pic>
                </p:oleObj>
              </mc:Fallback>
            </mc:AlternateContent>
          </a:graphicData>
        </a:graphic>
      </p:graphicFrame>
      <p:graphicFrame>
        <p:nvGraphicFramePr>
          <p:cNvPr id="4" name="Objeto 3">
            <a:extLst>
              <a:ext uri="{FF2B5EF4-FFF2-40B4-BE49-F238E27FC236}">
                <a16:creationId xmlns:a16="http://schemas.microsoft.com/office/drawing/2014/main" id="{2F7F6E75-F05B-C31A-8ADA-AA9BEB29BB0D}"/>
              </a:ext>
            </a:extLst>
          </p:cNvPr>
          <p:cNvGraphicFramePr>
            <a:graphicFrameLocks noChangeAspect="1"/>
          </p:cNvGraphicFramePr>
          <p:nvPr>
            <p:extLst>
              <p:ext uri="{D42A27DB-BD31-4B8C-83A1-F6EECF244321}">
                <p14:modId xmlns:p14="http://schemas.microsoft.com/office/powerpoint/2010/main" val="710144215"/>
              </p:ext>
            </p:extLst>
          </p:nvPr>
        </p:nvGraphicFramePr>
        <p:xfrm>
          <a:off x="4707392" y="385762"/>
          <a:ext cx="4229100" cy="4371975"/>
        </p:xfrm>
        <a:graphic>
          <a:graphicData uri="http://schemas.openxmlformats.org/presentationml/2006/ole">
            <mc:AlternateContent xmlns:mc="http://schemas.openxmlformats.org/markup-compatibility/2006">
              <mc:Choice xmlns:v="urn:schemas-microsoft-com:vml" Requires="v">
                <p:oleObj name="Imagen de mapa de bits" r:id="rId4" imgW="4229280" imgH="4371840" progId="Paint.Picture">
                  <p:embed/>
                </p:oleObj>
              </mc:Choice>
              <mc:Fallback>
                <p:oleObj name="Imagen de mapa de bits" r:id="rId4" imgW="4229280" imgH="4371840" progId="Paint.Picture">
                  <p:embed/>
                  <p:pic>
                    <p:nvPicPr>
                      <p:cNvPr id="4" name="Objeto 3">
                        <a:extLst>
                          <a:ext uri="{FF2B5EF4-FFF2-40B4-BE49-F238E27FC236}">
                            <a16:creationId xmlns:a16="http://schemas.microsoft.com/office/drawing/2014/main" id="{2F7F6E75-F05B-C31A-8ADA-AA9BEB29BB0D}"/>
                          </a:ext>
                        </a:extLst>
                      </p:cNvPr>
                      <p:cNvPicPr/>
                      <p:nvPr/>
                    </p:nvPicPr>
                    <p:blipFill>
                      <a:blip r:embed="rId5"/>
                      <a:stretch>
                        <a:fillRect/>
                      </a:stretch>
                    </p:blipFill>
                    <p:spPr>
                      <a:xfrm>
                        <a:off x="4707392" y="385762"/>
                        <a:ext cx="4229100" cy="4371975"/>
                      </a:xfrm>
                      <a:prstGeom prst="rect">
                        <a:avLst/>
                      </a:prstGeom>
                    </p:spPr>
                  </p:pic>
                </p:oleObj>
              </mc:Fallback>
            </mc:AlternateContent>
          </a:graphicData>
        </a:graphic>
      </p:graphicFrame>
      <p:sp>
        <p:nvSpPr>
          <p:cNvPr id="7" name="Flecha: a la derecha 6">
            <a:extLst>
              <a:ext uri="{FF2B5EF4-FFF2-40B4-BE49-F238E27FC236}">
                <a16:creationId xmlns:a16="http://schemas.microsoft.com/office/drawing/2014/main" id="{3AA33082-E408-3865-E5C0-F06B4038D619}"/>
              </a:ext>
            </a:extLst>
          </p:cNvPr>
          <p:cNvSpPr/>
          <p:nvPr/>
        </p:nvSpPr>
        <p:spPr>
          <a:xfrm>
            <a:off x="2876861" y="2176894"/>
            <a:ext cx="928254" cy="290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CuadroTexto 8">
            <a:extLst>
              <a:ext uri="{FF2B5EF4-FFF2-40B4-BE49-F238E27FC236}">
                <a16:creationId xmlns:a16="http://schemas.microsoft.com/office/drawing/2014/main" id="{E28F3177-6DB1-DC97-FE83-29665E221679}"/>
              </a:ext>
            </a:extLst>
          </p:cNvPr>
          <p:cNvSpPr txBox="1"/>
          <p:nvPr/>
        </p:nvSpPr>
        <p:spPr>
          <a:xfrm>
            <a:off x="587397" y="1317558"/>
            <a:ext cx="1801091" cy="369332"/>
          </a:xfrm>
          <a:prstGeom prst="rect">
            <a:avLst/>
          </a:prstGeom>
          <a:noFill/>
        </p:spPr>
        <p:txBody>
          <a:bodyPr wrap="square">
            <a:spAutoFit/>
          </a:bodyPr>
          <a:lstStyle/>
          <a:p>
            <a:r>
              <a:rPr lang="es-MX" dirty="0" err="1"/>
              <a:t>Sharpen</a:t>
            </a:r>
            <a:r>
              <a:rPr lang="es-MX" dirty="0"/>
              <a:t> </a:t>
            </a:r>
            <a:r>
              <a:rPr lang="es-MX" dirty="0" err="1"/>
              <a:t>Filter</a:t>
            </a:r>
            <a:endParaRPr lang="es-MX" dirty="0"/>
          </a:p>
        </p:txBody>
      </p:sp>
    </p:spTree>
    <p:extLst>
      <p:ext uri="{BB962C8B-B14F-4D97-AF65-F5344CB8AC3E}">
        <p14:creationId xmlns:p14="http://schemas.microsoft.com/office/powerpoint/2010/main" val="91313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9CEE-752C-3BA4-EEFC-1FFF86732170}"/>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97393C9-6BE6-5069-E5AB-335B8D11AB5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D19DA5D5-BBD7-B3BA-D541-3AF36D80E92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E6CD8D6C-CB0C-561D-BC15-1DF7C06C140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F4031EF-728D-DC81-9C3A-09548494B80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1044E4BD-CDF6-32D9-E19E-DDFAF74119E5}"/>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Three</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Channels</a:t>
            </a:r>
            <a:r>
              <a:rPr lang="es-MX" sz="2400" b="1" dirty="0">
                <a:solidFill>
                  <a:srgbClr val="002060"/>
                </a:solidFill>
                <a:latin typeface="Raleway" pitchFamily="2" charset="0"/>
                <a:ea typeface="+mn-ea"/>
                <a:cs typeface="+mn-cs"/>
              </a:rPr>
              <a:t> and </a:t>
            </a:r>
            <a:r>
              <a:rPr lang="es-MX" sz="2400" b="1" dirty="0" err="1">
                <a:solidFill>
                  <a:srgbClr val="002060"/>
                </a:solidFill>
                <a:latin typeface="Raleway" pitchFamily="2" charset="0"/>
                <a:ea typeface="+mn-ea"/>
                <a:cs typeface="+mn-cs"/>
              </a:rPr>
              <a:t>Filters</a:t>
            </a:r>
            <a:endParaRPr lang="es-MX" sz="2400" b="1" dirty="0">
              <a:solidFill>
                <a:srgbClr val="002060"/>
              </a:solidFill>
              <a:latin typeface="Raleway" pitchFamily="2" charset="0"/>
              <a:ea typeface="+mn-ea"/>
              <a:cs typeface="+mn-cs"/>
            </a:endParaRPr>
          </a:p>
        </p:txBody>
      </p:sp>
      <p:pic>
        <p:nvPicPr>
          <p:cNvPr id="2" name="Picture 9">
            <a:extLst>
              <a:ext uri="{FF2B5EF4-FFF2-40B4-BE49-F238E27FC236}">
                <a16:creationId xmlns:a16="http://schemas.microsoft.com/office/drawing/2014/main" id="{04F1640E-7114-0CC4-A92B-BDB44A459BF9}"/>
              </a:ext>
            </a:extLst>
          </p:cNvPr>
          <p:cNvPicPr>
            <a:picLocks noChangeAspect="1"/>
          </p:cNvPicPr>
          <p:nvPr/>
        </p:nvPicPr>
        <p:blipFill>
          <a:blip r:embed="rId2"/>
          <a:stretch>
            <a:fillRect/>
          </a:stretch>
        </p:blipFill>
        <p:spPr>
          <a:xfrm>
            <a:off x="822355" y="682625"/>
            <a:ext cx="7194490" cy="4116146"/>
          </a:xfrm>
          <a:prstGeom prst="rect">
            <a:avLst/>
          </a:prstGeom>
        </p:spPr>
      </p:pic>
    </p:spTree>
    <p:extLst>
      <p:ext uri="{BB962C8B-B14F-4D97-AF65-F5344CB8AC3E}">
        <p14:creationId xmlns:p14="http://schemas.microsoft.com/office/powerpoint/2010/main" val="238408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124E-6D41-3D94-144C-2E6E99A741D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04D491DA-275E-3E37-F34F-B68BEB86201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56BCF80-13D1-7099-C161-DD75C591ACB9}"/>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35133E0-DC4A-BEBA-F66A-5BA193D81241}"/>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417D45CC-9D71-BAD9-A13B-AF6220F5DCB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7FAA0562-977C-6075-8392-8EC0C73CBD9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Three</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Channels</a:t>
            </a:r>
            <a:r>
              <a:rPr lang="es-MX" sz="2400" b="1" dirty="0">
                <a:solidFill>
                  <a:srgbClr val="002060"/>
                </a:solidFill>
                <a:latin typeface="Raleway" pitchFamily="2" charset="0"/>
                <a:ea typeface="+mn-ea"/>
                <a:cs typeface="+mn-cs"/>
              </a:rPr>
              <a:t> and </a:t>
            </a:r>
            <a:r>
              <a:rPr lang="es-MX" sz="2400" b="1" dirty="0" err="1">
                <a:solidFill>
                  <a:srgbClr val="002060"/>
                </a:solidFill>
                <a:latin typeface="Raleway" pitchFamily="2" charset="0"/>
                <a:ea typeface="+mn-ea"/>
                <a:cs typeface="+mn-cs"/>
              </a:rPr>
              <a:t>Filters</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C2AEE082-A6AB-3F58-1E16-1D4EA6B4AD28}"/>
              </a:ext>
            </a:extLst>
          </p:cNvPr>
          <p:cNvSpPr txBox="1"/>
          <p:nvPr/>
        </p:nvSpPr>
        <p:spPr>
          <a:xfrm>
            <a:off x="785738" y="584140"/>
            <a:ext cx="7767560" cy="2246769"/>
          </a:xfrm>
          <a:prstGeom prst="rect">
            <a:avLst/>
          </a:prstGeom>
          <a:noFill/>
        </p:spPr>
        <p:txBody>
          <a:bodyPr wrap="square">
            <a:spAutoFit/>
          </a:bodyPr>
          <a:lstStyle/>
          <a:p>
            <a:pPr algn="just"/>
            <a:r>
              <a:rPr lang="en-US" sz="2000" dirty="0">
                <a:latin typeface="+mj-lt"/>
              </a:rPr>
              <a:t>Thus, we have learned that with filters, we can extract important features from the image using the convolution operation. So, instead of using one filter, we can use multiple filters for extracting different features from the image, and produce multiple feature maps. So, the depth of the feature map will be the number of filters. If we use seven filters to extract different features from the image, then the depth of our feature map will be seven:</a:t>
            </a:r>
            <a:endParaRPr lang="es-MX" sz="2000" dirty="0">
              <a:latin typeface="+mj-lt"/>
            </a:endParaRPr>
          </a:p>
        </p:txBody>
      </p:sp>
      <p:graphicFrame>
        <p:nvGraphicFramePr>
          <p:cNvPr id="4" name="Objeto 3">
            <a:extLst>
              <a:ext uri="{FF2B5EF4-FFF2-40B4-BE49-F238E27FC236}">
                <a16:creationId xmlns:a16="http://schemas.microsoft.com/office/drawing/2014/main" id="{DF22B4DB-D8C7-642A-B7E0-89F3172DCFCE}"/>
              </a:ext>
            </a:extLst>
          </p:cNvPr>
          <p:cNvGraphicFramePr>
            <a:graphicFrameLocks noChangeAspect="1"/>
          </p:cNvGraphicFramePr>
          <p:nvPr>
            <p:extLst>
              <p:ext uri="{D42A27DB-BD31-4B8C-83A1-F6EECF244321}">
                <p14:modId xmlns:p14="http://schemas.microsoft.com/office/powerpoint/2010/main" val="3384084068"/>
              </p:ext>
            </p:extLst>
          </p:nvPr>
        </p:nvGraphicFramePr>
        <p:xfrm>
          <a:off x="3986155" y="2571750"/>
          <a:ext cx="1712386" cy="2369016"/>
        </p:xfrm>
        <a:graphic>
          <a:graphicData uri="http://schemas.openxmlformats.org/presentationml/2006/ole">
            <mc:AlternateContent xmlns:mc="http://schemas.openxmlformats.org/markup-compatibility/2006">
              <mc:Choice xmlns:v="urn:schemas-microsoft-com:vml" Requires="v">
                <p:oleObj name="Imagen de mapa de bits" r:id="rId2" imgW="2533680" imgH="3505320" progId="Paint.Picture">
                  <p:embed/>
                </p:oleObj>
              </mc:Choice>
              <mc:Fallback>
                <p:oleObj name="Imagen de mapa de bits" r:id="rId2" imgW="2533680" imgH="3505320" progId="Paint.Picture">
                  <p:embed/>
                  <p:pic>
                    <p:nvPicPr>
                      <p:cNvPr id="4" name="Objeto 3">
                        <a:extLst>
                          <a:ext uri="{FF2B5EF4-FFF2-40B4-BE49-F238E27FC236}">
                            <a16:creationId xmlns:a16="http://schemas.microsoft.com/office/drawing/2014/main" id="{DF22B4DB-D8C7-642A-B7E0-89F3172DCFCE}"/>
                          </a:ext>
                        </a:extLst>
                      </p:cNvPr>
                      <p:cNvPicPr/>
                      <p:nvPr/>
                    </p:nvPicPr>
                    <p:blipFill>
                      <a:blip r:embed="rId3"/>
                      <a:stretch>
                        <a:fillRect/>
                      </a:stretch>
                    </p:blipFill>
                    <p:spPr>
                      <a:xfrm>
                        <a:off x="3986155" y="2571750"/>
                        <a:ext cx="1712386" cy="2369016"/>
                      </a:xfrm>
                      <a:prstGeom prst="rect">
                        <a:avLst/>
                      </a:prstGeom>
                    </p:spPr>
                  </p:pic>
                </p:oleObj>
              </mc:Fallback>
            </mc:AlternateContent>
          </a:graphicData>
        </a:graphic>
      </p:graphicFrame>
    </p:spTree>
    <p:extLst>
      <p:ext uri="{BB962C8B-B14F-4D97-AF65-F5344CB8AC3E}">
        <p14:creationId xmlns:p14="http://schemas.microsoft.com/office/powerpoint/2010/main" val="59894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E5922-D972-45CD-4053-4D5B1C42A64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78C3B9D1-27BF-C025-CF08-54D8915B88D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B20758A3-52E3-B926-A863-37E2C2BB867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FA08207-190C-786A-4E26-3EB5DD5ABC4C}"/>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3C6235B6-00B0-6FB7-D0AF-438FDCEF81B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D31EADB2-F222-CB2D-9172-16F16A33C588}"/>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Three</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Channels</a:t>
            </a:r>
            <a:r>
              <a:rPr lang="es-MX" sz="2400" b="1" dirty="0">
                <a:solidFill>
                  <a:srgbClr val="002060"/>
                </a:solidFill>
                <a:latin typeface="Raleway" pitchFamily="2" charset="0"/>
                <a:ea typeface="+mn-ea"/>
                <a:cs typeface="+mn-cs"/>
              </a:rPr>
              <a:t> and </a:t>
            </a:r>
            <a:r>
              <a:rPr lang="es-MX" sz="2400" b="1" dirty="0" err="1">
                <a:solidFill>
                  <a:srgbClr val="002060"/>
                </a:solidFill>
                <a:latin typeface="Raleway" pitchFamily="2" charset="0"/>
                <a:ea typeface="+mn-ea"/>
                <a:cs typeface="+mn-cs"/>
              </a:rPr>
              <a:t>Filters</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F45702A0-5570-EAC7-F67A-EF0B65CE0B49}"/>
              </a:ext>
            </a:extLst>
          </p:cNvPr>
          <p:cNvSpPr txBox="1"/>
          <p:nvPr/>
        </p:nvSpPr>
        <p:spPr>
          <a:xfrm>
            <a:off x="4812184" y="369659"/>
            <a:ext cx="4184074" cy="4708981"/>
          </a:xfrm>
          <a:prstGeom prst="rect">
            <a:avLst/>
          </a:prstGeom>
          <a:noFill/>
        </p:spPr>
        <p:txBody>
          <a:bodyPr wrap="square">
            <a:spAutoFit/>
          </a:bodyPr>
          <a:lstStyle/>
          <a:p>
            <a:pPr algn="just"/>
            <a:r>
              <a:rPr lang="en-US" sz="2000" dirty="0">
                <a:latin typeface="+mj-lt"/>
              </a:rPr>
              <a:t>Okay, we have learned that different filters extract different features from the image. But the question is, how can we set the correct values for the filter matrix so that we can extract the important features from the image? Worry not! We just initialize the filter matrix randomly, and the optimal values of the filter matrix, with which we can extract the important features from the images, will be learned through backpropagation. However, we just need to specify the size of the filter and the number of filters we want to use.</a:t>
            </a:r>
            <a:endParaRPr lang="es-MX" sz="2000" dirty="0">
              <a:latin typeface="+mj-lt"/>
            </a:endParaRPr>
          </a:p>
        </p:txBody>
      </p:sp>
      <p:pic>
        <p:nvPicPr>
          <p:cNvPr id="7" name="Picture 4" descr="What is Convolution Neural Network? - gaussian37">
            <a:extLst>
              <a:ext uri="{FF2B5EF4-FFF2-40B4-BE49-F238E27FC236}">
                <a16:creationId xmlns:a16="http://schemas.microsoft.com/office/drawing/2014/main" id="{EFB32321-31FD-EC35-D855-EA5EA7B6EF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296" y="1519648"/>
            <a:ext cx="4184073" cy="213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2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FDC66-CCCF-DD1D-9A0C-D63DA62AB79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0735B7A-726F-212E-1556-CC66DF8BD05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E3DEE06-F2A2-0BA6-7282-0130C4D8C7D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7A3BB001-0D2E-BF94-DB74-F26CC5FA3A8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DD7D929-9AE9-00FA-5365-7631689A14D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63932C5-6B66-E5C3-D13D-FF87163337D1}"/>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Strides</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D85F67A3-6D08-533A-F008-C99456F7A1AE}"/>
              </a:ext>
            </a:extLst>
          </p:cNvPr>
          <p:cNvSpPr txBox="1"/>
          <p:nvPr/>
        </p:nvSpPr>
        <p:spPr>
          <a:xfrm>
            <a:off x="511651" y="682625"/>
            <a:ext cx="7815898" cy="1938992"/>
          </a:xfrm>
          <a:prstGeom prst="rect">
            <a:avLst/>
          </a:prstGeom>
          <a:noFill/>
        </p:spPr>
        <p:txBody>
          <a:bodyPr wrap="square">
            <a:spAutoFit/>
          </a:bodyPr>
          <a:lstStyle/>
          <a:p>
            <a:pPr algn="just"/>
            <a:r>
              <a:rPr lang="en-US" sz="2000" dirty="0">
                <a:latin typeface="+mj-lt"/>
              </a:rPr>
              <a:t>We have just learned how a convolution operation works. We slide over the input matrix with the filter matrix by one pixel and perform the convolution operation. But we can't only slide over the input matrix by one pixel. We can also slide over the input matrix by any number of pixels. The number of pixels we slide over the input matrix by the filter matrix is called a </a:t>
            </a:r>
            <a:r>
              <a:rPr lang="en-US" sz="2000" b="1" dirty="0">
                <a:latin typeface="+mj-lt"/>
              </a:rPr>
              <a:t>stride</a:t>
            </a:r>
            <a:r>
              <a:rPr lang="en-US" sz="2000" dirty="0">
                <a:latin typeface="+mj-lt"/>
              </a:rPr>
              <a:t>. </a:t>
            </a:r>
            <a:endParaRPr lang="es-MX" sz="2000" dirty="0">
              <a:latin typeface="+mj-lt"/>
            </a:endParaRPr>
          </a:p>
        </p:txBody>
      </p:sp>
      <p:sp>
        <p:nvSpPr>
          <p:cNvPr id="4" name="CuadroTexto 3">
            <a:extLst>
              <a:ext uri="{FF2B5EF4-FFF2-40B4-BE49-F238E27FC236}">
                <a16:creationId xmlns:a16="http://schemas.microsoft.com/office/drawing/2014/main" id="{C9D3470A-D54C-F15E-EF31-7E691AA57B77}"/>
              </a:ext>
            </a:extLst>
          </p:cNvPr>
          <p:cNvSpPr txBox="1"/>
          <p:nvPr/>
        </p:nvSpPr>
        <p:spPr>
          <a:xfrm>
            <a:off x="434181" y="2724150"/>
            <a:ext cx="3436165" cy="1938992"/>
          </a:xfrm>
          <a:prstGeom prst="rect">
            <a:avLst/>
          </a:prstGeom>
          <a:noFill/>
        </p:spPr>
        <p:txBody>
          <a:bodyPr wrap="square">
            <a:spAutoFit/>
          </a:bodyPr>
          <a:lstStyle/>
          <a:p>
            <a:pPr algn="just"/>
            <a:r>
              <a:rPr lang="en-US" sz="2000" dirty="0">
                <a:latin typeface="+mj-lt"/>
              </a:rPr>
              <a:t>If we set the stride to 2, then we slide over the input matrix with the filter matrix by two pixels. The following diagram shows a convolution operation with a stride of 2:</a:t>
            </a:r>
            <a:endParaRPr lang="es-MX" sz="2000" dirty="0">
              <a:latin typeface="+mj-lt"/>
            </a:endParaRPr>
          </a:p>
        </p:txBody>
      </p:sp>
      <p:graphicFrame>
        <p:nvGraphicFramePr>
          <p:cNvPr id="8" name="Objeto 7">
            <a:extLst>
              <a:ext uri="{FF2B5EF4-FFF2-40B4-BE49-F238E27FC236}">
                <a16:creationId xmlns:a16="http://schemas.microsoft.com/office/drawing/2014/main" id="{8D8C23C2-3152-B3D2-7384-458BFF2A2019}"/>
              </a:ext>
            </a:extLst>
          </p:cNvPr>
          <p:cNvGraphicFramePr>
            <a:graphicFrameLocks noChangeAspect="1"/>
          </p:cNvGraphicFramePr>
          <p:nvPr>
            <p:extLst>
              <p:ext uri="{D42A27DB-BD31-4B8C-83A1-F6EECF244321}">
                <p14:modId xmlns:p14="http://schemas.microsoft.com/office/powerpoint/2010/main" val="3046491927"/>
              </p:ext>
            </p:extLst>
          </p:nvPr>
        </p:nvGraphicFramePr>
        <p:xfrm>
          <a:off x="3870346" y="2469757"/>
          <a:ext cx="5163956" cy="1991118"/>
        </p:xfrm>
        <a:graphic>
          <a:graphicData uri="http://schemas.openxmlformats.org/presentationml/2006/ole">
            <mc:AlternateContent xmlns:mc="http://schemas.openxmlformats.org/markup-compatibility/2006">
              <mc:Choice xmlns:v="urn:schemas-microsoft-com:vml" Requires="v">
                <p:oleObj name="Imagen de mapa de bits" r:id="rId2" imgW="6076800" imgH="2343240" progId="Paint.Picture">
                  <p:embed/>
                </p:oleObj>
              </mc:Choice>
              <mc:Fallback>
                <p:oleObj name="Imagen de mapa de bits" r:id="rId2" imgW="6076800" imgH="2343240" progId="Paint.Picture">
                  <p:embed/>
                  <p:pic>
                    <p:nvPicPr>
                      <p:cNvPr id="8" name="Objeto 7">
                        <a:extLst>
                          <a:ext uri="{FF2B5EF4-FFF2-40B4-BE49-F238E27FC236}">
                            <a16:creationId xmlns:a16="http://schemas.microsoft.com/office/drawing/2014/main" id="{8D8C23C2-3152-B3D2-7384-458BFF2A2019}"/>
                          </a:ext>
                        </a:extLst>
                      </p:cNvPr>
                      <p:cNvPicPr/>
                      <p:nvPr/>
                    </p:nvPicPr>
                    <p:blipFill>
                      <a:blip r:embed="rId3"/>
                      <a:stretch>
                        <a:fillRect/>
                      </a:stretch>
                    </p:blipFill>
                    <p:spPr>
                      <a:xfrm>
                        <a:off x="3870346" y="2469757"/>
                        <a:ext cx="5163956" cy="1991118"/>
                      </a:xfrm>
                      <a:prstGeom prst="rect">
                        <a:avLst/>
                      </a:prstGeom>
                    </p:spPr>
                  </p:pic>
                </p:oleObj>
              </mc:Fallback>
            </mc:AlternateContent>
          </a:graphicData>
        </a:graphic>
      </p:graphicFrame>
    </p:spTree>
    <p:extLst>
      <p:ext uri="{BB962C8B-B14F-4D97-AF65-F5344CB8AC3E}">
        <p14:creationId xmlns:p14="http://schemas.microsoft.com/office/powerpoint/2010/main" val="71739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2189-26B6-5EE6-D44A-30FA301B87E6}"/>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B71E754F-EA14-A653-556A-9C2E8670CA1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317770EF-1651-C5D0-91F5-39A6CED0602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FDD9A793-7696-CAFF-A1C7-C5AFF21B4C7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0F322BA-910E-D302-B624-09F0B3DCA74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CBBBB50D-D315-4584-D7F5-96A411761C54}"/>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Padding</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38B7BFB0-58B1-EEAC-A144-A9F943DE8082}"/>
              </a:ext>
            </a:extLst>
          </p:cNvPr>
          <p:cNvSpPr txBox="1"/>
          <p:nvPr/>
        </p:nvSpPr>
        <p:spPr>
          <a:xfrm>
            <a:off x="525780" y="682625"/>
            <a:ext cx="8397240" cy="2246769"/>
          </a:xfrm>
          <a:prstGeom prst="rect">
            <a:avLst/>
          </a:prstGeom>
          <a:noFill/>
        </p:spPr>
        <p:txBody>
          <a:bodyPr wrap="square">
            <a:spAutoFit/>
          </a:bodyPr>
          <a:lstStyle/>
          <a:p>
            <a:pPr algn="just"/>
            <a:r>
              <a:rPr lang="en-US" sz="2000" dirty="0">
                <a:latin typeface="+mj-lt"/>
              </a:rPr>
              <a:t>With the convolution operation, we are sliding over the input matrix with a filter matrix. But in some cases, the filter does not perfectly fit the input matrix. What do we mean by that? For example, let's say we are performing a convolution operation with a stride of 1. There exists a situation where, when we move our filter matrix by two pixels, it reaches the border and the filter matrix does not fit the input matrix. That is, some part of our filter matrix is outside the input matrix, as shown in the following diagram</a:t>
            </a:r>
            <a:endParaRPr lang="es-MX" sz="2000" dirty="0">
              <a:latin typeface="+mj-lt"/>
            </a:endParaRPr>
          </a:p>
        </p:txBody>
      </p:sp>
      <p:graphicFrame>
        <p:nvGraphicFramePr>
          <p:cNvPr id="7" name="Objeto 6">
            <a:extLst>
              <a:ext uri="{FF2B5EF4-FFF2-40B4-BE49-F238E27FC236}">
                <a16:creationId xmlns:a16="http://schemas.microsoft.com/office/drawing/2014/main" id="{0856A940-604A-260B-F70D-F6E555BFFF54}"/>
              </a:ext>
            </a:extLst>
          </p:cNvPr>
          <p:cNvGraphicFramePr>
            <a:graphicFrameLocks noChangeAspect="1"/>
          </p:cNvGraphicFramePr>
          <p:nvPr>
            <p:extLst>
              <p:ext uri="{D42A27DB-BD31-4B8C-83A1-F6EECF244321}">
                <p14:modId xmlns:p14="http://schemas.microsoft.com/office/powerpoint/2010/main" val="3197875384"/>
              </p:ext>
            </p:extLst>
          </p:nvPr>
        </p:nvGraphicFramePr>
        <p:xfrm>
          <a:off x="5137785" y="2590800"/>
          <a:ext cx="3371850" cy="2552700"/>
        </p:xfrm>
        <a:graphic>
          <a:graphicData uri="http://schemas.openxmlformats.org/presentationml/2006/ole">
            <mc:AlternateContent xmlns:mc="http://schemas.openxmlformats.org/markup-compatibility/2006">
              <mc:Choice xmlns:v="urn:schemas-microsoft-com:vml" Requires="v">
                <p:oleObj name="Imagen de mapa de bits" r:id="rId2" imgW="3371760" imgH="2552760" progId="Paint.Picture">
                  <p:embed/>
                </p:oleObj>
              </mc:Choice>
              <mc:Fallback>
                <p:oleObj name="Imagen de mapa de bits" r:id="rId2" imgW="3371760" imgH="2552760" progId="Paint.Picture">
                  <p:embed/>
                  <p:pic>
                    <p:nvPicPr>
                      <p:cNvPr id="7" name="Objeto 6">
                        <a:extLst>
                          <a:ext uri="{FF2B5EF4-FFF2-40B4-BE49-F238E27FC236}">
                            <a16:creationId xmlns:a16="http://schemas.microsoft.com/office/drawing/2014/main" id="{0856A940-604A-260B-F70D-F6E555BFFF54}"/>
                          </a:ext>
                        </a:extLst>
                      </p:cNvPr>
                      <p:cNvPicPr/>
                      <p:nvPr/>
                    </p:nvPicPr>
                    <p:blipFill>
                      <a:blip r:embed="rId3"/>
                      <a:stretch>
                        <a:fillRect/>
                      </a:stretch>
                    </p:blipFill>
                    <p:spPr>
                      <a:xfrm>
                        <a:off x="5137785" y="2590800"/>
                        <a:ext cx="3371850" cy="2552700"/>
                      </a:xfrm>
                      <a:prstGeom prst="rect">
                        <a:avLst/>
                      </a:prstGeom>
                    </p:spPr>
                  </p:pic>
                </p:oleObj>
              </mc:Fallback>
            </mc:AlternateContent>
          </a:graphicData>
        </a:graphic>
      </p:graphicFrame>
    </p:spTree>
    <p:extLst>
      <p:ext uri="{BB962C8B-B14F-4D97-AF65-F5344CB8AC3E}">
        <p14:creationId xmlns:p14="http://schemas.microsoft.com/office/powerpoint/2010/main" val="274276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A8194-447A-1C17-67FD-DF1D76CBD55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0F94546-85C1-8C6C-7EFC-A67F06F8E97F}"/>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2A517DE-194B-FC02-B3DB-8A5D703E32B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F38BC33-1981-FEA5-A5F3-0C80508F508A}"/>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5ADB7539-2996-909F-87F6-CDD594B29B8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F946C5E-3CDA-7720-0843-09CD736C496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Padding</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3A307BBC-0B85-B28E-973F-DDCDE8B51CE2}"/>
              </a:ext>
            </a:extLst>
          </p:cNvPr>
          <p:cNvSpPr txBox="1"/>
          <p:nvPr/>
        </p:nvSpPr>
        <p:spPr>
          <a:xfrm>
            <a:off x="746760" y="682625"/>
            <a:ext cx="7818120" cy="1323439"/>
          </a:xfrm>
          <a:prstGeom prst="rect">
            <a:avLst/>
          </a:prstGeom>
          <a:noFill/>
        </p:spPr>
        <p:txBody>
          <a:bodyPr wrap="square">
            <a:spAutoFit/>
          </a:bodyPr>
          <a:lstStyle/>
          <a:p>
            <a:pPr algn="just"/>
            <a:r>
              <a:rPr lang="en-US" sz="2000" dirty="0">
                <a:latin typeface="+mj-lt"/>
              </a:rPr>
              <a:t>In this case, we perform padding. We can simply pad the input matrix with zeros so that the filter can fit the input matrix, as shown in the following diagram. Padding with zeros on the input matrix is called </a:t>
            </a:r>
            <a:r>
              <a:rPr lang="en-US" sz="2000" b="1" dirty="0">
                <a:latin typeface="+mj-lt"/>
              </a:rPr>
              <a:t>same padding</a:t>
            </a:r>
            <a:r>
              <a:rPr lang="en-US" sz="2000" dirty="0">
                <a:latin typeface="+mj-lt"/>
              </a:rPr>
              <a:t> or zero </a:t>
            </a:r>
            <a:r>
              <a:rPr lang="en-US" sz="2000" b="1" dirty="0">
                <a:latin typeface="+mj-lt"/>
              </a:rPr>
              <a:t>padding</a:t>
            </a:r>
            <a:r>
              <a:rPr lang="en-US" sz="2000" dirty="0">
                <a:latin typeface="+mj-lt"/>
              </a:rPr>
              <a:t>: </a:t>
            </a:r>
            <a:endParaRPr lang="es-MX" sz="2000" dirty="0">
              <a:latin typeface="+mj-lt"/>
            </a:endParaRPr>
          </a:p>
        </p:txBody>
      </p:sp>
      <p:graphicFrame>
        <p:nvGraphicFramePr>
          <p:cNvPr id="4" name="Objeto 3">
            <a:extLst>
              <a:ext uri="{FF2B5EF4-FFF2-40B4-BE49-F238E27FC236}">
                <a16:creationId xmlns:a16="http://schemas.microsoft.com/office/drawing/2014/main" id="{F01C0957-9E7B-A9ED-72A8-C158B1CFE230}"/>
              </a:ext>
            </a:extLst>
          </p:cNvPr>
          <p:cNvGraphicFramePr>
            <a:graphicFrameLocks noChangeAspect="1"/>
          </p:cNvGraphicFramePr>
          <p:nvPr>
            <p:extLst>
              <p:ext uri="{D42A27DB-BD31-4B8C-83A1-F6EECF244321}">
                <p14:modId xmlns:p14="http://schemas.microsoft.com/office/powerpoint/2010/main" val="3875062247"/>
              </p:ext>
            </p:extLst>
          </p:nvPr>
        </p:nvGraphicFramePr>
        <p:xfrm>
          <a:off x="2743200" y="2102270"/>
          <a:ext cx="3657600" cy="2724150"/>
        </p:xfrm>
        <a:graphic>
          <a:graphicData uri="http://schemas.openxmlformats.org/presentationml/2006/ole">
            <mc:AlternateContent xmlns:mc="http://schemas.openxmlformats.org/markup-compatibility/2006">
              <mc:Choice xmlns:v="urn:schemas-microsoft-com:vml" Requires="v">
                <p:oleObj name="Imagen de mapa de bits" r:id="rId2" imgW="3657600" imgH="2724120" progId="Paint.Picture">
                  <p:embed/>
                </p:oleObj>
              </mc:Choice>
              <mc:Fallback>
                <p:oleObj name="Imagen de mapa de bits" r:id="rId2" imgW="3657600" imgH="2724120" progId="Paint.Picture">
                  <p:embed/>
                  <p:pic>
                    <p:nvPicPr>
                      <p:cNvPr id="4" name="Objeto 3">
                        <a:extLst>
                          <a:ext uri="{FF2B5EF4-FFF2-40B4-BE49-F238E27FC236}">
                            <a16:creationId xmlns:a16="http://schemas.microsoft.com/office/drawing/2014/main" id="{F01C0957-9E7B-A9ED-72A8-C158B1CFE230}"/>
                          </a:ext>
                        </a:extLst>
                      </p:cNvPr>
                      <p:cNvPicPr/>
                      <p:nvPr/>
                    </p:nvPicPr>
                    <p:blipFill>
                      <a:blip r:embed="rId3"/>
                      <a:stretch>
                        <a:fillRect/>
                      </a:stretch>
                    </p:blipFill>
                    <p:spPr>
                      <a:xfrm>
                        <a:off x="2743200" y="2102270"/>
                        <a:ext cx="3657600" cy="2724150"/>
                      </a:xfrm>
                      <a:prstGeom prst="rect">
                        <a:avLst/>
                      </a:prstGeom>
                    </p:spPr>
                  </p:pic>
                </p:oleObj>
              </mc:Fallback>
            </mc:AlternateContent>
          </a:graphicData>
        </a:graphic>
      </p:graphicFrame>
    </p:spTree>
    <p:extLst>
      <p:ext uri="{BB962C8B-B14F-4D97-AF65-F5344CB8AC3E}">
        <p14:creationId xmlns:p14="http://schemas.microsoft.com/office/powerpoint/2010/main" val="76824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EB62-3666-B2AE-C39F-EA9E3472B85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E2933EB0-E8E9-291B-1EC5-6B92C48DBA8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235A1AD7-7CA5-DF10-AA7A-6F61D98E55D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6DB6C786-38A8-2DF4-773B-B0FA91E5324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26142DE-2092-23F8-93EF-CD2FFE3FB2E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F4AC3B9-3CC1-17A3-8DB2-C12191109721}"/>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Padding</a:t>
            </a: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B358FDC2-7F91-E91F-D6F2-57F832188E84}"/>
              </a:ext>
            </a:extLst>
          </p:cNvPr>
          <p:cNvSpPr txBox="1"/>
          <p:nvPr/>
        </p:nvSpPr>
        <p:spPr>
          <a:xfrm>
            <a:off x="777240" y="660083"/>
            <a:ext cx="7574279" cy="1015663"/>
          </a:xfrm>
          <a:prstGeom prst="rect">
            <a:avLst/>
          </a:prstGeom>
          <a:noFill/>
        </p:spPr>
        <p:txBody>
          <a:bodyPr wrap="square">
            <a:spAutoFit/>
          </a:bodyPr>
          <a:lstStyle/>
          <a:p>
            <a:pPr algn="just"/>
            <a:r>
              <a:rPr lang="en-US" sz="2000" dirty="0">
                <a:latin typeface="+mj-lt"/>
              </a:rPr>
              <a:t>Instead of padding them with zeros, we can also simply discard the region of the input matrix where the filter doesn't fit in. This is called </a:t>
            </a:r>
            <a:r>
              <a:rPr lang="en-US" sz="2000" b="1" dirty="0">
                <a:latin typeface="+mj-lt"/>
              </a:rPr>
              <a:t>valid padding</a:t>
            </a:r>
            <a:r>
              <a:rPr lang="en-US" sz="2000" dirty="0">
                <a:latin typeface="+mj-lt"/>
              </a:rPr>
              <a:t>: </a:t>
            </a:r>
            <a:endParaRPr lang="es-MX" sz="2000" dirty="0">
              <a:latin typeface="+mj-lt"/>
            </a:endParaRPr>
          </a:p>
        </p:txBody>
      </p:sp>
      <p:graphicFrame>
        <p:nvGraphicFramePr>
          <p:cNvPr id="7" name="Objeto 6">
            <a:extLst>
              <a:ext uri="{FF2B5EF4-FFF2-40B4-BE49-F238E27FC236}">
                <a16:creationId xmlns:a16="http://schemas.microsoft.com/office/drawing/2014/main" id="{139E591B-424B-22E1-0ED8-6E9DD92A00FD}"/>
              </a:ext>
            </a:extLst>
          </p:cNvPr>
          <p:cNvGraphicFramePr>
            <a:graphicFrameLocks noChangeAspect="1"/>
          </p:cNvGraphicFramePr>
          <p:nvPr>
            <p:extLst>
              <p:ext uri="{D42A27DB-BD31-4B8C-83A1-F6EECF244321}">
                <p14:modId xmlns:p14="http://schemas.microsoft.com/office/powerpoint/2010/main" val="1144311175"/>
              </p:ext>
            </p:extLst>
          </p:nvPr>
        </p:nvGraphicFramePr>
        <p:xfrm>
          <a:off x="2275436" y="1983589"/>
          <a:ext cx="3790950" cy="2828925"/>
        </p:xfrm>
        <a:graphic>
          <a:graphicData uri="http://schemas.openxmlformats.org/presentationml/2006/ole">
            <mc:AlternateContent xmlns:mc="http://schemas.openxmlformats.org/markup-compatibility/2006">
              <mc:Choice xmlns:v="urn:schemas-microsoft-com:vml" Requires="v">
                <p:oleObj name="Imagen de mapa de bits" r:id="rId2" imgW="3790800" imgH="2828880" progId="Paint.Picture">
                  <p:embed/>
                </p:oleObj>
              </mc:Choice>
              <mc:Fallback>
                <p:oleObj name="Imagen de mapa de bits" r:id="rId2" imgW="3790800" imgH="2828880" progId="Paint.Picture">
                  <p:embed/>
                  <p:pic>
                    <p:nvPicPr>
                      <p:cNvPr id="7" name="Objeto 6">
                        <a:extLst>
                          <a:ext uri="{FF2B5EF4-FFF2-40B4-BE49-F238E27FC236}">
                            <a16:creationId xmlns:a16="http://schemas.microsoft.com/office/drawing/2014/main" id="{139E591B-424B-22E1-0ED8-6E9DD92A00FD}"/>
                          </a:ext>
                        </a:extLst>
                      </p:cNvPr>
                      <p:cNvPicPr/>
                      <p:nvPr/>
                    </p:nvPicPr>
                    <p:blipFill>
                      <a:blip r:embed="rId3"/>
                      <a:stretch>
                        <a:fillRect/>
                      </a:stretch>
                    </p:blipFill>
                    <p:spPr>
                      <a:xfrm>
                        <a:off x="2275436" y="1983589"/>
                        <a:ext cx="3790950" cy="2828925"/>
                      </a:xfrm>
                      <a:prstGeom prst="rect">
                        <a:avLst/>
                      </a:prstGeom>
                    </p:spPr>
                  </p:pic>
                </p:oleObj>
              </mc:Fallback>
            </mc:AlternateContent>
          </a:graphicData>
        </a:graphic>
      </p:graphicFrame>
    </p:spTree>
    <p:extLst>
      <p:ext uri="{BB962C8B-B14F-4D97-AF65-F5344CB8AC3E}">
        <p14:creationId xmlns:p14="http://schemas.microsoft.com/office/powerpoint/2010/main" val="221013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07AB7-AC7B-9B12-06A8-94EDC14C1F3B}"/>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12CAB9A-4282-F8CC-14EC-9064FB278AC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C3A8A449-D312-0409-B853-84043A451589}"/>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9CB961-092B-8919-F81D-D7BD3BD029F0}"/>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0B5AFD7F-692A-2304-6DE9-CEC64E745D8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E717944B-4C99-C2A3-7C12-7ABE156F89F8}"/>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Pooling</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97276F0D-D8A5-B15A-F70B-B6728D286675}"/>
              </a:ext>
            </a:extLst>
          </p:cNvPr>
          <p:cNvSpPr txBox="1"/>
          <p:nvPr/>
        </p:nvSpPr>
        <p:spPr>
          <a:xfrm>
            <a:off x="543440" y="444685"/>
            <a:ext cx="8057120" cy="1631216"/>
          </a:xfrm>
          <a:prstGeom prst="rect">
            <a:avLst/>
          </a:prstGeom>
          <a:noFill/>
        </p:spPr>
        <p:txBody>
          <a:bodyPr wrap="square">
            <a:spAutoFit/>
          </a:bodyPr>
          <a:lstStyle/>
          <a:p>
            <a:pPr algn="just"/>
            <a:r>
              <a:rPr lang="en-US" sz="2000" dirty="0">
                <a:latin typeface="+mj-lt"/>
              </a:rPr>
              <a:t>As a result of the convolution operation, we have some feature maps. But the feature maps are too large in dimension. In order to reduce the dimensions of feature maps, we perform a pooling operation. This reduces the dimensions of the feature maps and keeps only the necessary details so that the amount of computation can be reduced.</a:t>
            </a:r>
            <a:endParaRPr lang="es-MX" sz="2000" dirty="0">
              <a:latin typeface="+mj-lt"/>
            </a:endParaRPr>
          </a:p>
        </p:txBody>
      </p:sp>
      <p:sp>
        <p:nvSpPr>
          <p:cNvPr id="4" name="CuadroTexto 3">
            <a:extLst>
              <a:ext uri="{FF2B5EF4-FFF2-40B4-BE49-F238E27FC236}">
                <a16:creationId xmlns:a16="http://schemas.microsoft.com/office/drawing/2014/main" id="{6CE0473B-F3A5-96E4-6308-7B4FE4FCF529}"/>
              </a:ext>
            </a:extLst>
          </p:cNvPr>
          <p:cNvSpPr txBox="1"/>
          <p:nvPr/>
        </p:nvSpPr>
        <p:spPr>
          <a:xfrm>
            <a:off x="160020" y="2206597"/>
            <a:ext cx="3451860" cy="2862322"/>
          </a:xfrm>
          <a:prstGeom prst="rect">
            <a:avLst/>
          </a:prstGeom>
          <a:noFill/>
        </p:spPr>
        <p:txBody>
          <a:bodyPr wrap="square">
            <a:spAutoFit/>
          </a:bodyPr>
          <a:lstStyle/>
          <a:p>
            <a:pPr algn="just"/>
            <a:r>
              <a:rPr lang="en-US" sz="2000" dirty="0">
                <a:latin typeface="+mj-lt"/>
              </a:rPr>
              <a:t>There are different types of pooling operations, including </a:t>
            </a:r>
            <a:r>
              <a:rPr lang="en-US" sz="2000" b="1" dirty="0">
                <a:latin typeface="+mj-lt"/>
              </a:rPr>
              <a:t>max pooling</a:t>
            </a:r>
            <a:r>
              <a:rPr lang="en-US" sz="2000" dirty="0">
                <a:latin typeface="+mj-lt"/>
              </a:rPr>
              <a:t>, </a:t>
            </a:r>
            <a:r>
              <a:rPr lang="en-US" sz="2000" b="1" dirty="0">
                <a:latin typeface="+mj-lt"/>
              </a:rPr>
              <a:t>average pooling</a:t>
            </a:r>
            <a:r>
              <a:rPr lang="en-US" sz="2000" dirty="0">
                <a:latin typeface="+mj-lt"/>
              </a:rPr>
              <a:t>, and </a:t>
            </a:r>
            <a:r>
              <a:rPr lang="en-US" sz="2000" b="1" dirty="0">
                <a:latin typeface="+mj-lt"/>
              </a:rPr>
              <a:t>sum pooling</a:t>
            </a:r>
            <a:r>
              <a:rPr lang="en-US" sz="2000" dirty="0">
                <a:latin typeface="+mj-lt"/>
              </a:rPr>
              <a:t>. In max pooling, we slide over the filter on the input matrix and simply take the maximum value from the filter window, as shown in the following diagram: </a:t>
            </a:r>
            <a:endParaRPr lang="es-MX" sz="2000" dirty="0">
              <a:latin typeface="+mj-lt"/>
            </a:endParaRPr>
          </a:p>
        </p:txBody>
      </p:sp>
      <p:graphicFrame>
        <p:nvGraphicFramePr>
          <p:cNvPr id="8" name="Objeto 7">
            <a:extLst>
              <a:ext uri="{FF2B5EF4-FFF2-40B4-BE49-F238E27FC236}">
                <a16:creationId xmlns:a16="http://schemas.microsoft.com/office/drawing/2014/main" id="{8BBE428E-F825-0F6B-7C8D-ECB8A0792EA0}"/>
              </a:ext>
            </a:extLst>
          </p:cNvPr>
          <p:cNvGraphicFramePr>
            <a:graphicFrameLocks noChangeAspect="1"/>
          </p:cNvGraphicFramePr>
          <p:nvPr>
            <p:extLst>
              <p:ext uri="{D42A27DB-BD31-4B8C-83A1-F6EECF244321}">
                <p14:modId xmlns:p14="http://schemas.microsoft.com/office/powerpoint/2010/main" val="781377727"/>
              </p:ext>
            </p:extLst>
          </p:nvPr>
        </p:nvGraphicFramePr>
        <p:xfrm>
          <a:off x="3611880" y="2419350"/>
          <a:ext cx="5463454" cy="2302266"/>
        </p:xfrm>
        <a:graphic>
          <a:graphicData uri="http://schemas.openxmlformats.org/presentationml/2006/ole">
            <mc:AlternateContent xmlns:mc="http://schemas.openxmlformats.org/markup-compatibility/2006">
              <mc:Choice xmlns:v="urn:schemas-microsoft-com:vml" Requires="v">
                <p:oleObj name="Imagen de mapa de bits" r:id="rId2" imgW="5877000" imgH="2476440" progId="Paint.Picture">
                  <p:embed/>
                </p:oleObj>
              </mc:Choice>
              <mc:Fallback>
                <p:oleObj name="Imagen de mapa de bits" r:id="rId2" imgW="5877000" imgH="2476440" progId="Paint.Picture">
                  <p:embed/>
                  <p:pic>
                    <p:nvPicPr>
                      <p:cNvPr id="8" name="Objeto 7">
                        <a:extLst>
                          <a:ext uri="{FF2B5EF4-FFF2-40B4-BE49-F238E27FC236}">
                            <a16:creationId xmlns:a16="http://schemas.microsoft.com/office/drawing/2014/main" id="{8BBE428E-F825-0F6B-7C8D-ECB8A0792EA0}"/>
                          </a:ext>
                        </a:extLst>
                      </p:cNvPr>
                      <p:cNvPicPr/>
                      <p:nvPr/>
                    </p:nvPicPr>
                    <p:blipFill>
                      <a:blip r:embed="rId3"/>
                      <a:stretch>
                        <a:fillRect/>
                      </a:stretch>
                    </p:blipFill>
                    <p:spPr>
                      <a:xfrm>
                        <a:off x="3611880" y="2419350"/>
                        <a:ext cx="5463454" cy="2302266"/>
                      </a:xfrm>
                      <a:prstGeom prst="rect">
                        <a:avLst/>
                      </a:prstGeom>
                    </p:spPr>
                  </p:pic>
                </p:oleObj>
              </mc:Fallback>
            </mc:AlternateContent>
          </a:graphicData>
        </a:graphic>
      </p:graphicFrame>
    </p:spTree>
    <p:extLst>
      <p:ext uri="{BB962C8B-B14F-4D97-AF65-F5344CB8AC3E}">
        <p14:creationId xmlns:p14="http://schemas.microsoft.com/office/powerpoint/2010/main" val="154127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2D17-EAD6-E3F1-722D-B3B9D2B7968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9B8FF075-EB3E-6463-0702-AF57BD45774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F0DA205-14CB-6878-BA91-8E91D03EAB6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A8513FC6-4FF4-118B-1852-995BEE7E3FC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42A7737-3860-A556-3182-F6EB2545DF3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31A5797D-D328-5209-ED69-08B4652E8876}"/>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Pooling</a:t>
            </a:r>
            <a:endParaRPr lang="es-MX" sz="2400" b="1" dirty="0">
              <a:solidFill>
                <a:srgbClr val="002060"/>
              </a:solidFill>
              <a:latin typeface="Raleway" pitchFamily="2" charset="0"/>
              <a:ea typeface="+mn-ea"/>
              <a:cs typeface="+mn-cs"/>
            </a:endParaRPr>
          </a:p>
        </p:txBody>
      </p:sp>
      <p:graphicFrame>
        <p:nvGraphicFramePr>
          <p:cNvPr id="2" name="Objeto 1">
            <a:extLst>
              <a:ext uri="{FF2B5EF4-FFF2-40B4-BE49-F238E27FC236}">
                <a16:creationId xmlns:a16="http://schemas.microsoft.com/office/drawing/2014/main" id="{8268D733-9CE0-1125-DFC9-B30CD6C0158E}"/>
              </a:ext>
            </a:extLst>
          </p:cNvPr>
          <p:cNvGraphicFramePr>
            <a:graphicFrameLocks noChangeAspect="1"/>
          </p:cNvGraphicFramePr>
          <p:nvPr>
            <p:extLst>
              <p:ext uri="{D42A27DB-BD31-4B8C-83A1-F6EECF244321}">
                <p14:modId xmlns:p14="http://schemas.microsoft.com/office/powerpoint/2010/main" val="3280747702"/>
              </p:ext>
            </p:extLst>
          </p:nvPr>
        </p:nvGraphicFramePr>
        <p:xfrm>
          <a:off x="408700" y="814387"/>
          <a:ext cx="5715000" cy="3514725"/>
        </p:xfrm>
        <a:graphic>
          <a:graphicData uri="http://schemas.openxmlformats.org/presentationml/2006/ole">
            <mc:AlternateContent xmlns:mc="http://schemas.openxmlformats.org/markup-compatibility/2006">
              <mc:Choice xmlns:v="urn:schemas-microsoft-com:vml" Requires="v">
                <p:oleObj name="Imagen de mapa de bits" r:id="rId2" imgW="5715000" imgH="3514680" progId="Paint.Picture">
                  <p:embed/>
                </p:oleObj>
              </mc:Choice>
              <mc:Fallback>
                <p:oleObj name="Imagen de mapa de bits" r:id="rId2" imgW="5715000" imgH="3514680" progId="Paint.Picture">
                  <p:embed/>
                  <p:pic>
                    <p:nvPicPr>
                      <p:cNvPr id="2" name="Objeto 1">
                        <a:extLst>
                          <a:ext uri="{FF2B5EF4-FFF2-40B4-BE49-F238E27FC236}">
                            <a16:creationId xmlns:a16="http://schemas.microsoft.com/office/drawing/2014/main" id="{8268D733-9CE0-1125-DFC9-B30CD6C0158E}"/>
                          </a:ext>
                        </a:extLst>
                      </p:cNvPr>
                      <p:cNvPicPr/>
                      <p:nvPr/>
                    </p:nvPicPr>
                    <p:blipFill>
                      <a:blip r:embed="rId3"/>
                      <a:stretch>
                        <a:fillRect/>
                      </a:stretch>
                    </p:blipFill>
                    <p:spPr>
                      <a:xfrm>
                        <a:off x="408700" y="814387"/>
                        <a:ext cx="5715000" cy="3514725"/>
                      </a:xfrm>
                      <a:prstGeom prst="rect">
                        <a:avLst/>
                      </a:prstGeom>
                    </p:spPr>
                  </p:pic>
                </p:oleObj>
              </mc:Fallback>
            </mc:AlternateContent>
          </a:graphicData>
        </a:graphic>
      </p:graphicFrame>
      <p:sp>
        <p:nvSpPr>
          <p:cNvPr id="7" name="CuadroTexto 6">
            <a:extLst>
              <a:ext uri="{FF2B5EF4-FFF2-40B4-BE49-F238E27FC236}">
                <a16:creationId xmlns:a16="http://schemas.microsoft.com/office/drawing/2014/main" id="{5FE48427-D7DF-811C-DCE9-365A09DA7DEB}"/>
              </a:ext>
            </a:extLst>
          </p:cNvPr>
          <p:cNvSpPr txBox="1"/>
          <p:nvPr/>
        </p:nvSpPr>
        <p:spPr>
          <a:xfrm>
            <a:off x="6193564" y="1756141"/>
            <a:ext cx="2662460" cy="1631216"/>
          </a:xfrm>
          <a:prstGeom prst="rect">
            <a:avLst/>
          </a:prstGeom>
          <a:noFill/>
        </p:spPr>
        <p:txBody>
          <a:bodyPr wrap="square">
            <a:spAutoFit/>
          </a:bodyPr>
          <a:lstStyle/>
          <a:p>
            <a:pPr algn="just"/>
            <a:r>
              <a:rPr lang="en-US" sz="2000" dirty="0">
                <a:latin typeface="+mj-lt"/>
              </a:rPr>
              <a:t>The pooling operation will not change the depth of the feature maps; it will only affect the height and width.</a:t>
            </a:r>
            <a:endParaRPr lang="es-MX" sz="2000" dirty="0">
              <a:latin typeface="+mj-lt"/>
            </a:endParaRPr>
          </a:p>
        </p:txBody>
      </p:sp>
    </p:spTree>
    <p:extLst>
      <p:ext uri="{BB962C8B-B14F-4D97-AF65-F5344CB8AC3E}">
        <p14:creationId xmlns:p14="http://schemas.microsoft.com/office/powerpoint/2010/main" val="73110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1F6D1-D53A-BE5E-ED03-9B555204D4F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638FAF5-B3E2-4487-869E-B29A793DD57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002E7EE-004B-85E7-E74D-B832E32AB2F8}"/>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39B55426-2182-2964-08AE-82400960EDA3}"/>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658E4991-BF46-38BD-A543-2F1E32C5846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0E943860-5857-C1D6-D4E9-CB5FA8DEC3C4}"/>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Fully</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Connected</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Layers</a:t>
            </a:r>
            <a:endParaRPr lang="es-MX" sz="2400" b="1" dirty="0">
              <a:solidFill>
                <a:srgbClr val="002060"/>
              </a:solidFill>
              <a:latin typeface="Raleway" pitchFamily="2" charset="0"/>
              <a:ea typeface="+mn-ea"/>
              <a:cs typeface="+mn-cs"/>
            </a:endParaRPr>
          </a:p>
        </p:txBody>
      </p:sp>
      <p:sp>
        <p:nvSpPr>
          <p:cNvPr id="3" name="CuadroTexto 2">
            <a:extLst>
              <a:ext uri="{FF2B5EF4-FFF2-40B4-BE49-F238E27FC236}">
                <a16:creationId xmlns:a16="http://schemas.microsoft.com/office/drawing/2014/main" id="{2606F80E-3F59-B463-D85A-22024AEE79F1}"/>
              </a:ext>
            </a:extLst>
          </p:cNvPr>
          <p:cNvSpPr txBox="1"/>
          <p:nvPr/>
        </p:nvSpPr>
        <p:spPr>
          <a:xfrm>
            <a:off x="588962" y="557298"/>
            <a:ext cx="8448358" cy="1569660"/>
          </a:xfrm>
          <a:prstGeom prst="rect">
            <a:avLst/>
          </a:prstGeom>
          <a:noFill/>
        </p:spPr>
        <p:txBody>
          <a:bodyPr wrap="square">
            <a:spAutoFit/>
          </a:bodyPr>
          <a:lstStyle/>
          <a:p>
            <a:pPr algn="just"/>
            <a:r>
              <a:rPr lang="en-US" sz="2400" dirty="0">
                <a:latin typeface="+mj-lt"/>
              </a:rPr>
              <a:t>A CNN can have multiple convolutional layers and pooling layers. However, these layers will only extract features from the input image and produce the feature map; that is, they are just the feature extractors. </a:t>
            </a:r>
            <a:endParaRPr lang="es-MX" sz="2400" dirty="0">
              <a:latin typeface="+mj-lt"/>
            </a:endParaRPr>
          </a:p>
        </p:txBody>
      </p:sp>
      <p:graphicFrame>
        <p:nvGraphicFramePr>
          <p:cNvPr id="4" name="Objeto 3">
            <a:extLst>
              <a:ext uri="{FF2B5EF4-FFF2-40B4-BE49-F238E27FC236}">
                <a16:creationId xmlns:a16="http://schemas.microsoft.com/office/drawing/2014/main" id="{109E936E-75C2-2A2A-7420-613BE83AC127}"/>
              </a:ext>
            </a:extLst>
          </p:cNvPr>
          <p:cNvGraphicFramePr>
            <a:graphicFrameLocks noChangeAspect="1"/>
          </p:cNvGraphicFramePr>
          <p:nvPr>
            <p:extLst>
              <p:ext uri="{D42A27DB-BD31-4B8C-83A1-F6EECF244321}">
                <p14:modId xmlns:p14="http://schemas.microsoft.com/office/powerpoint/2010/main" val="3340609768"/>
              </p:ext>
            </p:extLst>
          </p:nvPr>
        </p:nvGraphicFramePr>
        <p:xfrm>
          <a:off x="1130209" y="2126958"/>
          <a:ext cx="7188381" cy="2843672"/>
        </p:xfrm>
        <a:graphic>
          <a:graphicData uri="http://schemas.openxmlformats.org/presentationml/2006/ole">
            <mc:AlternateContent xmlns:mc="http://schemas.openxmlformats.org/markup-compatibility/2006">
              <mc:Choice xmlns:v="urn:schemas-microsoft-com:vml" Requires="v">
                <p:oleObj name="Imagen de mapa de bits" r:id="rId2" imgW="9077400" imgH="3591000" progId="Paint.Picture">
                  <p:embed/>
                </p:oleObj>
              </mc:Choice>
              <mc:Fallback>
                <p:oleObj name="Imagen de mapa de bits" r:id="rId2" imgW="9077400" imgH="3591000" progId="Paint.Picture">
                  <p:embed/>
                  <p:pic>
                    <p:nvPicPr>
                      <p:cNvPr id="4" name="Objeto 3">
                        <a:extLst>
                          <a:ext uri="{FF2B5EF4-FFF2-40B4-BE49-F238E27FC236}">
                            <a16:creationId xmlns:a16="http://schemas.microsoft.com/office/drawing/2014/main" id="{109E936E-75C2-2A2A-7420-613BE83AC127}"/>
                          </a:ext>
                        </a:extLst>
                      </p:cNvPr>
                      <p:cNvPicPr/>
                      <p:nvPr/>
                    </p:nvPicPr>
                    <p:blipFill>
                      <a:blip r:embed="rId3"/>
                      <a:stretch>
                        <a:fillRect/>
                      </a:stretch>
                    </p:blipFill>
                    <p:spPr>
                      <a:xfrm>
                        <a:off x="1130209" y="2126958"/>
                        <a:ext cx="7188381" cy="2843672"/>
                      </a:xfrm>
                      <a:prstGeom prst="rect">
                        <a:avLst/>
                      </a:prstGeom>
                    </p:spPr>
                  </p:pic>
                </p:oleObj>
              </mc:Fallback>
            </mc:AlternateContent>
          </a:graphicData>
        </a:graphic>
      </p:graphicFrame>
    </p:spTree>
    <p:extLst>
      <p:ext uri="{BB962C8B-B14F-4D97-AF65-F5344CB8AC3E}">
        <p14:creationId xmlns:p14="http://schemas.microsoft.com/office/powerpoint/2010/main" val="9081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59FC-7F0F-7063-4FBB-8350E3F69AA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CC34FF6-FF58-372B-E6D2-A2AF7EE131D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F15F77C-871B-C37D-8111-D261A51C102C}"/>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4E607F2A-EC66-DA1F-8220-A598517CAE4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F693802D-3128-C1C3-6047-B12C8A610DF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AA77A0FF-CD41-961B-1217-01D07904A612}"/>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sp>
        <p:nvSpPr>
          <p:cNvPr id="2" name="CuadroTexto 1">
            <a:extLst>
              <a:ext uri="{FF2B5EF4-FFF2-40B4-BE49-F238E27FC236}">
                <a16:creationId xmlns:a16="http://schemas.microsoft.com/office/drawing/2014/main" id="{EB80349D-27FA-B9B6-F4C9-5827007C0687}"/>
              </a:ext>
            </a:extLst>
          </p:cNvPr>
          <p:cNvSpPr txBox="1"/>
          <p:nvPr/>
        </p:nvSpPr>
        <p:spPr>
          <a:xfrm>
            <a:off x="868363" y="442580"/>
            <a:ext cx="9416934" cy="400110"/>
          </a:xfrm>
          <a:prstGeom prst="rect">
            <a:avLst/>
          </a:prstGeom>
          <a:noFill/>
        </p:spPr>
        <p:txBody>
          <a:bodyPr wrap="square">
            <a:spAutoFit/>
          </a:bodyPr>
          <a:lstStyle/>
          <a:p>
            <a:pPr algn="just"/>
            <a:r>
              <a:rPr lang="en-US" sz="2000" dirty="0">
                <a:latin typeface="+mj-lt"/>
              </a:rPr>
              <a:t>For now, let us give an abstract description of the CNN structure first. </a:t>
            </a:r>
            <a:endParaRPr lang="es-MX" sz="2000" dirty="0">
              <a:latin typeface="+mj-lt"/>
            </a:endParaRPr>
          </a:p>
        </p:txBody>
      </p:sp>
      <p:pic>
        <p:nvPicPr>
          <p:cNvPr id="7" name="Picture 3">
            <a:extLst>
              <a:ext uri="{FF2B5EF4-FFF2-40B4-BE49-F238E27FC236}">
                <a16:creationId xmlns:a16="http://schemas.microsoft.com/office/drawing/2014/main" id="{18622B39-8B1D-4D44-30A0-10A2C448866A}"/>
              </a:ext>
            </a:extLst>
          </p:cNvPr>
          <p:cNvPicPr>
            <a:picLocks noChangeAspect="1"/>
          </p:cNvPicPr>
          <p:nvPr/>
        </p:nvPicPr>
        <p:blipFill>
          <a:blip r:embed="rId2"/>
          <a:stretch>
            <a:fillRect/>
          </a:stretch>
        </p:blipFill>
        <p:spPr>
          <a:xfrm>
            <a:off x="197703" y="4085410"/>
            <a:ext cx="8748593" cy="753725"/>
          </a:xfrm>
          <a:prstGeom prst="rect">
            <a:avLst/>
          </a:prstGeom>
        </p:spPr>
      </p:pic>
      <p:graphicFrame>
        <p:nvGraphicFramePr>
          <p:cNvPr id="8" name="Objeto 4">
            <a:extLst>
              <a:ext uri="{FF2B5EF4-FFF2-40B4-BE49-F238E27FC236}">
                <a16:creationId xmlns:a16="http://schemas.microsoft.com/office/drawing/2014/main" id="{2B0EDFB6-9371-5B84-F4C9-9A39C1494195}"/>
              </a:ext>
            </a:extLst>
          </p:cNvPr>
          <p:cNvGraphicFramePr>
            <a:graphicFrameLocks noChangeAspect="1"/>
          </p:cNvGraphicFramePr>
          <p:nvPr>
            <p:extLst>
              <p:ext uri="{D42A27DB-BD31-4B8C-83A1-F6EECF244321}">
                <p14:modId xmlns:p14="http://schemas.microsoft.com/office/powerpoint/2010/main" val="3744961330"/>
              </p:ext>
            </p:extLst>
          </p:nvPr>
        </p:nvGraphicFramePr>
        <p:xfrm>
          <a:off x="1258728" y="1048355"/>
          <a:ext cx="6931343" cy="2741990"/>
        </p:xfrm>
        <a:graphic>
          <a:graphicData uri="http://schemas.openxmlformats.org/presentationml/2006/ole">
            <mc:AlternateContent xmlns:mc="http://schemas.openxmlformats.org/markup-compatibility/2006">
              <mc:Choice xmlns:v="urn:schemas-microsoft-com:vml" Requires="v">
                <p:oleObj name="Imagen de mapa de bits" r:id="rId3" imgW="9077400" imgH="3591000" progId="Paint.Picture">
                  <p:embed/>
                </p:oleObj>
              </mc:Choice>
              <mc:Fallback>
                <p:oleObj name="Imagen de mapa de bits" r:id="rId3" imgW="9077400" imgH="3591000" progId="Paint.Picture">
                  <p:embed/>
                  <p:pic>
                    <p:nvPicPr>
                      <p:cNvPr id="8" name="Objeto 4">
                        <a:extLst>
                          <a:ext uri="{FF2B5EF4-FFF2-40B4-BE49-F238E27FC236}">
                            <a16:creationId xmlns:a16="http://schemas.microsoft.com/office/drawing/2014/main" id="{2B0EDFB6-9371-5B84-F4C9-9A39C1494195}"/>
                          </a:ext>
                        </a:extLst>
                      </p:cNvPr>
                      <p:cNvPicPr/>
                      <p:nvPr/>
                    </p:nvPicPr>
                    <p:blipFill>
                      <a:blip r:embed="rId4"/>
                      <a:stretch>
                        <a:fillRect/>
                      </a:stretch>
                    </p:blipFill>
                    <p:spPr>
                      <a:xfrm>
                        <a:off x="1258728" y="1048355"/>
                        <a:ext cx="6931343" cy="2741990"/>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A9C37A6F-BD5A-C071-B93F-271B1DB5D566}"/>
              </a:ext>
            </a:extLst>
          </p:cNvPr>
          <p:cNvGraphicFramePr>
            <a:graphicFrameLocks noChangeAspect="1"/>
          </p:cNvGraphicFramePr>
          <p:nvPr>
            <p:extLst>
              <p:ext uri="{D42A27DB-BD31-4B8C-83A1-F6EECF244321}">
                <p14:modId xmlns:p14="http://schemas.microsoft.com/office/powerpoint/2010/main" val="427831553"/>
              </p:ext>
            </p:extLst>
          </p:nvPr>
        </p:nvGraphicFramePr>
        <p:xfrm>
          <a:off x="7045681" y="5164259"/>
          <a:ext cx="1365250" cy="730250"/>
        </p:xfrm>
        <a:graphic>
          <a:graphicData uri="http://schemas.openxmlformats.org/presentationml/2006/ole">
            <mc:AlternateContent xmlns:mc="http://schemas.openxmlformats.org/markup-compatibility/2006">
              <mc:Choice xmlns:v="urn:schemas-microsoft-com:vml" Requires="v">
                <p:oleObj name="Bitmap Image" r:id="rId5" imgW="1365120" imgH="730080" progId="PBrush">
                  <p:embed/>
                </p:oleObj>
              </mc:Choice>
              <mc:Fallback>
                <p:oleObj name="Bitmap Image" r:id="rId5" imgW="1365120" imgH="730080" progId="PBrush">
                  <p:embed/>
                  <p:pic>
                    <p:nvPicPr>
                      <p:cNvPr id="9" name="Objeto 8">
                        <a:extLst>
                          <a:ext uri="{FF2B5EF4-FFF2-40B4-BE49-F238E27FC236}">
                            <a16:creationId xmlns:a16="http://schemas.microsoft.com/office/drawing/2014/main" id="{A9C37A6F-BD5A-C071-B93F-271B1DB5D566}"/>
                          </a:ext>
                        </a:extLst>
                      </p:cNvPr>
                      <p:cNvPicPr/>
                      <p:nvPr/>
                    </p:nvPicPr>
                    <p:blipFill>
                      <a:blip r:embed="rId6"/>
                      <a:stretch>
                        <a:fillRect/>
                      </a:stretch>
                    </p:blipFill>
                    <p:spPr>
                      <a:xfrm>
                        <a:off x="7045681" y="5164259"/>
                        <a:ext cx="1365250" cy="730250"/>
                      </a:xfrm>
                      <a:prstGeom prst="rect">
                        <a:avLst/>
                      </a:prstGeom>
                    </p:spPr>
                  </p:pic>
                </p:oleObj>
              </mc:Fallback>
            </mc:AlternateContent>
          </a:graphicData>
        </a:graphic>
      </p:graphicFrame>
    </p:spTree>
    <p:extLst>
      <p:ext uri="{BB962C8B-B14F-4D97-AF65-F5344CB8AC3E}">
        <p14:creationId xmlns:p14="http://schemas.microsoft.com/office/powerpoint/2010/main" val="267149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24BFE-8345-D7AC-9968-500A80B1B7E9}"/>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FC1C6B2-39E8-3833-E5D4-5242085E3D5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BFBF6B4-D3A6-9781-A5F1-B08F7E350E6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A553DEB3-26E5-D8F9-D573-FF514A143DC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FED1869B-908B-4AC0-1552-163EBEB6C35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A5DFBA7-8270-C567-F8C0-7E318443595B}"/>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9" name="Objeto 8">
            <a:extLst>
              <a:ext uri="{FF2B5EF4-FFF2-40B4-BE49-F238E27FC236}">
                <a16:creationId xmlns:a16="http://schemas.microsoft.com/office/drawing/2014/main" id="{BDEA5404-66C0-90A3-0224-5D1C8EC57305}"/>
              </a:ext>
            </a:extLst>
          </p:cNvPr>
          <p:cNvGraphicFramePr>
            <a:graphicFrameLocks noChangeAspect="1"/>
          </p:cNvGraphicFramePr>
          <p:nvPr/>
        </p:nvGraphicFramePr>
        <p:xfrm>
          <a:off x="7045681" y="5164259"/>
          <a:ext cx="1365250" cy="730250"/>
        </p:xfrm>
        <a:graphic>
          <a:graphicData uri="http://schemas.openxmlformats.org/presentationml/2006/ole">
            <mc:AlternateContent xmlns:mc="http://schemas.openxmlformats.org/markup-compatibility/2006">
              <mc:Choice xmlns:v="urn:schemas-microsoft-com:vml" Requires="v">
                <p:oleObj name="Bitmap Image" r:id="rId2" imgW="1365120" imgH="730080" progId="PBrush">
                  <p:embed/>
                </p:oleObj>
              </mc:Choice>
              <mc:Fallback>
                <p:oleObj name="Bitmap Image" r:id="rId2" imgW="1365120" imgH="730080" progId="PBrush">
                  <p:embed/>
                  <p:pic>
                    <p:nvPicPr>
                      <p:cNvPr id="9" name="Objeto 8">
                        <a:extLst>
                          <a:ext uri="{FF2B5EF4-FFF2-40B4-BE49-F238E27FC236}">
                            <a16:creationId xmlns:a16="http://schemas.microsoft.com/office/drawing/2014/main" id="{BDEA5404-66C0-90A3-0224-5D1C8EC57305}"/>
                          </a:ext>
                        </a:extLst>
                      </p:cNvPr>
                      <p:cNvPicPr/>
                      <p:nvPr/>
                    </p:nvPicPr>
                    <p:blipFill>
                      <a:blip r:embed="rId3"/>
                      <a:stretch>
                        <a:fillRect/>
                      </a:stretch>
                    </p:blipFill>
                    <p:spPr>
                      <a:xfrm>
                        <a:off x="7045681" y="5164259"/>
                        <a:ext cx="1365250" cy="730250"/>
                      </a:xfrm>
                      <a:prstGeom prst="rect">
                        <a:avLst/>
                      </a:prstGeom>
                    </p:spPr>
                  </p:pic>
                </p:oleObj>
              </mc:Fallback>
            </mc:AlternateContent>
          </a:graphicData>
        </a:graphic>
      </p:graphicFrame>
      <p:pic>
        <p:nvPicPr>
          <p:cNvPr id="3" name="Picture 3">
            <a:extLst>
              <a:ext uri="{FF2B5EF4-FFF2-40B4-BE49-F238E27FC236}">
                <a16:creationId xmlns:a16="http://schemas.microsoft.com/office/drawing/2014/main" id="{0A831120-4410-803C-8A9B-176DCAAF295C}"/>
              </a:ext>
            </a:extLst>
          </p:cNvPr>
          <p:cNvPicPr>
            <a:picLocks noChangeAspect="1"/>
          </p:cNvPicPr>
          <p:nvPr/>
        </p:nvPicPr>
        <p:blipFill>
          <a:blip r:embed="rId4"/>
          <a:stretch>
            <a:fillRect/>
          </a:stretch>
        </p:blipFill>
        <p:spPr>
          <a:xfrm>
            <a:off x="112871" y="756019"/>
            <a:ext cx="8918257" cy="768342"/>
          </a:xfrm>
          <a:prstGeom prst="rect">
            <a:avLst/>
          </a:prstGeom>
        </p:spPr>
      </p:pic>
      <p:sp>
        <p:nvSpPr>
          <p:cNvPr id="4" name="TextBox 7">
            <a:extLst>
              <a:ext uri="{FF2B5EF4-FFF2-40B4-BE49-F238E27FC236}">
                <a16:creationId xmlns:a16="http://schemas.microsoft.com/office/drawing/2014/main" id="{495E63F2-49B1-4B0A-7EEB-3BA059F1F256}"/>
              </a:ext>
            </a:extLst>
          </p:cNvPr>
          <p:cNvSpPr txBox="1"/>
          <p:nvPr/>
        </p:nvSpPr>
        <p:spPr>
          <a:xfrm>
            <a:off x="265271" y="1910030"/>
            <a:ext cx="8918257" cy="1323439"/>
          </a:xfrm>
          <a:prstGeom prst="rect">
            <a:avLst/>
          </a:prstGeom>
          <a:noFill/>
        </p:spPr>
        <p:txBody>
          <a:bodyPr wrap="square">
            <a:spAutoFit/>
          </a:bodyPr>
          <a:lstStyle/>
          <a:p>
            <a:pPr algn="just"/>
            <a:r>
              <a:rPr lang="en-US" sz="2000" dirty="0">
                <a:latin typeface="+mj-lt"/>
              </a:rPr>
              <a:t>The last layer is a loss layer. Let us suppose t is the corresponding target (ground-truth) value for the input x 1 , then a cost or loss function can be used to measure the discrepancy between the CNN prediction x L and the target t. For example, a simple loss function could be</a:t>
            </a:r>
          </a:p>
        </p:txBody>
      </p:sp>
      <p:pic>
        <p:nvPicPr>
          <p:cNvPr id="10" name="Picture 10">
            <a:extLst>
              <a:ext uri="{FF2B5EF4-FFF2-40B4-BE49-F238E27FC236}">
                <a16:creationId xmlns:a16="http://schemas.microsoft.com/office/drawing/2014/main" id="{C28CCD0A-D7E0-DFA1-912A-317CC0B4AD36}"/>
              </a:ext>
            </a:extLst>
          </p:cNvPr>
          <p:cNvPicPr>
            <a:picLocks noChangeAspect="1"/>
          </p:cNvPicPr>
          <p:nvPr/>
        </p:nvPicPr>
        <p:blipFill>
          <a:blip r:embed="rId5"/>
          <a:stretch>
            <a:fillRect/>
          </a:stretch>
        </p:blipFill>
        <p:spPr>
          <a:xfrm>
            <a:off x="3344704" y="3415001"/>
            <a:ext cx="2454591" cy="846122"/>
          </a:xfrm>
          <a:prstGeom prst="rect">
            <a:avLst/>
          </a:prstGeom>
        </p:spPr>
      </p:pic>
    </p:spTree>
    <p:extLst>
      <p:ext uri="{BB962C8B-B14F-4D97-AF65-F5344CB8AC3E}">
        <p14:creationId xmlns:p14="http://schemas.microsoft.com/office/powerpoint/2010/main" val="395532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0E842-BE35-CCA2-7CA8-AC23A36A215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A8AD9D7-531A-A16A-5B6E-209EDF491EF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2B8005B9-DB0B-A75A-55FB-644BAD4F958E}"/>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99A3E35-3911-4EFA-9DB6-FE66D3C4E15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15367F82-070A-8A4E-53F1-2DB3DBE0C14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D478BC0D-E450-B0E8-D8E7-CEE734ABCB9F}"/>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9" name="Objeto 8">
            <a:extLst>
              <a:ext uri="{FF2B5EF4-FFF2-40B4-BE49-F238E27FC236}">
                <a16:creationId xmlns:a16="http://schemas.microsoft.com/office/drawing/2014/main" id="{E2FA6F6C-32BB-F59B-9DDE-9CDBCA12DB11}"/>
              </a:ext>
            </a:extLst>
          </p:cNvPr>
          <p:cNvGraphicFramePr>
            <a:graphicFrameLocks noChangeAspect="1"/>
          </p:cNvGraphicFramePr>
          <p:nvPr/>
        </p:nvGraphicFramePr>
        <p:xfrm>
          <a:off x="7045681" y="5164259"/>
          <a:ext cx="1365250" cy="730250"/>
        </p:xfrm>
        <a:graphic>
          <a:graphicData uri="http://schemas.openxmlformats.org/presentationml/2006/ole">
            <mc:AlternateContent xmlns:mc="http://schemas.openxmlformats.org/markup-compatibility/2006">
              <mc:Choice xmlns:v="urn:schemas-microsoft-com:vml" Requires="v">
                <p:oleObj name="Bitmap Image" r:id="rId2" imgW="1365120" imgH="730080" progId="PBrush">
                  <p:embed/>
                </p:oleObj>
              </mc:Choice>
              <mc:Fallback>
                <p:oleObj name="Bitmap Image" r:id="rId2" imgW="1365120" imgH="730080" progId="PBrush">
                  <p:embed/>
                  <p:pic>
                    <p:nvPicPr>
                      <p:cNvPr id="9" name="Objeto 8">
                        <a:extLst>
                          <a:ext uri="{FF2B5EF4-FFF2-40B4-BE49-F238E27FC236}">
                            <a16:creationId xmlns:a16="http://schemas.microsoft.com/office/drawing/2014/main" id="{E2FA6F6C-32BB-F59B-9DDE-9CDBCA12DB11}"/>
                          </a:ext>
                        </a:extLst>
                      </p:cNvPr>
                      <p:cNvPicPr/>
                      <p:nvPr/>
                    </p:nvPicPr>
                    <p:blipFill>
                      <a:blip r:embed="rId3"/>
                      <a:stretch>
                        <a:fillRect/>
                      </a:stretch>
                    </p:blipFill>
                    <p:spPr>
                      <a:xfrm>
                        <a:off x="7045681" y="5164259"/>
                        <a:ext cx="1365250" cy="730250"/>
                      </a:xfrm>
                      <a:prstGeom prst="rect">
                        <a:avLst/>
                      </a:prstGeom>
                    </p:spPr>
                  </p:pic>
                </p:oleObj>
              </mc:Fallback>
            </mc:AlternateContent>
          </a:graphicData>
        </a:graphic>
      </p:graphicFrame>
      <p:pic>
        <p:nvPicPr>
          <p:cNvPr id="2" name="Picture 3">
            <a:extLst>
              <a:ext uri="{FF2B5EF4-FFF2-40B4-BE49-F238E27FC236}">
                <a16:creationId xmlns:a16="http://schemas.microsoft.com/office/drawing/2014/main" id="{1236CCE5-3CE5-9648-E435-BBAC82C92513}"/>
              </a:ext>
            </a:extLst>
          </p:cNvPr>
          <p:cNvPicPr>
            <a:picLocks noChangeAspect="1"/>
          </p:cNvPicPr>
          <p:nvPr/>
        </p:nvPicPr>
        <p:blipFill>
          <a:blip r:embed="rId4"/>
          <a:stretch>
            <a:fillRect/>
          </a:stretch>
        </p:blipFill>
        <p:spPr>
          <a:xfrm>
            <a:off x="534566" y="740614"/>
            <a:ext cx="8609434" cy="741736"/>
          </a:xfrm>
          <a:prstGeom prst="rect">
            <a:avLst/>
          </a:prstGeom>
        </p:spPr>
      </p:pic>
      <p:pic>
        <p:nvPicPr>
          <p:cNvPr id="7" name="Picture 10">
            <a:extLst>
              <a:ext uri="{FF2B5EF4-FFF2-40B4-BE49-F238E27FC236}">
                <a16:creationId xmlns:a16="http://schemas.microsoft.com/office/drawing/2014/main" id="{9FF33046-18DC-DC84-F494-3E68BBCD601F}"/>
              </a:ext>
            </a:extLst>
          </p:cNvPr>
          <p:cNvPicPr>
            <a:picLocks noChangeAspect="1"/>
          </p:cNvPicPr>
          <p:nvPr/>
        </p:nvPicPr>
        <p:blipFill>
          <a:blip r:embed="rId5"/>
          <a:stretch>
            <a:fillRect/>
          </a:stretch>
        </p:blipFill>
        <p:spPr>
          <a:xfrm>
            <a:off x="3132119" y="1910232"/>
            <a:ext cx="2270535" cy="782676"/>
          </a:xfrm>
          <a:prstGeom prst="rect">
            <a:avLst/>
          </a:prstGeom>
        </p:spPr>
      </p:pic>
      <p:pic>
        <p:nvPicPr>
          <p:cNvPr id="8" name="Picture 4">
            <a:extLst>
              <a:ext uri="{FF2B5EF4-FFF2-40B4-BE49-F238E27FC236}">
                <a16:creationId xmlns:a16="http://schemas.microsoft.com/office/drawing/2014/main" id="{9F41D2E2-71B2-8157-C3D4-F8631ADC4606}"/>
              </a:ext>
            </a:extLst>
          </p:cNvPr>
          <p:cNvPicPr>
            <a:picLocks noChangeAspect="1"/>
          </p:cNvPicPr>
          <p:nvPr/>
        </p:nvPicPr>
        <p:blipFill>
          <a:blip r:embed="rId6"/>
          <a:stretch>
            <a:fillRect/>
          </a:stretch>
        </p:blipFill>
        <p:spPr>
          <a:xfrm>
            <a:off x="2989552" y="3310681"/>
            <a:ext cx="2743240" cy="813673"/>
          </a:xfrm>
          <a:prstGeom prst="rect">
            <a:avLst/>
          </a:prstGeom>
        </p:spPr>
      </p:pic>
    </p:spTree>
    <p:extLst>
      <p:ext uri="{BB962C8B-B14F-4D97-AF65-F5344CB8AC3E}">
        <p14:creationId xmlns:p14="http://schemas.microsoft.com/office/powerpoint/2010/main" val="210704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EB1EC-7EB7-2291-045D-2F78D544630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A68E9287-A6A1-279E-23D9-7F22845F118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BDFC7C67-AB0D-1F20-06CF-BF1EA6D7AA5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2BB055B1-6511-47AA-418A-6C9AAC968249}"/>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211EB6EB-09FB-7C98-CDD2-1AF4BF1D1CD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16D04F6F-56D0-44E7-D33F-B62E91B58BC0}"/>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graphicFrame>
        <p:nvGraphicFramePr>
          <p:cNvPr id="9" name="Objeto 8">
            <a:extLst>
              <a:ext uri="{FF2B5EF4-FFF2-40B4-BE49-F238E27FC236}">
                <a16:creationId xmlns:a16="http://schemas.microsoft.com/office/drawing/2014/main" id="{2F4995BF-C5D7-B43A-8FFB-96E532D5FACE}"/>
              </a:ext>
            </a:extLst>
          </p:cNvPr>
          <p:cNvGraphicFramePr>
            <a:graphicFrameLocks noChangeAspect="1"/>
          </p:cNvGraphicFramePr>
          <p:nvPr/>
        </p:nvGraphicFramePr>
        <p:xfrm>
          <a:off x="7045681" y="5164259"/>
          <a:ext cx="1365250" cy="730250"/>
        </p:xfrm>
        <a:graphic>
          <a:graphicData uri="http://schemas.openxmlformats.org/presentationml/2006/ole">
            <mc:AlternateContent xmlns:mc="http://schemas.openxmlformats.org/markup-compatibility/2006">
              <mc:Choice xmlns:v="urn:schemas-microsoft-com:vml" Requires="v">
                <p:oleObj name="Bitmap Image" r:id="rId2" imgW="1365120" imgH="730080" progId="PBrush">
                  <p:embed/>
                </p:oleObj>
              </mc:Choice>
              <mc:Fallback>
                <p:oleObj name="Bitmap Image" r:id="rId2" imgW="1365120" imgH="730080" progId="PBrush">
                  <p:embed/>
                  <p:pic>
                    <p:nvPicPr>
                      <p:cNvPr id="9" name="Objeto 8">
                        <a:extLst>
                          <a:ext uri="{FF2B5EF4-FFF2-40B4-BE49-F238E27FC236}">
                            <a16:creationId xmlns:a16="http://schemas.microsoft.com/office/drawing/2014/main" id="{2F4995BF-C5D7-B43A-8FFB-96E532D5FACE}"/>
                          </a:ext>
                        </a:extLst>
                      </p:cNvPr>
                      <p:cNvPicPr/>
                      <p:nvPr/>
                    </p:nvPicPr>
                    <p:blipFill>
                      <a:blip r:embed="rId3"/>
                      <a:stretch>
                        <a:fillRect/>
                      </a:stretch>
                    </p:blipFill>
                    <p:spPr>
                      <a:xfrm>
                        <a:off x="7045681" y="5164259"/>
                        <a:ext cx="1365250" cy="730250"/>
                      </a:xfrm>
                      <a:prstGeom prst="rect">
                        <a:avLst/>
                      </a:prstGeom>
                    </p:spPr>
                  </p:pic>
                </p:oleObj>
              </mc:Fallback>
            </mc:AlternateContent>
          </a:graphicData>
        </a:graphic>
      </p:graphicFrame>
      <p:pic>
        <p:nvPicPr>
          <p:cNvPr id="3" name="Picture 3">
            <a:extLst>
              <a:ext uri="{FF2B5EF4-FFF2-40B4-BE49-F238E27FC236}">
                <a16:creationId xmlns:a16="http://schemas.microsoft.com/office/drawing/2014/main" id="{66EA4E96-A64F-7C2E-129C-F7B3AC33665B}"/>
              </a:ext>
            </a:extLst>
          </p:cNvPr>
          <p:cNvPicPr>
            <a:picLocks noChangeAspect="1"/>
          </p:cNvPicPr>
          <p:nvPr/>
        </p:nvPicPr>
        <p:blipFill>
          <a:blip r:embed="rId4"/>
          <a:stretch>
            <a:fillRect/>
          </a:stretch>
        </p:blipFill>
        <p:spPr>
          <a:xfrm>
            <a:off x="274929" y="631419"/>
            <a:ext cx="8720137" cy="751274"/>
          </a:xfrm>
          <a:prstGeom prst="rect">
            <a:avLst/>
          </a:prstGeom>
        </p:spPr>
      </p:pic>
      <p:pic>
        <p:nvPicPr>
          <p:cNvPr id="4" name="Picture 10">
            <a:extLst>
              <a:ext uri="{FF2B5EF4-FFF2-40B4-BE49-F238E27FC236}">
                <a16:creationId xmlns:a16="http://schemas.microsoft.com/office/drawing/2014/main" id="{EB84341D-4708-ED76-1C7A-DB01C4C97EFE}"/>
              </a:ext>
            </a:extLst>
          </p:cNvPr>
          <p:cNvPicPr>
            <a:picLocks noChangeAspect="1"/>
          </p:cNvPicPr>
          <p:nvPr/>
        </p:nvPicPr>
        <p:blipFill>
          <a:blip r:embed="rId5"/>
          <a:stretch>
            <a:fillRect/>
          </a:stretch>
        </p:blipFill>
        <p:spPr>
          <a:xfrm>
            <a:off x="3303633" y="1804551"/>
            <a:ext cx="2299730" cy="792740"/>
          </a:xfrm>
          <a:prstGeom prst="rect">
            <a:avLst/>
          </a:prstGeom>
        </p:spPr>
      </p:pic>
      <p:pic>
        <p:nvPicPr>
          <p:cNvPr id="10" name="Picture 4">
            <a:extLst>
              <a:ext uri="{FF2B5EF4-FFF2-40B4-BE49-F238E27FC236}">
                <a16:creationId xmlns:a16="http://schemas.microsoft.com/office/drawing/2014/main" id="{BE174BC0-926E-06CE-957F-7C0BC3D7F72F}"/>
              </a:ext>
            </a:extLst>
          </p:cNvPr>
          <p:cNvPicPr>
            <a:picLocks noChangeAspect="1"/>
          </p:cNvPicPr>
          <p:nvPr/>
        </p:nvPicPr>
        <p:blipFill>
          <a:blip r:embed="rId6"/>
          <a:stretch>
            <a:fillRect/>
          </a:stretch>
        </p:blipFill>
        <p:spPr>
          <a:xfrm>
            <a:off x="765242" y="3112440"/>
            <a:ext cx="2778513" cy="824135"/>
          </a:xfrm>
          <a:prstGeom prst="rect">
            <a:avLst/>
          </a:prstGeom>
        </p:spPr>
      </p:pic>
      <p:pic>
        <p:nvPicPr>
          <p:cNvPr id="11" name="Picture 5">
            <a:extLst>
              <a:ext uri="{FF2B5EF4-FFF2-40B4-BE49-F238E27FC236}">
                <a16:creationId xmlns:a16="http://schemas.microsoft.com/office/drawing/2014/main" id="{73769721-053B-1167-3AB4-5CC9AE7A8715}"/>
              </a:ext>
            </a:extLst>
          </p:cNvPr>
          <p:cNvPicPr>
            <a:picLocks noChangeAspect="1"/>
          </p:cNvPicPr>
          <p:nvPr/>
        </p:nvPicPr>
        <p:blipFill>
          <a:blip r:embed="rId7"/>
          <a:stretch>
            <a:fillRect/>
          </a:stretch>
        </p:blipFill>
        <p:spPr>
          <a:xfrm>
            <a:off x="4993142" y="3071033"/>
            <a:ext cx="3900907" cy="1012509"/>
          </a:xfrm>
          <a:prstGeom prst="rect">
            <a:avLst/>
          </a:prstGeom>
        </p:spPr>
      </p:pic>
      <p:sp>
        <p:nvSpPr>
          <p:cNvPr id="15" name="Arrow: Right 6">
            <a:extLst>
              <a:ext uri="{FF2B5EF4-FFF2-40B4-BE49-F238E27FC236}">
                <a16:creationId xmlns:a16="http://schemas.microsoft.com/office/drawing/2014/main" id="{AC630C8B-5916-093D-5326-463C0DCACF74}"/>
              </a:ext>
            </a:extLst>
          </p:cNvPr>
          <p:cNvSpPr/>
          <p:nvPr/>
        </p:nvSpPr>
        <p:spPr>
          <a:xfrm>
            <a:off x="3923811" y="3524508"/>
            <a:ext cx="800589" cy="527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892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DFF5D-C40B-2902-7765-9E4E255875A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4BCB47A-360B-FC15-33BC-9ABB0D5EBD7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9A9AC0FA-3810-DCB6-CA14-75622608C049}"/>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668C1A62-44AC-4762-7AD6-10EBF298AD8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C94B4587-86A5-A5CC-3A55-8EFE1FB56B5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9AA0960F-28EF-90E3-3E4A-4924F4D886D6}"/>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mc:AlternateContent xmlns:mc="http://schemas.openxmlformats.org/markup-compatibility/2006">
        <mc:Choice xmlns:a14="http://schemas.microsoft.com/office/drawing/2010/main" Requires="a14">
          <p:sp>
            <p:nvSpPr>
              <p:cNvPr id="2" name="TextBox 8">
                <a:extLst>
                  <a:ext uri="{FF2B5EF4-FFF2-40B4-BE49-F238E27FC236}">
                    <a16:creationId xmlns:a16="http://schemas.microsoft.com/office/drawing/2014/main" id="{60F2653D-D7AB-F8F0-7627-C1FF004293C3}"/>
                  </a:ext>
                </a:extLst>
              </p:cNvPr>
              <p:cNvSpPr txBox="1"/>
              <p:nvPr/>
            </p:nvSpPr>
            <p:spPr>
              <a:xfrm>
                <a:off x="315724" y="698773"/>
                <a:ext cx="8817352" cy="717889"/>
              </a:xfrm>
              <a:prstGeom prst="rect">
                <a:avLst/>
              </a:prstGeom>
              <a:noFill/>
            </p:spPr>
            <p:txBody>
              <a:bodyPr wrap="square">
                <a:spAutoFit/>
              </a:bodyPr>
              <a:lstStyle/>
              <a:p>
                <a:r>
                  <a:rPr lang="en-US" sz="2000" dirty="0">
                    <a:latin typeface="+mj-lt"/>
                  </a:rPr>
                  <a:t>In fact, for every layer, we compute two sets of gradients: the partial derivatives of </a:t>
                </a:r>
                <a14:m>
                  <m:oMath xmlns:m="http://schemas.openxmlformats.org/officeDocument/2006/math">
                    <m:r>
                      <a:rPr lang="en-US" sz="2000" i="1" smtClean="0">
                        <a:effectLst/>
                        <a:latin typeface="Cambria Math" panose="02040503050406030204" pitchFamily="18" charset="0"/>
                        <a:ea typeface="Cambria Math" panose="02040503050406030204" pitchFamily="18" charset="0"/>
                        <a:cs typeface="Times New Roman" panose="02020603050405020304" pitchFamily="18" charset="0"/>
                      </a:rPr>
                      <m:t>𝑧</m:t>
                    </m:r>
                  </m:oMath>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p>
                <a:r>
                  <a:rPr lang="en-US" sz="2000" dirty="0">
                    <a:latin typeface="+mj-lt"/>
                  </a:rPr>
                  <a:t> with respect to the layer parameters</a:t>
                </a: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𝑤</m:t>
                        </m:r>
                      </m:e>
                      <m:sup>
                        <m:r>
                          <a:rPr lang="en-US" sz="2000" i="1">
                            <a:latin typeface="Cambria Math" panose="02040503050406030204" pitchFamily="18" charset="0"/>
                            <a:ea typeface="Cambria Math" panose="02040503050406030204" pitchFamily="18" charset="0"/>
                          </a:rPr>
                          <m:t>𝑖</m:t>
                        </m:r>
                      </m:sup>
                    </m:sSup>
                  </m:oMath>
                </a14:m>
                <a:r>
                  <a:rPr lang="en-US" sz="2000" dirty="0">
                    <a:latin typeface="+mj-lt"/>
                  </a:rPr>
                  <a:t>, and that layer’s input </a:t>
                </a: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r>
                          <a:rPr lang="es-MX" sz="2000" b="0" i="1" smtClean="0">
                            <a:latin typeface="Cambria Math" panose="02040503050406030204" pitchFamily="18" charset="0"/>
                            <a:ea typeface="Cambria Math" panose="02040503050406030204" pitchFamily="18" charset="0"/>
                          </a:rPr>
                          <m:t>𝑥</m:t>
                        </m:r>
                      </m:e>
                      <m:sup>
                        <m:r>
                          <a:rPr lang="en-US" sz="2000" i="1">
                            <a:latin typeface="Cambria Math" panose="02040503050406030204" pitchFamily="18" charset="0"/>
                            <a:ea typeface="Cambria Math" panose="02040503050406030204" pitchFamily="18" charset="0"/>
                          </a:rPr>
                          <m:t>𝑖</m:t>
                        </m:r>
                      </m:sup>
                    </m:sSup>
                  </m:oMath>
                </a14:m>
                <a:r>
                  <a:rPr lang="en-US" sz="2000" dirty="0">
                    <a:latin typeface="+mj-lt"/>
                  </a:rPr>
                  <a:t>. </a:t>
                </a:r>
              </a:p>
            </p:txBody>
          </p:sp>
        </mc:Choice>
        <mc:Fallback>
          <p:sp>
            <p:nvSpPr>
              <p:cNvPr id="2" name="TextBox 8">
                <a:extLst>
                  <a:ext uri="{FF2B5EF4-FFF2-40B4-BE49-F238E27FC236}">
                    <a16:creationId xmlns:a16="http://schemas.microsoft.com/office/drawing/2014/main" id="{60F2653D-D7AB-F8F0-7627-C1FF004293C3}"/>
                  </a:ext>
                </a:extLst>
              </p:cNvPr>
              <p:cNvSpPr txBox="1">
                <a:spLocks noRot="1" noChangeAspect="1" noMove="1" noResize="1" noEditPoints="1" noAdjustHandles="1" noChangeArrowheads="1" noChangeShapeType="1" noTextEdit="1"/>
              </p:cNvSpPr>
              <p:nvPr/>
            </p:nvSpPr>
            <p:spPr>
              <a:xfrm>
                <a:off x="315724" y="698773"/>
                <a:ext cx="8817352" cy="717889"/>
              </a:xfrm>
              <a:prstGeom prst="rect">
                <a:avLst/>
              </a:prstGeom>
              <a:blipFill>
                <a:blip r:embed="rId2"/>
                <a:stretch>
                  <a:fillRect l="-761" t="-5128" b="-15385"/>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TextBox 11">
                <a:extLst>
                  <a:ext uri="{FF2B5EF4-FFF2-40B4-BE49-F238E27FC236}">
                    <a16:creationId xmlns:a16="http://schemas.microsoft.com/office/drawing/2014/main" id="{296AAC75-655E-B773-8614-D68F050F5685}"/>
                  </a:ext>
                </a:extLst>
              </p:cNvPr>
              <p:cNvSpPr txBox="1"/>
              <p:nvPr/>
            </p:nvSpPr>
            <p:spPr>
              <a:xfrm>
                <a:off x="1267340" y="1692945"/>
                <a:ext cx="6096000" cy="9115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rgbClr val="836967"/>
                              </a:solidFill>
                              <a:latin typeface="Cambria Math" panose="02040503050406030204" pitchFamily="18" charset="0"/>
                            </a:rPr>
                          </m:ctrlPr>
                        </m:fPr>
                        <m:num>
                          <m:r>
                            <a:rPr lang="en-US" sz="2800">
                              <a:latin typeface="Cambria Math" panose="02040503050406030204" pitchFamily="18" charset="0"/>
                            </a:rPr>
                            <m:t>𝜕</m:t>
                          </m:r>
                          <m:r>
                            <a:rPr lang="en-US" sz="2800" i="1">
                              <a:latin typeface="Cambria Math" panose="02040503050406030204" pitchFamily="18" charset="0"/>
                            </a:rPr>
                            <m:t>𝑧</m:t>
                          </m:r>
                        </m:num>
                        <m:den>
                          <m:sSup>
                            <m:sSupPr>
                              <m:ctrlPr>
                                <a:rPr lang="en-US" sz="2800" i="1">
                                  <a:solidFill>
                                    <a:srgbClr val="836967"/>
                                  </a:solidFill>
                                  <a:latin typeface="Cambria Math" panose="02040503050406030204" pitchFamily="18" charset="0"/>
                                </a:rPr>
                              </m:ctrlPr>
                            </m:sSupPr>
                            <m:e>
                              <m:r>
                                <a:rPr lang="en-US" sz="2800" i="1">
                                  <a:latin typeface="Cambria Math" panose="02040503050406030204" pitchFamily="18" charset="0"/>
                                </a:rPr>
                                <m:t>𝜕</m:t>
                              </m:r>
                              <m:r>
                                <a:rPr lang="en-US" sz="2800" i="1">
                                  <a:latin typeface="Cambria Math" panose="02040503050406030204" pitchFamily="18" charset="0"/>
                                </a:rPr>
                                <m:t>𝑤</m:t>
                              </m:r>
                            </m:e>
                            <m:sup>
                              <m:r>
                                <a:rPr lang="en-US" sz="2800" i="1">
                                  <a:latin typeface="Cambria Math" panose="02040503050406030204" pitchFamily="18" charset="0"/>
                                </a:rPr>
                                <m:t>𝐿</m:t>
                              </m:r>
                            </m:sup>
                          </m:sSup>
                        </m:den>
                      </m:f>
                      <m:r>
                        <a:rPr lang="en-US" sz="2800" i="0">
                          <a:latin typeface="Cambria Math" panose="02040503050406030204" pitchFamily="18" charset="0"/>
                        </a:rPr>
                        <m:t>=</m:t>
                      </m:r>
                      <m:r>
                        <a:rPr lang="es-MX" sz="2800" b="0" i="0" smtClean="0">
                          <a:latin typeface="Cambria Math" panose="02040503050406030204" pitchFamily="18" charset="0"/>
                        </a:rPr>
                        <m:t>0</m:t>
                      </m:r>
                    </m:oMath>
                  </m:oMathPara>
                </a14:m>
                <a:endParaRPr lang="en-US" sz="2800" dirty="0"/>
              </a:p>
            </p:txBody>
          </p:sp>
        </mc:Choice>
        <mc:Fallback>
          <p:sp>
            <p:nvSpPr>
              <p:cNvPr id="7" name="TextBox 11">
                <a:extLst>
                  <a:ext uri="{FF2B5EF4-FFF2-40B4-BE49-F238E27FC236}">
                    <a16:creationId xmlns:a16="http://schemas.microsoft.com/office/drawing/2014/main" id="{296AAC75-655E-B773-8614-D68F050F5685}"/>
                  </a:ext>
                </a:extLst>
              </p:cNvPr>
              <p:cNvSpPr txBox="1">
                <a:spLocks noRot="1" noChangeAspect="1" noMove="1" noResize="1" noEditPoints="1" noAdjustHandles="1" noChangeArrowheads="1" noChangeShapeType="1" noTextEdit="1"/>
              </p:cNvSpPr>
              <p:nvPr/>
            </p:nvSpPr>
            <p:spPr>
              <a:xfrm>
                <a:off x="1267340" y="1692945"/>
                <a:ext cx="6096000" cy="911596"/>
              </a:xfrm>
              <a:prstGeom prst="rect">
                <a:avLst/>
              </a:prstGeom>
              <a:blipFill>
                <a:blip r:embed="rId3"/>
                <a:stretch>
                  <a:fillRect/>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TextBox 12">
                <a:extLst>
                  <a:ext uri="{FF2B5EF4-FFF2-40B4-BE49-F238E27FC236}">
                    <a16:creationId xmlns:a16="http://schemas.microsoft.com/office/drawing/2014/main" id="{A05258C5-FAF6-AFD4-46AD-7FED6ADA90F7}"/>
                  </a:ext>
                </a:extLst>
              </p:cNvPr>
              <p:cNvSpPr txBox="1"/>
              <p:nvPr/>
            </p:nvSpPr>
            <p:spPr>
              <a:xfrm>
                <a:off x="1267340" y="2779345"/>
                <a:ext cx="6096000" cy="13424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rgbClr val="836967"/>
                              </a:solidFill>
                              <a:latin typeface="Cambria Math" panose="02040503050406030204" pitchFamily="18" charset="0"/>
                            </a:rPr>
                          </m:ctrlPr>
                        </m:fPr>
                        <m:num>
                          <m:r>
                            <a:rPr lang="en-US" sz="2800">
                              <a:latin typeface="Cambria Math" panose="02040503050406030204" pitchFamily="18" charset="0"/>
                            </a:rPr>
                            <m:t>𝜕</m:t>
                          </m:r>
                          <m:r>
                            <a:rPr lang="en-US" sz="2800" i="1">
                              <a:latin typeface="Cambria Math" panose="02040503050406030204" pitchFamily="18" charset="0"/>
                            </a:rPr>
                            <m:t>𝑧</m:t>
                          </m:r>
                        </m:num>
                        <m:den>
                          <m:sSup>
                            <m:sSupPr>
                              <m:ctrlPr>
                                <a:rPr lang="en-US" sz="2800" i="1">
                                  <a:solidFill>
                                    <a:srgbClr val="836967"/>
                                  </a:solidFill>
                                  <a:latin typeface="Cambria Math" panose="02040503050406030204" pitchFamily="18" charset="0"/>
                                </a:rPr>
                              </m:ctrlPr>
                            </m:sSupPr>
                            <m:e>
                              <m:r>
                                <a:rPr lang="en-US" sz="2800" i="1">
                                  <a:latin typeface="Cambria Math" panose="02040503050406030204" pitchFamily="18" charset="0"/>
                                </a:rPr>
                                <m:t>𝜕</m:t>
                              </m:r>
                              <m:r>
                                <a:rPr lang="en-US" sz="2800" i="1">
                                  <a:latin typeface="Cambria Math" panose="02040503050406030204" pitchFamily="18" charset="0"/>
                                </a:rPr>
                                <m:t>𝑥</m:t>
                              </m:r>
                            </m:e>
                            <m:sup>
                              <m:r>
                                <a:rPr lang="en-US" sz="2800" i="1">
                                  <a:latin typeface="Cambria Math" panose="02040503050406030204" pitchFamily="18" charset="0"/>
                                </a:rPr>
                                <m:t>𝐿</m:t>
                              </m:r>
                            </m:sup>
                          </m:sSup>
                        </m:den>
                      </m:f>
                      <m:r>
                        <a:rPr lang="en-US" sz="2800" i="0">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i="1">
                              <a:latin typeface="Cambria Math" panose="02040503050406030204" pitchFamily="18" charset="0"/>
                            </a:rPr>
                            <m:t>𝐿</m:t>
                          </m:r>
                        </m:sup>
                      </m:sSup>
                      <m:r>
                        <a:rPr lang="en-US" sz="2800" i="1">
                          <a:latin typeface="Cambria Math" panose="02040503050406030204" pitchFamily="18" charset="0"/>
                        </a:rPr>
                        <m:t>−</m:t>
                      </m:r>
                      <m:r>
                        <a:rPr lang="en-US" sz="2800" i="1">
                          <a:latin typeface="Cambria Math" panose="02040503050406030204" pitchFamily="18" charset="0"/>
                        </a:rPr>
                        <m:t>𝑡</m:t>
                      </m:r>
                    </m:oMath>
                  </m:oMathPara>
                </a14:m>
                <a:endParaRPr lang="en-US" sz="2800" dirty="0"/>
              </a:p>
              <a:p>
                <a:endParaRPr lang="en-US" sz="2800" dirty="0"/>
              </a:p>
            </p:txBody>
          </p:sp>
        </mc:Choice>
        <mc:Fallback>
          <p:sp>
            <p:nvSpPr>
              <p:cNvPr id="8" name="TextBox 12">
                <a:extLst>
                  <a:ext uri="{FF2B5EF4-FFF2-40B4-BE49-F238E27FC236}">
                    <a16:creationId xmlns:a16="http://schemas.microsoft.com/office/drawing/2014/main" id="{A05258C5-FAF6-AFD4-46AD-7FED6ADA90F7}"/>
                  </a:ext>
                </a:extLst>
              </p:cNvPr>
              <p:cNvSpPr txBox="1">
                <a:spLocks noRot="1" noChangeAspect="1" noMove="1" noResize="1" noEditPoints="1" noAdjustHandles="1" noChangeArrowheads="1" noChangeShapeType="1" noTextEdit="1"/>
              </p:cNvSpPr>
              <p:nvPr/>
            </p:nvSpPr>
            <p:spPr>
              <a:xfrm>
                <a:off x="1267340" y="2779345"/>
                <a:ext cx="6096000" cy="1342419"/>
              </a:xfrm>
              <a:prstGeom prst="rect">
                <a:avLst/>
              </a:prstGeom>
              <a:blipFill>
                <a:blip r:embed="rId4"/>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233278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BDE10-135A-F49E-F837-24F99964E9B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C34DC59-5FB4-E037-274F-366F81E20E3C}"/>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5AAF2AEE-ED3A-458B-189E-CEDAFBFBDCBB}"/>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50660BB-3A22-ABE0-C146-51F3A075413F}"/>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86E4C229-A851-64AC-CF5B-45E126F6049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BEA2E361-515B-6A8F-F925-B1297F44A561}"/>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mc:AlternateContent xmlns:mc="http://schemas.openxmlformats.org/markup-compatibility/2006">
        <mc:Choice xmlns:a14="http://schemas.microsoft.com/office/drawing/2010/main" Requires="a14">
          <p:sp>
            <p:nvSpPr>
              <p:cNvPr id="3" name="TextBox 8">
                <a:extLst>
                  <a:ext uri="{FF2B5EF4-FFF2-40B4-BE49-F238E27FC236}">
                    <a16:creationId xmlns:a16="http://schemas.microsoft.com/office/drawing/2014/main" id="{E2AA8035-E27A-679E-608A-F60925BD84AF}"/>
                  </a:ext>
                </a:extLst>
              </p:cNvPr>
              <p:cNvSpPr txBox="1"/>
              <p:nvPr/>
            </p:nvSpPr>
            <p:spPr>
              <a:xfrm>
                <a:off x="489447" y="651753"/>
                <a:ext cx="8753613" cy="655244"/>
              </a:xfrm>
              <a:prstGeom prst="rect">
                <a:avLst/>
              </a:prstGeom>
              <a:noFill/>
            </p:spPr>
            <p:txBody>
              <a:bodyPr wrap="square">
                <a:spAutoFit/>
              </a:bodyPr>
              <a:lstStyle/>
              <a:p>
                <a:r>
                  <a:rPr lang="en-US" dirty="0">
                    <a:latin typeface="+mj-lt"/>
                  </a:rPr>
                  <a:t>In fact, for every layer, we compute two sets of gradients: the partial derivatives of </a:t>
                </a:r>
                <a14:m>
                  <m:oMath xmlns:m="http://schemas.openxmlformats.org/officeDocument/2006/math">
                    <m:r>
                      <a:rPr lang="en-US" i="1" smtClean="0">
                        <a:effectLst/>
                        <a:latin typeface="Cambria Math" panose="02040503050406030204" pitchFamily="18" charset="0"/>
                        <a:ea typeface="Cambria Math" panose="02040503050406030204" pitchFamily="18" charset="0"/>
                        <a:cs typeface="Times New Roman" panose="02020603050405020304" pitchFamily="18" charset="0"/>
                      </a:rPr>
                      <m:t>𝑧</m:t>
                    </m:r>
                  </m:oMath>
                </a14:m>
                <a:endParaRPr lang="en-US" dirty="0">
                  <a:effectLst/>
                  <a:latin typeface="Cambria Math" panose="02040503050406030204" pitchFamily="18" charset="0"/>
                  <a:ea typeface="Cambria Math" panose="02040503050406030204" pitchFamily="18" charset="0"/>
                  <a:cs typeface="Times New Roman" panose="02020603050405020304" pitchFamily="18" charset="0"/>
                </a:endParaRPr>
              </a:p>
              <a:p>
                <a:r>
                  <a:rPr lang="en-US" dirty="0">
                    <a:latin typeface="+mj-lt"/>
                  </a:rPr>
                  <a:t> with respect to the layer parameters</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s-MX"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𝑤</m:t>
                        </m:r>
                      </m:e>
                      <m:sup>
                        <m:r>
                          <a:rPr lang="en-US" i="1">
                            <a:latin typeface="Cambria Math" panose="02040503050406030204" pitchFamily="18" charset="0"/>
                            <a:ea typeface="Cambria Math" panose="02040503050406030204" pitchFamily="18" charset="0"/>
                          </a:rPr>
                          <m:t>𝑖</m:t>
                        </m:r>
                      </m:sup>
                    </m:sSup>
                  </m:oMath>
                </a14:m>
                <a:r>
                  <a:rPr lang="en-US" dirty="0">
                    <a:latin typeface="+mj-lt"/>
                  </a:rPr>
                  <a:t>, and that layer’s input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s-MX" b="0" i="1" smtClean="0">
                            <a:latin typeface="Cambria Math" panose="02040503050406030204" pitchFamily="18" charset="0"/>
                            <a:ea typeface="Cambria Math" panose="02040503050406030204" pitchFamily="18" charset="0"/>
                          </a:rPr>
                          <m:t>𝑥</m:t>
                        </m:r>
                      </m:e>
                      <m:sup>
                        <m:r>
                          <a:rPr lang="en-US" i="1">
                            <a:latin typeface="Cambria Math" panose="02040503050406030204" pitchFamily="18" charset="0"/>
                            <a:ea typeface="Cambria Math" panose="02040503050406030204" pitchFamily="18" charset="0"/>
                          </a:rPr>
                          <m:t>𝑖</m:t>
                        </m:r>
                      </m:sup>
                    </m:sSup>
                  </m:oMath>
                </a14:m>
                <a:r>
                  <a:rPr lang="en-US" dirty="0">
                    <a:latin typeface="+mj-lt"/>
                  </a:rPr>
                  <a:t>. </a:t>
                </a:r>
              </a:p>
            </p:txBody>
          </p:sp>
        </mc:Choice>
        <mc:Fallback>
          <p:sp>
            <p:nvSpPr>
              <p:cNvPr id="3" name="TextBox 8">
                <a:extLst>
                  <a:ext uri="{FF2B5EF4-FFF2-40B4-BE49-F238E27FC236}">
                    <a16:creationId xmlns:a16="http://schemas.microsoft.com/office/drawing/2014/main" id="{E2AA8035-E27A-679E-608A-F60925BD84AF}"/>
                  </a:ext>
                </a:extLst>
              </p:cNvPr>
              <p:cNvSpPr txBox="1">
                <a:spLocks noRot="1" noChangeAspect="1" noMove="1" noResize="1" noEditPoints="1" noAdjustHandles="1" noChangeArrowheads="1" noChangeShapeType="1" noTextEdit="1"/>
              </p:cNvSpPr>
              <p:nvPr/>
            </p:nvSpPr>
            <p:spPr>
              <a:xfrm>
                <a:off x="489447" y="651753"/>
                <a:ext cx="8753613" cy="655244"/>
              </a:xfrm>
              <a:prstGeom prst="rect">
                <a:avLst/>
              </a:prstGeom>
              <a:blipFill>
                <a:blip r:embed="rId2"/>
                <a:stretch>
                  <a:fillRect l="-557" t="-5607" b="-14953"/>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TextBox 6">
                <a:extLst>
                  <a:ext uri="{FF2B5EF4-FFF2-40B4-BE49-F238E27FC236}">
                    <a16:creationId xmlns:a16="http://schemas.microsoft.com/office/drawing/2014/main" id="{ADBCB0E4-34B9-7A94-60FB-07166F662BFB}"/>
                  </a:ext>
                </a:extLst>
              </p:cNvPr>
              <p:cNvSpPr txBox="1"/>
              <p:nvPr/>
            </p:nvSpPr>
            <p:spPr>
              <a:xfrm>
                <a:off x="323851" y="1392367"/>
                <a:ext cx="8675370" cy="776559"/>
              </a:xfrm>
              <a:prstGeom prst="rect">
                <a:avLst/>
              </a:prstGeom>
              <a:noFill/>
            </p:spPr>
            <p:txBody>
              <a:bodyPr wrap="square">
                <a:spAutoFit/>
              </a:bodyPr>
              <a:lstStyle/>
              <a:p>
                <a:r>
                  <a:rPr lang="en-US" dirty="0">
                    <a:latin typeface="+mj-lt"/>
                  </a:rPr>
                  <a:t>- The term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𝑤</m:t>
                            </m:r>
                          </m:e>
                          <m:sup>
                            <m:r>
                              <a:rPr lang="en-US" i="1">
                                <a:latin typeface="Cambria Math" panose="02040503050406030204" pitchFamily="18" charset="0"/>
                              </a:rPr>
                              <m:t>𝑖</m:t>
                            </m:r>
                          </m:sup>
                        </m:sSup>
                      </m:den>
                    </m:f>
                  </m:oMath>
                </a14:m>
                <a:r>
                  <a:rPr lang="en-US" dirty="0">
                    <a:latin typeface="+mj-lt"/>
                  </a:rPr>
                  <a:t>, as seen in Equation 8, can be used to update the current (</a:t>
                </a:r>
                <a:r>
                  <a:rPr lang="en-US" dirty="0" err="1">
                    <a:latin typeface="+mj-lt"/>
                  </a:rPr>
                  <a:t>i-th</a:t>
                </a:r>
                <a:r>
                  <a:rPr lang="en-US" dirty="0">
                    <a:latin typeface="+mj-lt"/>
                  </a:rPr>
                  <a:t>) layer’s parameters;</a:t>
                </a:r>
              </a:p>
            </p:txBody>
          </p:sp>
        </mc:Choice>
        <mc:Fallback>
          <p:sp>
            <p:nvSpPr>
              <p:cNvPr id="4" name="TextBox 6">
                <a:extLst>
                  <a:ext uri="{FF2B5EF4-FFF2-40B4-BE49-F238E27FC236}">
                    <a16:creationId xmlns:a16="http://schemas.microsoft.com/office/drawing/2014/main" id="{ADBCB0E4-34B9-7A94-60FB-07166F662BFB}"/>
                  </a:ext>
                </a:extLst>
              </p:cNvPr>
              <p:cNvSpPr txBox="1">
                <a:spLocks noRot="1" noChangeAspect="1" noMove="1" noResize="1" noEditPoints="1" noAdjustHandles="1" noChangeArrowheads="1" noChangeShapeType="1" noTextEdit="1"/>
              </p:cNvSpPr>
              <p:nvPr/>
            </p:nvSpPr>
            <p:spPr>
              <a:xfrm>
                <a:off x="323851" y="1392367"/>
                <a:ext cx="8675370" cy="776559"/>
              </a:xfrm>
              <a:prstGeom prst="rect">
                <a:avLst/>
              </a:prstGeom>
              <a:blipFill>
                <a:blip r:embed="rId3"/>
                <a:stretch>
                  <a:fillRect l="-562" b="-10938"/>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9" name="TextBox 9">
                <a:extLst>
                  <a:ext uri="{FF2B5EF4-FFF2-40B4-BE49-F238E27FC236}">
                    <a16:creationId xmlns:a16="http://schemas.microsoft.com/office/drawing/2014/main" id="{A733E1CB-4013-2F17-AD9F-0CB1BCF8F162}"/>
                  </a:ext>
                </a:extLst>
              </p:cNvPr>
              <p:cNvSpPr txBox="1"/>
              <p:nvPr/>
            </p:nvSpPr>
            <p:spPr>
              <a:xfrm>
                <a:off x="323851" y="2216509"/>
                <a:ext cx="8675370" cy="2275238"/>
              </a:xfrm>
              <a:prstGeom prst="rect">
                <a:avLst/>
              </a:prstGeom>
              <a:noFill/>
            </p:spPr>
            <p:txBody>
              <a:bodyPr wrap="square">
                <a:spAutoFit/>
              </a:bodyPr>
              <a:lstStyle/>
              <a:p>
                <a:pPr algn="just"/>
                <a:r>
                  <a:rPr lang="en-US" dirty="0">
                    <a:latin typeface="+mj-lt"/>
                  </a:rPr>
                  <a:t>- The term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s-MX" b="0" i="1" smtClean="0">
                                <a:latin typeface="Cambria Math" panose="02040503050406030204" pitchFamily="18" charset="0"/>
                              </a:rPr>
                              <m:t>𝑥</m:t>
                            </m:r>
                          </m:e>
                          <m:sup>
                            <m:r>
                              <a:rPr lang="en-US" i="1">
                                <a:latin typeface="Cambria Math" panose="02040503050406030204" pitchFamily="18" charset="0"/>
                              </a:rPr>
                              <m:t>𝑖</m:t>
                            </m:r>
                          </m:sup>
                        </m:sSup>
                      </m:den>
                    </m:f>
                    <m:r>
                      <a:rPr lang="en-US" i="1">
                        <a:latin typeface="Cambria Math" panose="02040503050406030204" pitchFamily="18" charset="0"/>
                      </a:rPr>
                      <m:t> </m:t>
                    </m:r>
                  </m:oMath>
                </a14:m>
                <a:r>
                  <a:rPr lang="en-US" dirty="0">
                    <a:latin typeface="+mj-lt"/>
                  </a:rPr>
                  <a:t>can be used to update parameters backwards, e.g., to the (</a:t>
                </a:r>
                <a:r>
                  <a:rPr lang="en-US" dirty="0" err="1">
                    <a:latin typeface="+mj-lt"/>
                  </a:rPr>
                  <a:t>i</a:t>
                </a:r>
                <a:r>
                  <a:rPr lang="en-US" dirty="0">
                    <a:latin typeface="+mj-lt"/>
                  </a:rPr>
                  <a:t> − 1)-</a:t>
                </a:r>
                <a:r>
                  <a:rPr lang="en-US" dirty="0" err="1">
                    <a:latin typeface="+mj-lt"/>
                  </a:rPr>
                  <a:t>th</a:t>
                </a:r>
                <a:r>
                  <a:rPr lang="en-US" dirty="0">
                    <a:latin typeface="+mj-lt"/>
                  </a:rPr>
                  <a:t> layer. An intuitive explanation is:</a:t>
                </a:r>
                <a14:m>
                  <m:oMath xmlns:m="http://schemas.openxmlformats.org/officeDocument/2006/math">
                    <m:sSup>
                      <m:sSupPr>
                        <m:ctrlPr>
                          <a:rPr lang="en-US" i="1">
                            <a:latin typeface="Cambria Math" panose="02040503050406030204" pitchFamily="18" charset="0"/>
                          </a:rPr>
                        </m:ctrlPr>
                      </m:sSupPr>
                      <m:e>
                        <m:r>
                          <a:rPr lang="es-MX" b="0" i="1" smtClean="0">
                            <a:latin typeface="Cambria Math" panose="02040503050406030204" pitchFamily="18" charset="0"/>
                          </a:rPr>
                          <m:t> </m:t>
                        </m:r>
                        <m:r>
                          <a:rPr lang="en-US" i="1">
                            <a:latin typeface="Cambria Math" panose="02040503050406030204" pitchFamily="18" charset="0"/>
                          </a:rPr>
                          <m:t>𝑥</m:t>
                        </m:r>
                      </m:e>
                      <m:sup>
                        <m:r>
                          <a:rPr lang="en-US" i="1">
                            <a:latin typeface="Cambria Math" panose="02040503050406030204" pitchFamily="18" charset="0"/>
                          </a:rPr>
                          <m:t>𝑖</m:t>
                        </m:r>
                      </m:sup>
                    </m:sSup>
                  </m:oMath>
                </a14:m>
                <a:r>
                  <a:rPr lang="en-US" dirty="0"/>
                  <a:t> </a:t>
                </a:r>
                <a:r>
                  <a:rPr lang="en-US" dirty="0">
                    <a:latin typeface="+mj-lt"/>
                  </a:rPr>
                  <a:t>is the output of the (</a:t>
                </a:r>
                <a:r>
                  <a:rPr lang="en-US" dirty="0" err="1">
                    <a:latin typeface="+mj-lt"/>
                  </a:rPr>
                  <a:t>i</a:t>
                </a:r>
                <a:r>
                  <a:rPr lang="en-US" dirty="0">
                    <a:latin typeface="+mj-lt"/>
                  </a:rPr>
                  <a:t> − 1)-</a:t>
                </a:r>
                <a:r>
                  <a:rPr lang="en-US" dirty="0" err="1">
                    <a:latin typeface="+mj-lt"/>
                  </a:rPr>
                  <a:t>th</a:t>
                </a:r>
                <a:r>
                  <a:rPr lang="en-US" dirty="0">
                    <a:latin typeface="+mj-lt"/>
                  </a:rPr>
                  <a:t> layer and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s-MX" i="1">
                                <a:latin typeface="Cambria Math" panose="02040503050406030204" pitchFamily="18" charset="0"/>
                              </a:rPr>
                              <m:t>𝑥</m:t>
                            </m:r>
                          </m:e>
                          <m:sup>
                            <m:r>
                              <a:rPr lang="en-US" i="1">
                                <a:latin typeface="Cambria Math" panose="02040503050406030204" pitchFamily="18" charset="0"/>
                              </a:rPr>
                              <m:t>𝑖</m:t>
                            </m:r>
                          </m:sup>
                        </m:sSup>
                      </m:den>
                    </m:f>
                    <m:r>
                      <a:rPr lang="en-US" i="1">
                        <a:latin typeface="Cambria Math" panose="02040503050406030204" pitchFamily="18" charset="0"/>
                      </a:rPr>
                      <m:t> </m:t>
                    </m:r>
                  </m:oMath>
                </a14:m>
                <a:r>
                  <a:rPr lang="en-US" dirty="0">
                    <a:latin typeface="+mj-lt"/>
                  </a:rPr>
                  <a:t>is how</a:t>
                </a:r>
                <a14:m>
                  <m:oMath xmlns:m="http://schemas.openxmlformats.org/officeDocument/2006/math">
                    <m:sSup>
                      <m:sSupPr>
                        <m:ctrlPr>
                          <a:rPr lang="en-US" i="1">
                            <a:latin typeface="Cambria Math" panose="02040503050406030204" pitchFamily="18" charset="0"/>
                          </a:rPr>
                        </m:ctrlPr>
                      </m:sSupPr>
                      <m:e>
                        <m:r>
                          <a:rPr lang="es-MX" b="0" i="1" smtClean="0">
                            <a:latin typeface="Cambria Math" panose="02040503050406030204" pitchFamily="18" charset="0"/>
                          </a:rPr>
                          <m:t> </m:t>
                        </m:r>
                        <m:r>
                          <a:rPr lang="en-US" i="1">
                            <a:latin typeface="Cambria Math" panose="02040503050406030204" pitchFamily="18" charset="0"/>
                          </a:rPr>
                          <m:t>𝑥</m:t>
                        </m:r>
                      </m:e>
                      <m:sup>
                        <m:r>
                          <a:rPr lang="en-US" i="1">
                            <a:latin typeface="Cambria Math" panose="02040503050406030204" pitchFamily="18" charset="0"/>
                          </a:rPr>
                          <m:t>𝑖</m:t>
                        </m:r>
                      </m:sup>
                    </m:sSup>
                  </m:oMath>
                </a14:m>
                <a:r>
                  <a:rPr lang="en-US" dirty="0"/>
                  <a:t> </a:t>
                </a:r>
                <a:r>
                  <a:rPr lang="en-US" dirty="0">
                    <a:latin typeface="+mj-lt"/>
                  </a:rPr>
                  <a:t>should be changed to reduce the loss function. Hence, we could view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𝑧</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s-MX" b="0" i="1" smtClean="0">
                                <a:latin typeface="Cambria Math" panose="02040503050406030204" pitchFamily="18" charset="0"/>
                              </a:rPr>
                              <m:t>𝑥</m:t>
                            </m:r>
                          </m:e>
                          <m:sup>
                            <m:r>
                              <a:rPr lang="en-US" i="1">
                                <a:latin typeface="Cambria Math" panose="02040503050406030204" pitchFamily="18" charset="0"/>
                              </a:rPr>
                              <m:t>𝑖</m:t>
                            </m:r>
                          </m:sup>
                        </m:sSup>
                      </m:den>
                    </m:f>
                  </m:oMath>
                </a14:m>
                <a:r>
                  <a:rPr lang="en-US" dirty="0">
                    <a:latin typeface="+mj-lt"/>
                  </a:rPr>
                  <a:t> as the part of the “error” supervision information propagated from </a:t>
                </a:r>
                <a14:m>
                  <m:oMath xmlns:m="http://schemas.openxmlformats.org/officeDocument/2006/math">
                    <m:r>
                      <a:rPr lang="en-US" i="1">
                        <a:latin typeface="Cambria Math" panose="02040503050406030204" pitchFamily="18" charset="0"/>
                      </a:rPr>
                      <m:t>𝑧</m:t>
                    </m:r>
                  </m:oMath>
                </a14:m>
                <a:r>
                  <a:rPr lang="en-US" dirty="0">
                    <a:latin typeface="+mj-lt"/>
                  </a:rPr>
                  <a:t> backward till the current layer, in a layer by layer fashion. Thus, we can continue the back propagation process, and use </a:t>
                </a:r>
                <a14:m>
                  <m:oMath xmlns:m="http://schemas.openxmlformats.org/officeDocument/2006/math">
                    <m:f>
                      <m:fPr>
                        <m:ctrlPr>
                          <a:rPr lang="en-US" i="1"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𝑧</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s-MX" b="0" i="1" smtClean="0">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a14:m>
                <a:r>
                  <a:rPr lang="en-US" dirty="0">
                    <a:latin typeface="Calibri" panose="020F0502020204030204" pitchFamily="34" charset="0"/>
                    <a:cs typeface="Times New Roman" panose="02020603050405020304" pitchFamily="18" charset="0"/>
                  </a:rPr>
                  <a:t> </a:t>
                </a:r>
                <a:r>
                  <a:rPr lang="en-US" dirty="0">
                    <a:latin typeface="+mj-lt"/>
                  </a:rPr>
                  <a:t>to propagate the errors backward to the (</a:t>
                </a:r>
                <a:r>
                  <a:rPr lang="en-US" dirty="0" err="1">
                    <a:latin typeface="+mj-lt"/>
                  </a:rPr>
                  <a:t>i</a:t>
                </a:r>
                <a:r>
                  <a:rPr lang="en-US" dirty="0">
                    <a:latin typeface="+mj-lt"/>
                  </a:rPr>
                  <a:t> − 1)-</a:t>
                </a:r>
                <a:r>
                  <a:rPr lang="en-US" dirty="0" err="1">
                    <a:latin typeface="+mj-lt"/>
                  </a:rPr>
                  <a:t>th</a:t>
                </a:r>
                <a:r>
                  <a:rPr lang="en-US" dirty="0">
                    <a:latin typeface="+mj-lt"/>
                  </a:rPr>
                  <a:t> layer. </a:t>
                </a:r>
              </a:p>
            </p:txBody>
          </p:sp>
        </mc:Choice>
        <mc:Fallback>
          <p:sp>
            <p:nvSpPr>
              <p:cNvPr id="9" name="TextBox 9">
                <a:extLst>
                  <a:ext uri="{FF2B5EF4-FFF2-40B4-BE49-F238E27FC236}">
                    <a16:creationId xmlns:a16="http://schemas.microsoft.com/office/drawing/2014/main" id="{A733E1CB-4013-2F17-AD9F-0CB1BCF8F162}"/>
                  </a:ext>
                </a:extLst>
              </p:cNvPr>
              <p:cNvSpPr txBox="1">
                <a:spLocks noRot="1" noChangeAspect="1" noMove="1" noResize="1" noEditPoints="1" noAdjustHandles="1" noChangeArrowheads="1" noChangeShapeType="1" noTextEdit="1"/>
              </p:cNvSpPr>
              <p:nvPr/>
            </p:nvSpPr>
            <p:spPr>
              <a:xfrm>
                <a:off x="323851" y="2216509"/>
                <a:ext cx="8675370" cy="2275238"/>
              </a:xfrm>
              <a:prstGeom prst="rect">
                <a:avLst/>
              </a:prstGeom>
              <a:blipFill>
                <a:blip r:embed="rId4"/>
                <a:stretch>
                  <a:fillRect l="-562" r="-632" b="-3485"/>
                </a:stretch>
              </a:blipFill>
            </p:spPr>
            <p:txBody>
              <a:bodyPr/>
              <a:lstStyle/>
              <a:p>
                <a:r>
                  <a:rPr lang="es-MX">
                    <a:noFill/>
                  </a:rPr>
                  <a:t> </a:t>
                </a:r>
              </a:p>
            </p:txBody>
          </p:sp>
        </mc:Fallback>
      </mc:AlternateContent>
    </p:spTree>
    <p:extLst>
      <p:ext uri="{BB962C8B-B14F-4D97-AF65-F5344CB8AC3E}">
        <p14:creationId xmlns:p14="http://schemas.microsoft.com/office/powerpoint/2010/main" val="8693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12A8-392A-5032-7A20-F7EFE3944F3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407E1DA2-A25D-7AE8-D0E5-8629FAA7B8BB}"/>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E22D58C-A43F-BE82-D9F1-DD5C87A67A62}"/>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4A1924-22F8-1F47-7D9F-38F4DF864EE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AAB28318-9662-E175-610B-5941D3DB105F}"/>
              </a:ext>
            </a:extLst>
          </p:cNvPr>
          <p:cNvSpPr>
            <a:spLocks noChangeAspect="1" noChangeArrowheads="1"/>
          </p:cNvSpPr>
          <p:nvPr/>
        </p:nvSpPr>
        <p:spPr bwMode="auto">
          <a:xfrm>
            <a:off x="3859100" y="2133170"/>
            <a:ext cx="263320" cy="2633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FE45A1C7-5AD4-8581-8527-E18FD69747BC}"/>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the</a:t>
            </a:r>
            <a:r>
              <a:rPr lang="es-MX" sz="2400" b="1" dirty="0">
                <a:solidFill>
                  <a:srgbClr val="002060"/>
                </a:solidFill>
                <a:latin typeface="Raleway" pitchFamily="2" charset="0"/>
                <a:ea typeface="+mn-ea"/>
                <a:cs typeface="+mn-cs"/>
              </a:rPr>
              <a:t> CNN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p>
        </p:txBody>
      </p:sp>
      <p:sp>
        <p:nvSpPr>
          <p:cNvPr id="2" name="TextBox 7">
            <a:extLst>
              <a:ext uri="{FF2B5EF4-FFF2-40B4-BE49-F238E27FC236}">
                <a16:creationId xmlns:a16="http://schemas.microsoft.com/office/drawing/2014/main" id="{EAC947AC-D793-237A-6DD0-B4D079B086DD}"/>
              </a:ext>
            </a:extLst>
          </p:cNvPr>
          <p:cNvSpPr txBox="1"/>
          <p:nvPr/>
        </p:nvSpPr>
        <p:spPr>
          <a:xfrm>
            <a:off x="742677" y="451792"/>
            <a:ext cx="5550432" cy="400110"/>
          </a:xfrm>
          <a:prstGeom prst="rect">
            <a:avLst/>
          </a:prstGeom>
          <a:noFill/>
        </p:spPr>
        <p:txBody>
          <a:bodyPr wrap="square">
            <a:spAutoFit/>
          </a:bodyPr>
          <a:lstStyle/>
          <a:p>
            <a:r>
              <a:rPr lang="en-US" sz="2000" dirty="0">
                <a:latin typeface="+mj-lt"/>
              </a:rPr>
              <a:t>Using the chain rule, we have,</a:t>
            </a:r>
          </a:p>
        </p:txBody>
      </p:sp>
      <p:pic>
        <p:nvPicPr>
          <p:cNvPr id="7" name="Picture 4">
            <a:extLst>
              <a:ext uri="{FF2B5EF4-FFF2-40B4-BE49-F238E27FC236}">
                <a16:creationId xmlns:a16="http://schemas.microsoft.com/office/drawing/2014/main" id="{4EB7FA33-23B4-6348-FA6F-C4D258BAD960}"/>
              </a:ext>
            </a:extLst>
          </p:cNvPr>
          <p:cNvPicPr>
            <a:picLocks noChangeAspect="1"/>
          </p:cNvPicPr>
          <p:nvPr/>
        </p:nvPicPr>
        <p:blipFill>
          <a:blip r:embed="rId2"/>
          <a:stretch>
            <a:fillRect/>
          </a:stretch>
        </p:blipFill>
        <p:spPr>
          <a:xfrm>
            <a:off x="1783080" y="937964"/>
            <a:ext cx="5709148" cy="1723233"/>
          </a:xfrm>
          <a:prstGeom prst="rect">
            <a:avLst/>
          </a:prstGeom>
        </p:spPr>
      </p:pic>
      <p:pic>
        <p:nvPicPr>
          <p:cNvPr id="8" name="Picture 10">
            <a:extLst>
              <a:ext uri="{FF2B5EF4-FFF2-40B4-BE49-F238E27FC236}">
                <a16:creationId xmlns:a16="http://schemas.microsoft.com/office/drawing/2014/main" id="{9BE81398-9FA8-5701-CB01-4056C38B2623}"/>
              </a:ext>
            </a:extLst>
          </p:cNvPr>
          <p:cNvPicPr>
            <a:picLocks noChangeAspect="1"/>
          </p:cNvPicPr>
          <p:nvPr/>
        </p:nvPicPr>
        <p:blipFill>
          <a:blip r:embed="rId3"/>
          <a:stretch>
            <a:fillRect/>
          </a:stretch>
        </p:blipFill>
        <p:spPr>
          <a:xfrm>
            <a:off x="2793978" y="3239027"/>
            <a:ext cx="3723683" cy="966509"/>
          </a:xfrm>
          <a:prstGeom prst="rect">
            <a:avLst/>
          </a:prstGeom>
        </p:spPr>
      </p:pic>
      <p:sp>
        <p:nvSpPr>
          <p:cNvPr id="10" name="Arrow: Down 5">
            <a:extLst>
              <a:ext uri="{FF2B5EF4-FFF2-40B4-BE49-F238E27FC236}">
                <a16:creationId xmlns:a16="http://schemas.microsoft.com/office/drawing/2014/main" id="{37C3F206-F905-94F6-35B7-E495AB2BFF12}"/>
              </a:ext>
            </a:extLst>
          </p:cNvPr>
          <p:cNvSpPr/>
          <p:nvPr/>
        </p:nvSpPr>
        <p:spPr>
          <a:xfrm>
            <a:off x="4572000" y="2858547"/>
            <a:ext cx="167640" cy="3708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983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22C2-2CAD-E6D9-10CE-42B1A6D0107D}"/>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DB2A05F1-83F3-B8C7-8B6B-D6540F3A65A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5D06294-99D0-0D59-3550-D544DB28E58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5C2322A-865B-BBA1-8B49-8B30360D3953}"/>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52DB687D-3D9D-8B8B-44B4-4C2F8E6DD380}"/>
              </a:ext>
            </a:extLst>
          </p:cNvPr>
          <p:cNvSpPr>
            <a:spLocks noChangeAspect="1" noChangeArrowheads="1"/>
          </p:cNvSpPr>
          <p:nvPr/>
        </p:nvSpPr>
        <p:spPr bwMode="auto">
          <a:xfrm>
            <a:off x="4176680" y="1851230"/>
            <a:ext cx="263320" cy="2633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35EFB32A-3F89-8E2C-1222-A54F4E25BBFE}"/>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pic>
        <p:nvPicPr>
          <p:cNvPr id="3" name="Picture 8">
            <a:extLst>
              <a:ext uri="{FF2B5EF4-FFF2-40B4-BE49-F238E27FC236}">
                <a16:creationId xmlns:a16="http://schemas.microsoft.com/office/drawing/2014/main" id="{C498DB79-9B28-1F69-E8B3-AC53930E74DD}"/>
              </a:ext>
            </a:extLst>
          </p:cNvPr>
          <p:cNvPicPr>
            <a:picLocks noChangeAspect="1"/>
          </p:cNvPicPr>
          <p:nvPr/>
        </p:nvPicPr>
        <p:blipFill>
          <a:blip r:embed="rId2"/>
          <a:stretch>
            <a:fillRect/>
          </a:stretch>
        </p:blipFill>
        <p:spPr>
          <a:xfrm>
            <a:off x="588962" y="1234440"/>
            <a:ext cx="2484675" cy="2492690"/>
          </a:xfrm>
          <a:prstGeom prst="rect">
            <a:avLst/>
          </a:prstGeom>
        </p:spPr>
      </p:pic>
      <p:pic>
        <p:nvPicPr>
          <p:cNvPr id="4" name="Picture 11">
            <a:extLst>
              <a:ext uri="{FF2B5EF4-FFF2-40B4-BE49-F238E27FC236}">
                <a16:creationId xmlns:a16="http://schemas.microsoft.com/office/drawing/2014/main" id="{3B3EC4EF-68C5-35CB-9B7A-FCCD00948906}"/>
              </a:ext>
            </a:extLst>
          </p:cNvPr>
          <p:cNvPicPr>
            <a:picLocks noChangeAspect="1"/>
          </p:cNvPicPr>
          <p:nvPr/>
        </p:nvPicPr>
        <p:blipFill>
          <a:blip r:embed="rId3"/>
          <a:stretch>
            <a:fillRect/>
          </a:stretch>
        </p:blipFill>
        <p:spPr>
          <a:xfrm>
            <a:off x="3769803" y="1759427"/>
            <a:ext cx="1715227" cy="1675152"/>
          </a:xfrm>
          <a:prstGeom prst="rect">
            <a:avLst/>
          </a:prstGeom>
        </p:spPr>
      </p:pic>
      <p:sp>
        <p:nvSpPr>
          <p:cNvPr id="9" name="Arrow: Right 12">
            <a:extLst>
              <a:ext uri="{FF2B5EF4-FFF2-40B4-BE49-F238E27FC236}">
                <a16:creationId xmlns:a16="http://schemas.microsoft.com/office/drawing/2014/main" id="{94FDBB4C-EBC2-2EDE-A4AD-70A73C3596DB}"/>
              </a:ext>
            </a:extLst>
          </p:cNvPr>
          <p:cNvSpPr/>
          <p:nvPr/>
        </p:nvSpPr>
        <p:spPr>
          <a:xfrm>
            <a:off x="3202632" y="2364566"/>
            <a:ext cx="341808" cy="2324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4">
            <a:extLst>
              <a:ext uri="{FF2B5EF4-FFF2-40B4-BE49-F238E27FC236}">
                <a16:creationId xmlns:a16="http://schemas.microsoft.com/office/drawing/2014/main" id="{23643AE8-ED5D-6D4B-25F3-BE24952352AB}"/>
              </a:ext>
            </a:extLst>
          </p:cNvPr>
          <p:cNvPicPr>
            <a:picLocks noChangeAspect="1"/>
          </p:cNvPicPr>
          <p:nvPr/>
        </p:nvPicPr>
        <p:blipFill>
          <a:blip r:embed="rId4"/>
          <a:stretch>
            <a:fillRect/>
          </a:stretch>
        </p:blipFill>
        <p:spPr>
          <a:xfrm>
            <a:off x="6339341" y="1611148"/>
            <a:ext cx="2027816" cy="1971710"/>
          </a:xfrm>
          <a:prstGeom prst="rect">
            <a:avLst/>
          </a:prstGeom>
        </p:spPr>
      </p:pic>
      <p:sp>
        <p:nvSpPr>
          <p:cNvPr id="15" name="Arrow: Right 15">
            <a:extLst>
              <a:ext uri="{FF2B5EF4-FFF2-40B4-BE49-F238E27FC236}">
                <a16:creationId xmlns:a16="http://schemas.microsoft.com/office/drawing/2014/main" id="{D80656B9-4459-C0E6-22DE-57761C91418F}"/>
              </a:ext>
            </a:extLst>
          </p:cNvPr>
          <p:cNvSpPr/>
          <p:nvPr/>
        </p:nvSpPr>
        <p:spPr>
          <a:xfrm>
            <a:off x="5710393" y="2364566"/>
            <a:ext cx="341808" cy="2324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095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D976-9752-860E-5105-25E1DC9F6DCA}"/>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3B130633-065C-0DDF-8F01-56FAEBEDED6E}"/>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D9B2D676-CB78-2917-A092-587E6222599A}"/>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8B5B883-1E88-95C3-F401-D0C420010D97}"/>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 name="Picture 5">
            <a:extLst>
              <a:ext uri="{FF2B5EF4-FFF2-40B4-BE49-F238E27FC236}">
                <a16:creationId xmlns:a16="http://schemas.microsoft.com/office/drawing/2014/main" id="{9C63AE08-ED8F-CA31-D9BD-698D6BB1C742}"/>
              </a:ext>
            </a:extLst>
          </p:cNvPr>
          <p:cNvPicPr>
            <a:picLocks noChangeAspect="1"/>
          </p:cNvPicPr>
          <p:nvPr/>
        </p:nvPicPr>
        <p:blipFill>
          <a:blip r:embed="rId2"/>
          <a:stretch>
            <a:fillRect/>
          </a:stretch>
        </p:blipFill>
        <p:spPr>
          <a:xfrm>
            <a:off x="327660" y="838459"/>
            <a:ext cx="4491853" cy="2088256"/>
          </a:xfrm>
          <a:prstGeom prst="rect">
            <a:avLst/>
          </a:prstGeom>
        </p:spPr>
      </p:pic>
      <p:pic>
        <p:nvPicPr>
          <p:cNvPr id="7" name="Picture 7">
            <a:extLst>
              <a:ext uri="{FF2B5EF4-FFF2-40B4-BE49-F238E27FC236}">
                <a16:creationId xmlns:a16="http://schemas.microsoft.com/office/drawing/2014/main" id="{3197EF18-D96B-F362-47FB-7A9FB0BDA692}"/>
              </a:ext>
            </a:extLst>
          </p:cNvPr>
          <p:cNvPicPr>
            <a:picLocks noChangeAspect="1"/>
          </p:cNvPicPr>
          <p:nvPr/>
        </p:nvPicPr>
        <p:blipFill>
          <a:blip r:embed="rId3"/>
          <a:stretch>
            <a:fillRect/>
          </a:stretch>
        </p:blipFill>
        <p:spPr>
          <a:xfrm>
            <a:off x="5480125" y="3017334"/>
            <a:ext cx="2810036" cy="1044128"/>
          </a:xfrm>
          <a:prstGeom prst="rect">
            <a:avLst/>
          </a:prstGeom>
        </p:spPr>
      </p:pic>
      <p:graphicFrame>
        <p:nvGraphicFramePr>
          <p:cNvPr id="8" name="Objeto 7">
            <a:extLst>
              <a:ext uri="{FF2B5EF4-FFF2-40B4-BE49-F238E27FC236}">
                <a16:creationId xmlns:a16="http://schemas.microsoft.com/office/drawing/2014/main" id="{72DF10F8-A624-308D-C0B8-637C0DC6DBB1}"/>
              </a:ext>
            </a:extLst>
          </p:cNvPr>
          <p:cNvGraphicFramePr>
            <a:graphicFrameLocks noChangeAspect="1"/>
          </p:cNvGraphicFramePr>
          <p:nvPr>
            <p:extLst>
              <p:ext uri="{D42A27DB-BD31-4B8C-83A1-F6EECF244321}">
                <p14:modId xmlns:p14="http://schemas.microsoft.com/office/powerpoint/2010/main" val="628090177"/>
              </p:ext>
            </p:extLst>
          </p:nvPr>
        </p:nvGraphicFramePr>
        <p:xfrm>
          <a:off x="6395570" y="1295770"/>
          <a:ext cx="1135226" cy="308333"/>
        </p:xfrm>
        <a:graphic>
          <a:graphicData uri="http://schemas.openxmlformats.org/presentationml/2006/ole">
            <mc:AlternateContent xmlns:mc="http://schemas.openxmlformats.org/markup-compatibility/2006">
              <mc:Choice xmlns:v="urn:schemas-microsoft-com:vml" Requires="v">
                <p:oleObj name="Imagen de mapa de bits" r:id="rId4" imgW="1542960" imgH="419040" progId="Paint.Picture">
                  <p:embed/>
                </p:oleObj>
              </mc:Choice>
              <mc:Fallback>
                <p:oleObj name="Imagen de mapa de bits" r:id="rId4" imgW="1542960" imgH="419040" progId="Paint.Picture">
                  <p:embed/>
                  <p:pic>
                    <p:nvPicPr>
                      <p:cNvPr id="8" name="Objeto 7">
                        <a:extLst>
                          <a:ext uri="{FF2B5EF4-FFF2-40B4-BE49-F238E27FC236}">
                            <a16:creationId xmlns:a16="http://schemas.microsoft.com/office/drawing/2014/main" id="{72DF10F8-A624-308D-C0B8-637C0DC6DBB1}"/>
                          </a:ext>
                        </a:extLst>
                      </p:cNvPr>
                      <p:cNvPicPr/>
                      <p:nvPr/>
                    </p:nvPicPr>
                    <p:blipFill>
                      <a:blip r:embed="rId5"/>
                      <a:stretch>
                        <a:fillRect/>
                      </a:stretch>
                    </p:blipFill>
                    <p:spPr>
                      <a:xfrm>
                        <a:off x="6395570" y="1295770"/>
                        <a:ext cx="1135226" cy="308333"/>
                      </a:xfrm>
                      <a:prstGeom prst="rect">
                        <a:avLst/>
                      </a:prstGeom>
                    </p:spPr>
                  </p:pic>
                </p:oleObj>
              </mc:Fallback>
            </mc:AlternateContent>
          </a:graphicData>
        </a:graphic>
      </p:graphicFrame>
      <p:sp>
        <p:nvSpPr>
          <p:cNvPr id="10" name="Flecha: a la derecha 9">
            <a:extLst>
              <a:ext uri="{FF2B5EF4-FFF2-40B4-BE49-F238E27FC236}">
                <a16:creationId xmlns:a16="http://schemas.microsoft.com/office/drawing/2014/main" id="{14FBA8A8-3F36-3593-0B5F-20EE29BCA22B}"/>
              </a:ext>
            </a:extLst>
          </p:cNvPr>
          <p:cNvSpPr/>
          <p:nvPr/>
        </p:nvSpPr>
        <p:spPr>
          <a:xfrm>
            <a:off x="5016357" y="1361400"/>
            <a:ext cx="1182369" cy="1421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Flecha: hacia abajo 15">
            <a:extLst>
              <a:ext uri="{FF2B5EF4-FFF2-40B4-BE49-F238E27FC236}">
                <a16:creationId xmlns:a16="http://schemas.microsoft.com/office/drawing/2014/main" id="{4E4047B9-2972-CB53-9E4A-29E774BBDCE8}"/>
              </a:ext>
            </a:extLst>
          </p:cNvPr>
          <p:cNvSpPr/>
          <p:nvPr/>
        </p:nvSpPr>
        <p:spPr>
          <a:xfrm>
            <a:off x="6807104" y="1700963"/>
            <a:ext cx="156079" cy="10404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Título 3">
            <a:extLst>
              <a:ext uri="{FF2B5EF4-FFF2-40B4-BE49-F238E27FC236}">
                <a16:creationId xmlns:a16="http://schemas.microsoft.com/office/drawing/2014/main" id="{474A3FB7-AC6E-1B9F-4122-2567AE836B22}"/>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418707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77D3-5227-E39B-DB62-9933F5F83FE5}"/>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1A14643C-5AA6-6EAD-F9ED-7D1DD850A8D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05E65013-F08C-3C63-C6B4-26CFFDBD9D2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5F8C3AA8-347E-FE30-6FD8-4F8D6E9FF67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aphicFrame>
        <p:nvGraphicFramePr>
          <p:cNvPr id="3" name="Objeto 2">
            <a:extLst>
              <a:ext uri="{FF2B5EF4-FFF2-40B4-BE49-F238E27FC236}">
                <a16:creationId xmlns:a16="http://schemas.microsoft.com/office/drawing/2014/main" id="{22C28CF7-601F-D055-C489-EB84CC1BBCA7}"/>
              </a:ext>
            </a:extLst>
          </p:cNvPr>
          <p:cNvGraphicFramePr>
            <a:graphicFrameLocks noChangeAspect="1"/>
          </p:cNvGraphicFramePr>
          <p:nvPr>
            <p:extLst>
              <p:ext uri="{D42A27DB-BD31-4B8C-83A1-F6EECF244321}">
                <p14:modId xmlns:p14="http://schemas.microsoft.com/office/powerpoint/2010/main" val="902357175"/>
              </p:ext>
            </p:extLst>
          </p:nvPr>
        </p:nvGraphicFramePr>
        <p:xfrm>
          <a:off x="1652587" y="577748"/>
          <a:ext cx="5838825" cy="1695450"/>
        </p:xfrm>
        <a:graphic>
          <a:graphicData uri="http://schemas.openxmlformats.org/presentationml/2006/ole">
            <mc:AlternateContent xmlns:mc="http://schemas.openxmlformats.org/markup-compatibility/2006">
              <mc:Choice xmlns:v="urn:schemas-microsoft-com:vml" Requires="v">
                <p:oleObj name="Imagen de mapa de bits" r:id="rId2" imgW="5838840" imgH="1695600" progId="Paint.Picture">
                  <p:embed/>
                </p:oleObj>
              </mc:Choice>
              <mc:Fallback>
                <p:oleObj name="Imagen de mapa de bits" r:id="rId2" imgW="5838840" imgH="1695600" progId="Paint.Picture">
                  <p:embed/>
                  <p:pic>
                    <p:nvPicPr>
                      <p:cNvPr id="3" name="Objeto 2">
                        <a:extLst>
                          <a:ext uri="{FF2B5EF4-FFF2-40B4-BE49-F238E27FC236}">
                            <a16:creationId xmlns:a16="http://schemas.microsoft.com/office/drawing/2014/main" id="{22C28CF7-601F-D055-C489-EB84CC1BBCA7}"/>
                          </a:ext>
                        </a:extLst>
                      </p:cNvPr>
                      <p:cNvPicPr/>
                      <p:nvPr/>
                    </p:nvPicPr>
                    <p:blipFill>
                      <a:blip r:embed="rId3"/>
                      <a:stretch>
                        <a:fillRect/>
                      </a:stretch>
                    </p:blipFill>
                    <p:spPr>
                      <a:xfrm>
                        <a:off x="1652587" y="577748"/>
                        <a:ext cx="5838825" cy="1695450"/>
                      </a:xfrm>
                      <a:prstGeom prst="rect">
                        <a:avLst/>
                      </a:prstGeom>
                    </p:spPr>
                  </p:pic>
                </p:oleObj>
              </mc:Fallback>
            </mc:AlternateContent>
          </a:graphicData>
        </a:graphic>
      </p:graphicFrame>
      <p:graphicFrame>
        <p:nvGraphicFramePr>
          <p:cNvPr id="4" name="Objeto 3">
            <a:extLst>
              <a:ext uri="{FF2B5EF4-FFF2-40B4-BE49-F238E27FC236}">
                <a16:creationId xmlns:a16="http://schemas.microsoft.com/office/drawing/2014/main" id="{D9E02876-9FA3-FB54-C8AC-A5B3E534B6F1}"/>
              </a:ext>
            </a:extLst>
          </p:cNvPr>
          <p:cNvGraphicFramePr>
            <a:graphicFrameLocks noChangeAspect="1"/>
          </p:cNvGraphicFramePr>
          <p:nvPr>
            <p:extLst>
              <p:ext uri="{D42A27DB-BD31-4B8C-83A1-F6EECF244321}">
                <p14:modId xmlns:p14="http://schemas.microsoft.com/office/powerpoint/2010/main" val="1862139779"/>
              </p:ext>
            </p:extLst>
          </p:nvPr>
        </p:nvGraphicFramePr>
        <p:xfrm>
          <a:off x="1652587" y="2963294"/>
          <a:ext cx="5810250" cy="1838325"/>
        </p:xfrm>
        <a:graphic>
          <a:graphicData uri="http://schemas.openxmlformats.org/presentationml/2006/ole">
            <mc:AlternateContent xmlns:mc="http://schemas.openxmlformats.org/markup-compatibility/2006">
              <mc:Choice xmlns:v="urn:schemas-microsoft-com:vml" Requires="v">
                <p:oleObj name="Imagen de mapa de bits" r:id="rId4" imgW="5810400" imgH="1838160" progId="Paint.Picture">
                  <p:embed/>
                </p:oleObj>
              </mc:Choice>
              <mc:Fallback>
                <p:oleObj name="Imagen de mapa de bits" r:id="rId4" imgW="5810400" imgH="1838160" progId="Paint.Picture">
                  <p:embed/>
                  <p:pic>
                    <p:nvPicPr>
                      <p:cNvPr id="4" name="Objeto 3">
                        <a:extLst>
                          <a:ext uri="{FF2B5EF4-FFF2-40B4-BE49-F238E27FC236}">
                            <a16:creationId xmlns:a16="http://schemas.microsoft.com/office/drawing/2014/main" id="{D9E02876-9FA3-FB54-C8AC-A5B3E534B6F1}"/>
                          </a:ext>
                        </a:extLst>
                      </p:cNvPr>
                      <p:cNvPicPr/>
                      <p:nvPr/>
                    </p:nvPicPr>
                    <p:blipFill>
                      <a:blip r:embed="rId5"/>
                      <a:stretch>
                        <a:fillRect/>
                      </a:stretch>
                    </p:blipFill>
                    <p:spPr>
                      <a:xfrm>
                        <a:off x="1652587" y="2963294"/>
                        <a:ext cx="5810250" cy="1838325"/>
                      </a:xfrm>
                      <a:prstGeom prst="rect">
                        <a:avLst/>
                      </a:prstGeom>
                    </p:spPr>
                  </p:pic>
                </p:oleObj>
              </mc:Fallback>
            </mc:AlternateContent>
          </a:graphicData>
        </a:graphic>
      </p:graphicFrame>
      <p:sp>
        <p:nvSpPr>
          <p:cNvPr id="11" name="Título 3">
            <a:extLst>
              <a:ext uri="{FF2B5EF4-FFF2-40B4-BE49-F238E27FC236}">
                <a16:creationId xmlns:a16="http://schemas.microsoft.com/office/drawing/2014/main" id="{86A8842D-BE09-78D7-5C90-341959176E18}"/>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55389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96A2B-7D9D-8216-950B-8C96A4B8A568}"/>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73965D1C-D492-053E-1637-113780E621C6}"/>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A1804FDE-6932-49EC-944F-EC1F16BAFB83}"/>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D8DE520-9717-AF9B-9326-46A4D1DB5F82}"/>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aphicFrame>
        <p:nvGraphicFramePr>
          <p:cNvPr id="2" name="Objeto 1">
            <a:extLst>
              <a:ext uri="{FF2B5EF4-FFF2-40B4-BE49-F238E27FC236}">
                <a16:creationId xmlns:a16="http://schemas.microsoft.com/office/drawing/2014/main" id="{9860B4E5-373C-DD2F-E8F0-595910EC289C}"/>
              </a:ext>
            </a:extLst>
          </p:cNvPr>
          <p:cNvGraphicFramePr>
            <a:graphicFrameLocks noChangeAspect="1"/>
          </p:cNvGraphicFramePr>
          <p:nvPr>
            <p:extLst>
              <p:ext uri="{D42A27DB-BD31-4B8C-83A1-F6EECF244321}">
                <p14:modId xmlns:p14="http://schemas.microsoft.com/office/powerpoint/2010/main" val="3698452118"/>
              </p:ext>
            </p:extLst>
          </p:nvPr>
        </p:nvGraphicFramePr>
        <p:xfrm>
          <a:off x="1801480" y="682625"/>
          <a:ext cx="5819775" cy="1685925"/>
        </p:xfrm>
        <a:graphic>
          <a:graphicData uri="http://schemas.openxmlformats.org/presentationml/2006/ole">
            <mc:AlternateContent xmlns:mc="http://schemas.openxmlformats.org/markup-compatibility/2006">
              <mc:Choice xmlns:v="urn:schemas-microsoft-com:vml" Requires="v">
                <p:oleObj name="Imagen de mapa de bits" r:id="rId2" imgW="5819760" imgH="1685880" progId="Paint.Picture">
                  <p:embed/>
                </p:oleObj>
              </mc:Choice>
              <mc:Fallback>
                <p:oleObj name="Imagen de mapa de bits" r:id="rId2" imgW="5819760" imgH="1685880" progId="Paint.Picture">
                  <p:embed/>
                  <p:pic>
                    <p:nvPicPr>
                      <p:cNvPr id="2" name="Objeto 1">
                        <a:extLst>
                          <a:ext uri="{FF2B5EF4-FFF2-40B4-BE49-F238E27FC236}">
                            <a16:creationId xmlns:a16="http://schemas.microsoft.com/office/drawing/2014/main" id="{9860B4E5-373C-DD2F-E8F0-595910EC289C}"/>
                          </a:ext>
                        </a:extLst>
                      </p:cNvPr>
                      <p:cNvPicPr/>
                      <p:nvPr/>
                    </p:nvPicPr>
                    <p:blipFill>
                      <a:blip r:embed="rId3"/>
                      <a:stretch>
                        <a:fillRect/>
                      </a:stretch>
                    </p:blipFill>
                    <p:spPr>
                      <a:xfrm>
                        <a:off x="1801480" y="682625"/>
                        <a:ext cx="5819775" cy="1685925"/>
                      </a:xfrm>
                      <a:prstGeom prst="rect">
                        <a:avLst/>
                      </a:prstGeom>
                    </p:spPr>
                  </p:pic>
                </p:oleObj>
              </mc:Fallback>
            </mc:AlternateContent>
          </a:graphicData>
        </a:graphic>
      </p:graphicFrame>
      <p:graphicFrame>
        <p:nvGraphicFramePr>
          <p:cNvPr id="6" name="Objeto 5">
            <a:extLst>
              <a:ext uri="{FF2B5EF4-FFF2-40B4-BE49-F238E27FC236}">
                <a16:creationId xmlns:a16="http://schemas.microsoft.com/office/drawing/2014/main" id="{F92E10BB-C851-07B6-A9FA-C2F38567E6D8}"/>
              </a:ext>
            </a:extLst>
          </p:cNvPr>
          <p:cNvGraphicFramePr>
            <a:graphicFrameLocks noChangeAspect="1"/>
          </p:cNvGraphicFramePr>
          <p:nvPr>
            <p:extLst>
              <p:ext uri="{D42A27DB-BD31-4B8C-83A1-F6EECF244321}">
                <p14:modId xmlns:p14="http://schemas.microsoft.com/office/powerpoint/2010/main" val="1275071580"/>
              </p:ext>
            </p:extLst>
          </p:nvPr>
        </p:nvGraphicFramePr>
        <p:xfrm>
          <a:off x="1830055" y="3089419"/>
          <a:ext cx="5791200" cy="1638300"/>
        </p:xfrm>
        <a:graphic>
          <a:graphicData uri="http://schemas.openxmlformats.org/presentationml/2006/ole">
            <mc:AlternateContent xmlns:mc="http://schemas.openxmlformats.org/markup-compatibility/2006">
              <mc:Choice xmlns:v="urn:schemas-microsoft-com:vml" Requires="v">
                <p:oleObj name="Imagen de mapa de bits" r:id="rId4" imgW="5791320" imgH="1638360" progId="Paint.Picture">
                  <p:embed/>
                </p:oleObj>
              </mc:Choice>
              <mc:Fallback>
                <p:oleObj name="Imagen de mapa de bits" r:id="rId4" imgW="5791320" imgH="1638360" progId="Paint.Picture">
                  <p:embed/>
                  <p:pic>
                    <p:nvPicPr>
                      <p:cNvPr id="6" name="Objeto 5">
                        <a:extLst>
                          <a:ext uri="{FF2B5EF4-FFF2-40B4-BE49-F238E27FC236}">
                            <a16:creationId xmlns:a16="http://schemas.microsoft.com/office/drawing/2014/main" id="{F92E10BB-C851-07B6-A9FA-C2F38567E6D8}"/>
                          </a:ext>
                        </a:extLst>
                      </p:cNvPr>
                      <p:cNvPicPr/>
                      <p:nvPr/>
                    </p:nvPicPr>
                    <p:blipFill>
                      <a:blip r:embed="rId5"/>
                      <a:stretch>
                        <a:fillRect/>
                      </a:stretch>
                    </p:blipFill>
                    <p:spPr>
                      <a:xfrm>
                        <a:off x="1830055" y="3089419"/>
                        <a:ext cx="5791200" cy="1638300"/>
                      </a:xfrm>
                      <a:prstGeom prst="rect">
                        <a:avLst/>
                      </a:prstGeom>
                    </p:spPr>
                  </p:pic>
                </p:oleObj>
              </mc:Fallback>
            </mc:AlternateContent>
          </a:graphicData>
        </a:graphic>
      </p:graphicFrame>
      <p:sp>
        <p:nvSpPr>
          <p:cNvPr id="9" name="Título 3">
            <a:extLst>
              <a:ext uri="{FF2B5EF4-FFF2-40B4-BE49-F238E27FC236}">
                <a16:creationId xmlns:a16="http://schemas.microsoft.com/office/drawing/2014/main" id="{28D1DA2A-C13B-FF0F-FBFF-43E32DF13D86}"/>
              </a:ext>
            </a:extLst>
          </p:cNvPr>
          <p:cNvSpPr>
            <a:spLocks noGrp="1"/>
          </p:cNvSpPr>
          <p:nvPr>
            <p:ph type="title"/>
          </p:nvPr>
        </p:nvSpPr>
        <p:spPr>
          <a:xfrm>
            <a:off x="1049792" y="-253558"/>
            <a:ext cx="7886700" cy="994172"/>
          </a:xfrm>
        </p:spPr>
        <p:txBody>
          <a:bodyPr>
            <a:normAutofit/>
          </a:bodyPr>
          <a:lstStyle/>
          <a:p>
            <a:r>
              <a:rPr lang="es-MX" sz="2400" b="1" dirty="0" err="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97939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3895-BBC7-11C4-AA52-14A2F94426BF}"/>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6AFC456F-D296-1611-5D0E-8C1F90B6A612}"/>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6AB5361D-6F80-FA3C-1A97-34B37E7AD5BE}"/>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337B969-84AB-1970-0BA4-B581860853C5}"/>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aphicFrame>
        <p:nvGraphicFramePr>
          <p:cNvPr id="3" name="Objeto 2">
            <a:extLst>
              <a:ext uri="{FF2B5EF4-FFF2-40B4-BE49-F238E27FC236}">
                <a16:creationId xmlns:a16="http://schemas.microsoft.com/office/drawing/2014/main" id="{D647AA03-D9B9-D6E3-2F18-0518CA02E9C4}"/>
              </a:ext>
            </a:extLst>
          </p:cNvPr>
          <p:cNvGraphicFramePr>
            <a:graphicFrameLocks noChangeAspect="1"/>
          </p:cNvGraphicFramePr>
          <p:nvPr>
            <p:extLst>
              <p:ext uri="{D42A27DB-BD31-4B8C-83A1-F6EECF244321}">
                <p14:modId xmlns:p14="http://schemas.microsoft.com/office/powerpoint/2010/main" val="3078733998"/>
              </p:ext>
            </p:extLst>
          </p:nvPr>
        </p:nvGraphicFramePr>
        <p:xfrm>
          <a:off x="2356233" y="936098"/>
          <a:ext cx="4772025" cy="3533775"/>
        </p:xfrm>
        <a:graphic>
          <a:graphicData uri="http://schemas.openxmlformats.org/presentationml/2006/ole">
            <mc:AlternateContent xmlns:mc="http://schemas.openxmlformats.org/markup-compatibility/2006">
              <mc:Choice xmlns:v="urn:schemas-microsoft-com:vml" Requires="v">
                <p:oleObj name="Imagen de mapa de bits" r:id="rId2" imgW="4772160" imgH="3533760" progId="Paint.Picture">
                  <p:embed/>
                </p:oleObj>
              </mc:Choice>
              <mc:Fallback>
                <p:oleObj name="Imagen de mapa de bits" r:id="rId2" imgW="4772160" imgH="3533760" progId="Paint.Picture">
                  <p:embed/>
                  <p:pic>
                    <p:nvPicPr>
                      <p:cNvPr id="3" name="Objeto 2">
                        <a:extLst>
                          <a:ext uri="{FF2B5EF4-FFF2-40B4-BE49-F238E27FC236}">
                            <a16:creationId xmlns:a16="http://schemas.microsoft.com/office/drawing/2014/main" id="{D647AA03-D9B9-D6E3-2F18-0518CA02E9C4}"/>
                          </a:ext>
                        </a:extLst>
                      </p:cNvPr>
                      <p:cNvPicPr/>
                      <p:nvPr/>
                    </p:nvPicPr>
                    <p:blipFill>
                      <a:blip r:embed="rId3"/>
                      <a:stretch>
                        <a:fillRect/>
                      </a:stretch>
                    </p:blipFill>
                    <p:spPr>
                      <a:xfrm>
                        <a:off x="2356233" y="936098"/>
                        <a:ext cx="4772025" cy="3533775"/>
                      </a:xfrm>
                      <a:prstGeom prst="rect">
                        <a:avLst/>
                      </a:prstGeom>
                    </p:spPr>
                  </p:pic>
                </p:oleObj>
              </mc:Fallback>
            </mc:AlternateContent>
          </a:graphicData>
        </a:graphic>
      </p:graphicFrame>
      <p:sp>
        <p:nvSpPr>
          <p:cNvPr id="8" name="Título 3">
            <a:extLst>
              <a:ext uri="{FF2B5EF4-FFF2-40B4-BE49-F238E27FC236}">
                <a16:creationId xmlns:a16="http://schemas.microsoft.com/office/drawing/2014/main" id="{C2BE41D5-DBF7-16C2-B732-E348CD938DBA}"/>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spTree>
    <p:extLst>
      <p:ext uri="{BB962C8B-B14F-4D97-AF65-F5344CB8AC3E}">
        <p14:creationId xmlns:p14="http://schemas.microsoft.com/office/powerpoint/2010/main" val="41008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A537F-681A-0139-A30A-90E23E3F97A1}"/>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2E503861-DCA1-5983-DB07-218D99265FE8}"/>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30AAB90B-E1FD-C8F7-AE89-DC0E40E98700}"/>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257A27D-5975-C717-01A1-CD0320D29EDD}"/>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ítulo 3">
            <a:extLst>
              <a:ext uri="{FF2B5EF4-FFF2-40B4-BE49-F238E27FC236}">
                <a16:creationId xmlns:a16="http://schemas.microsoft.com/office/drawing/2014/main" id="{665ED85C-97FC-B1C1-A7C9-D15F5BC2E75D}"/>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pic>
        <p:nvPicPr>
          <p:cNvPr id="4" name="Picture 5">
            <a:extLst>
              <a:ext uri="{FF2B5EF4-FFF2-40B4-BE49-F238E27FC236}">
                <a16:creationId xmlns:a16="http://schemas.microsoft.com/office/drawing/2014/main" id="{D673DDC1-BFFC-18AC-5A88-5C9A53B5E0B7}"/>
              </a:ext>
            </a:extLst>
          </p:cNvPr>
          <p:cNvPicPr>
            <a:picLocks noChangeAspect="1"/>
          </p:cNvPicPr>
          <p:nvPr/>
        </p:nvPicPr>
        <p:blipFill>
          <a:blip r:embed="rId2"/>
          <a:stretch>
            <a:fillRect/>
          </a:stretch>
        </p:blipFill>
        <p:spPr>
          <a:xfrm>
            <a:off x="2134210" y="682625"/>
            <a:ext cx="5141590" cy="2390318"/>
          </a:xfrm>
          <a:prstGeom prst="rect">
            <a:avLst/>
          </a:prstGeom>
        </p:spPr>
      </p:pic>
      <p:graphicFrame>
        <p:nvGraphicFramePr>
          <p:cNvPr id="5" name="Objeto 4">
            <a:extLst>
              <a:ext uri="{FF2B5EF4-FFF2-40B4-BE49-F238E27FC236}">
                <a16:creationId xmlns:a16="http://schemas.microsoft.com/office/drawing/2014/main" id="{0630E9B3-C5F8-695A-7469-56495F98C21A}"/>
              </a:ext>
            </a:extLst>
          </p:cNvPr>
          <p:cNvGraphicFramePr>
            <a:graphicFrameLocks noChangeAspect="1"/>
          </p:cNvGraphicFramePr>
          <p:nvPr>
            <p:extLst>
              <p:ext uri="{D42A27DB-BD31-4B8C-83A1-F6EECF244321}">
                <p14:modId xmlns:p14="http://schemas.microsoft.com/office/powerpoint/2010/main" val="4089198701"/>
              </p:ext>
            </p:extLst>
          </p:nvPr>
        </p:nvGraphicFramePr>
        <p:xfrm>
          <a:off x="249528" y="3339354"/>
          <a:ext cx="1540071" cy="1347562"/>
        </p:xfrm>
        <a:graphic>
          <a:graphicData uri="http://schemas.openxmlformats.org/presentationml/2006/ole">
            <mc:AlternateContent xmlns:mc="http://schemas.openxmlformats.org/markup-compatibility/2006">
              <mc:Choice xmlns:v="urn:schemas-microsoft-com:vml" Requires="v">
                <p:oleObj name="Imagen de mapa de bits" r:id="rId3" imgW="1828800" imgH="1600200" progId="Paint.Picture">
                  <p:embed/>
                </p:oleObj>
              </mc:Choice>
              <mc:Fallback>
                <p:oleObj name="Imagen de mapa de bits" r:id="rId3" imgW="1828800" imgH="1600200" progId="Paint.Picture">
                  <p:embed/>
                  <p:pic>
                    <p:nvPicPr>
                      <p:cNvPr id="5" name="Objeto 4">
                        <a:extLst>
                          <a:ext uri="{FF2B5EF4-FFF2-40B4-BE49-F238E27FC236}">
                            <a16:creationId xmlns:a16="http://schemas.microsoft.com/office/drawing/2014/main" id="{0630E9B3-C5F8-695A-7469-56495F98C21A}"/>
                          </a:ext>
                        </a:extLst>
                      </p:cNvPr>
                      <p:cNvPicPr/>
                      <p:nvPr/>
                    </p:nvPicPr>
                    <p:blipFill>
                      <a:blip r:embed="rId4"/>
                      <a:stretch>
                        <a:fillRect/>
                      </a:stretch>
                    </p:blipFill>
                    <p:spPr>
                      <a:xfrm>
                        <a:off x="249528" y="3339354"/>
                        <a:ext cx="1540071" cy="1347562"/>
                      </a:xfrm>
                      <a:prstGeom prst="rect">
                        <a:avLst/>
                      </a:prstGeom>
                    </p:spPr>
                  </p:pic>
                </p:oleObj>
              </mc:Fallback>
            </mc:AlternateContent>
          </a:graphicData>
        </a:graphic>
      </p:graphicFrame>
      <p:graphicFrame>
        <p:nvGraphicFramePr>
          <p:cNvPr id="6" name="Objeto 5">
            <a:extLst>
              <a:ext uri="{FF2B5EF4-FFF2-40B4-BE49-F238E27FC236}">
                <a16:creationId xmlns:a16="http://schemas.microsoft.com/office/drawing/2014/main" id="{6D264ED2-0379-E2CF-1FB1-777C23E50CE4}"/>
              </a:ext>
            </a:extLst>
          </p:cNvPr>
          <p:cNvGraphicFramePr>
            <a:graphicFrameLocks noChangeAspect="1"/>
          </p:cNvGraphicFramePr>
          <p:nvPr>
            <p:extLst>
              <p:ext uri="{D42A27DB-BD31-4B8C-83A1-F6EECF244321}">
                <p14:modId xmlns:p14="http://schemas.microsoft.com/office/powerpoint/2010/main" val="1711022791"/>
              </p:ext>
            </p:extLst>
          </p:nvPr>
        </p:nvGraphicFramePr>
        <p:xfrm>
          <a:off x="2254642" y="3339354"/>
          <a:ext cx="2598869" cy="1355583"/>
        </p:xfrm>
        <a:graphic>
          <a:graphicData uri="http://schemas.openxmlformats.org/presentationml/2006/ole">
            <mc:AlternateContent xmlns:mc="http://schemas.openxmlformats.org/markup-compatibility/2006">
              <mc:Choice xmlns:v="urn:schemas-microsoft-com:vml" Requires="v">
                <p:oleObj name="Imagen de mapa de bits" r:id="rId5" imgW="3086280" imgH="1609560" progId="Paint.Picture">
                  <p:embed/>
                </p:oleObj>
              </mc:Choice>
              <mc:Fallback>
                <p:oleObj name="Imagen de mapa de bits" r:id="rId5" imgW="3086280" imgH="1609560" progId="Paint.Picture">
                  <p:embed/>
                  <p:pic>
                    <p:nvPicPr>
                      <p:cNvPr id="6" name="Objeto 5">
                        <a:extLst>
                          <a:ext uri="{FF2B5EF4-FFF2-40B4-BE49-F238E27FC236}">
                            <a16:creationId xmlns:a16="http://schemas.microsoft.com/office/drawing/2014/main" id="{6D264ED2-0379-E2CF-1FB1-777C23E50CE4}"/>
                          </a:ext>
                        </a:extLst>
                      </p:cNvPr>
                      <p:cNvPicPr/>
                      <p:nvPr/>
                    </p:nvPicPr>
                    <p:blipFill>
                      <a:blip r:embed="rId6"/>
                      <a:stretch>
                        <a:fillRect/>
                      </a:stretch>
                    </p:blipFill>
                    <p:spPr>
                      <a:xfrm>
                        <a:off x="2254642" y="3339354"/>
                        <a:ext cx="2598869" cy="1355583"/>
                      </a:xfrm>
                      <a:prstGeom prst="rect">
                        <a:avLst/>
                      </a:prstGeom>
                    </p:spPr>
                  </p:pic>
                </p:oleObj>
              </mc:Fallback>
            </mc:AlternateContent>
          </a:graphicData>
        </a:graphic>
      </p:graphicFrame>
      <p:graphicFrame>
        <p:nvGraphicFramePr>
          <p:cNvPr id="7" name="Objeto 6">
            <a:extLst>
              <a:ext uri="{FF2B5EF4-FFF2-40B4-BE49-F238E27FC236}">
                <a16:creationId xmlns:a16="http://schemas.microsoft.com/office/drawing/2014/main" id="{EF935196-39E6-27AA-24AE-6B597D367946}"/>
              </a:ext>
            </a:extLst>
          </p:cNvPr>
          <p:cNvGraphicFramePr>
            <a:graphicFrameLocks noChangeAspect="1"/>
          </p:cNvGraphicFramePr>
          <p:nvPr>
            <p:extLst>
              <p:ext uri="{D42A27DB-BD31-4B8C-83A1-F6EECF244321}">
                <p14:modId xmlns:p14="http://schemas.microsoft.com/office/powerpoint/2010/main" val="2252566754"/>
              </p:ext>
            </p:extLst>
          </p:nvPr>
        </p:nvGraphicFramePr>
        <p:xfrm>
          <a:off x="5179563" y="3728382"/>
          <a:ext cx="1387668" cy="553463"/>
        </p:xfrm>
        <a:graphic>
          <a:graphicData uri="http://schemas.openxmlformats.org/presentationml/2006/ole">
            <mc:AlternateContent xmlns:mc="http://schemas.openxmlformats.org/markup-compatibility/2006">
              <mc:Choice xmlns:v="urn:schemas-microsoft-com:vml" Requires="v">
                <p:oleObj name="Imagen de mapa de bits" r:id="rId7" imgW="1647720" imgH="657360" progId="Paint.Picture">
                  <p:embed/>
                </p:oleObj>
              </mc:Choice>
              <mc:Fallback>
                <p:oleObj name="Imagen de mapa de bits" r:id="rId7" imgW="1647720" imgH="657360" progId="Paint.Picture">
                  <p:embed/>
                  <p:pic>
                    <p:nvPicPr>
                      <p:cNvPr id="7" name="Objeto 6">
                        <a:extLst>
                          <a:ext uri="{FF2B5EF4-FFF2-40B4-BE49-F238E27FC236}">
                            <a16:creationId xmlns:a16="http://schemas.microsoft.com/office/drawing/2014/main" id="{EF935196-39E6-27AA-24AE-6B597D367946}"/>
                          </a:ext>
                        </a:extLst>
                      </p:cNvPr>
                      <p:cNvPicPr/>
                      <p:nvPr/>
                    </p:nvPicPr>
                    <p:blipFill>
                      <a:blip r:embed="rId8"/>
                      <a:stretch>
                        <a:fillRect/>
                      </a:stretch>
                    </p:blipFill>
                    <p:spPr>
                      <a:xfrm>
                        <a:off x="5179563" y="3728382"/>
                        <a:ext cx="1387668" cy="553463"/>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EFA6B951-FA62-913A-8850-56B87C5DDD54}"/>
              </a:ext>
            </a:extLst>
          </p:cNvPr>
          <p:cNvGraphicFramePr>
            <a:graphicFrameLocks noChangeAspect="1"/>
          </p:cNvGraphicFramePr>
          <p:nvPr>
            <p:extLst>
              <p:ext uri="{D42A27DB-BD31-4B8C-83A1-F6EECF244321}">
                <p14:modId xmlns:p14="http://schemas.microsoft.com/office/powerpoint/2010/main" val="2964735765"/>
              </p:ext>
            </p:extLst>
          </p:nvPr>
        </p:nvGraphicFramePr>
        <p:xfrm>
          <a:off x="6809574" y="3736403"/>
          <a:ext cx="2253958" cy="545442"/>
        </p:xfrm>
        <a:graphic>
          <a:graphicData uri="http://schemas.openxmlformats.org/presentationml/2006/ole">
            <mc:AlternateContent xmlns:mc="http://schemas.openxmlformats.org/markup-compatibility/2006">
              <mc:Choice xmlns:v="urn:schemas-microsoft-com:vml" Requires="v">
                <p:oleObj name="Imagen de mapa de bits" r:id="rId9" imgW="2676600" imgH="647640" progId="Paint.Picture">
                  <p:embed/>
                </p:oleObj>
              </mc:Choice>
              <mc:Fallback>
                <p:oleObj name="Imagen de mapa de bits" r:id="rId9" imgW="2676600" imgH="647640" progId="Paint.Picture">
                  <p:embed/>
                  <p:pic>
                    <p:nvPicPr>
                      <p:cNvPr id="9" name="Objeto 8">
                        <a:extLst>
                          <a:ext uri="{FF2B5EF4-FFF2-40B4-BE49-F238E27FC236}">
                            <a16:creationId xmlns:a16="http://schemas.microsoft.com/office/drawing/2014/main" id="{EFA6B951-FA62-913A-8850-56B87C5DDD54}"/>
                          </a:ext>
                        </a:extLst>
                      </p:cNvPr>
                      <p:cNvPicPr/>
                      <p:nvPr/>
                    </p:nvPicPr>
                    <p:blipFill>
                      <a:blip r:embed="rId10"/>
                      <a:stretch>
                        <a:fillRect/>
                      </a:stretch>
                    </p:blipFill>
                    <p:spPr>
                      <a:xfrm>
                        <a:off x="6809574" y="3736403"/>
                        <a:ext cx="2253958" cy="545442"/>
                      </a:xfrm>
                      <a:prstGeom prst="rect">
                        <a:avLst/>
                      </a:prstGeom>
                    </p:spPr>
                  </p:pic>
                </p:oleObj>
              </mc:Fallback>
            </mc:AlternateContent>
          </a:graphicData>
        </a:graphic>
      </p:graphicFrame>
    </p:spTree>
    <p:extLst>
      <p:ext uri="{BB962C8B-B14F-4D97-AF65-F5344CB8AC3E}">
        <p14:creationId xmlns:p14="http://schemas.microsoft.com/office/powerpoint/2010/main" val="22644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9E0FA-DF31-5FFB-10FB-4005967C67B7}"/>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E7425B3-14F7-9F00-FDCC-284AB7B4A760}"/>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F7EBB9AF-C73C-8310-2D2C-E43DBCC9A46E}"/>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995F7BCC-D8BA-FF0A-A5E6-E035DFDEB2CC}"/>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ítulo 3">
            <a:extLst>
              <a:ext uri="{FF2B5EF4-FFF2-40B4-BE49-F238E27FC236}">
                <a16:creationId xmlns:a16="http://schemas.microsoft.com/office/drawing/2014/main" id="{8B1BDCF6-97F5-58E1-BFAD-5FADC80E4196}"/>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pic>
        <p:nvPicPr>
          <p:cNvPr id="2" name="Picture 5">
            <a:extLst>
              <a:ext uri="{FF2B5EF4-FFF2-40B4-BE49-F238E27FC236}">
                <a16:creationId xmlns:a16="http://schemas.microsoft.com/office/drawing/2014/main" id="{C1E89CD1-962F-A697-788B-780789768788}"/>
              </a:ext>
            </a:extLst>
          </p:cNvPr>
          <p:cNvPicPr>
            <a:picLocks noChangeAspect="1"/>
          </p:cNvPicPr>
          <p:nvPr/>
        </p:nvPicPr>
        <p:blipFill>
          <a:blip r:embed="rId2"/>
          <a:stretch>
            <a:fillRect/>
          </a:stretch>
        </p:blipFill>
        <p:spPr>
          <a:xfrm>
            <a:off x="2566215" y="663978"/>
            <a:ext cx="4853853" cy="2256549"/>
          </a:xfrm>
          <a:prstGeom prst="rect">
            <a:avLst/>
          </a:prstGeom>
        </p:spPr>
      </p:pic>
      <p:graphicFrame>
        <p:nvGraphicFramePr>
          <p:cNvPr id="3" name="Objeto 2">
            <a:extLst>
              <a:ext uri="{FF2B5EF4-FFF2-40B4-BE49-F238E27FC236}">
                <a16:creationId xmlns:a16="http://schemas.microsoft.com/office/drawing/2014/main" id="{D89853F5-4DA0-77E8-0E71-FAA530FBE784}"/>
              </a:ext>
            </a:extLst>
          </p:cNvPr>
          <p:cNvGraphicFramePr>
            <a:graphicFrameLocks noChangeAspect="1"/>
          </p:cNvGraphicFramePr>
          <p:nvPr>
            <p:extLst>
              <p:ext uri="{D42A27DB-BD31-4B8C-83A1-F6EECF244321}">
                <p14:modId xmlns:p14="http://schemas.microsoft.com/office/powerpoint/2010/main" val="4164134096"/>
              </p:ext>
            </p:extLst>
          </p:nvPr>
        </p:nvGraphicFramePr>
        <p:xfrm>
          <a:off x="169862" y="3719396"/>
          <a:ext cx="3680145" cy="530062"/>
        </p:xfrm>
        <a:graphic>
          <a:graphicData uri="http://schemas.openxmlformats.org/presentationml/2006/ole">
            <mc:AlternateContent xmlns:mc="http://schemas.openxmlformats.org/markup-compatibility/2006">
              <mc:Choice xmlns:v="urn:schemas-microsoft-com:vml" Requires="v">
                <p:oleObj name="Imagen de mapa de bits" r:id="rId3" imgW="4629240" imgH="666720" progId="Paint.Picture">
                  <p:embed/>
                </p:oleObj>
              </mc:Choice>
              <mc:Fallback>
                <p:oleObj name="Imagen de mapa de bits" r:id="rId3" imgW="4629240" imgH="666720" progId="Paint.Picture">
                  <p:embed/>
                  <p:pic>
                    <p:nvPicPr>
                      <p:cNvPr id="3" name="Objeto 2">
                        <a:extLst>
                          <a:ext uri="{FF2B5EF4-FFF2-40B4-BE49-F238E27FC236}">
                            <a16:creationId xmlns:a16="http://schemas.microsoft.com/office/drawing/2014/main" id="{D89853F5-4DA0-77E8-0E71-FAA530FBE784}"/>
                          </a:ext>
                        </a:extLst>
                      </p:cNvPr>
                      <p:cNvPicPr/>
                      <p:nvPr/>
                    </p:nvPicPr>
                    <p:blipFill>
                      <a:blip r:embed="rId4"/>
                      <a:stretch>
                        <a:fillRect/>
                      </a:stretch>
                    </p:blipFill>
                    <p:spPr>
                      <a:xfrm>
                        <a:off x="169862" y="3719396"/>
                        <a:ext cx="3680145" cy="530062"/>
                      </a:xfrm>
                      <a:prstGeom prst="rect">
                        <a:avLst/>
                      </a:prstGeom>
                    </p:spPr>
                  </p:pic>
                </p:oleObj>
              </mc:Fallback>
            </mc:AlternateContent>
          </a:graphicData>
        </a:graphic>
      </p:graphicFrame>
      <p:graphicFrame>
        <p:nvGraphicFramePr>
          <p:cNvPr id="10" name="Objeto 9">
            <a:extLst>
              <a:ext uri="{FF2B5EF4-FFF2-40B4-BE49-F238E27FC236}">
                <a16:creationId xmlns:a16="http://schemas.microsoft.com/office/drawing/2014/main" id="{70E5A17E-F621-FC9F-B140-22887029FD16}"/>
              </a:ext>
            </a:extLst>
          </p:cNvPr>
          <p:cNvGraphicFramePr>
            <a:graphicFrameLocks noChangeAspect="1"/>
          </p:cNvGraphicFramePr>
          <p:nvPr>
            <p:extLst>
              <p:ext uri="{D42A27DB-BD31-4B8C-83A1-F6EECF244321}">
                <p14:modId xmlns:p14="http://schemas.microsoft.com/office/powerpoint/2010/main" val="342691867"/>
              </p:ext>
            </p:extLst>
          </p:nvPr>
        </p:nvGraphicFramePr>
        <p:xfrm>
          <a:off x="4276060" y="3719396"/>
          <a:ext cx="2165682" cy="575496"/>
        </p:xfrm>
        <a:graphic>
          <a:graphicData uri="http://schemas.openxmlformats.org/presentationml/2006/ole">
            <mc:AlternateContent xmlns:mc="http://schemas.openxmlformats.org/markup-compatibility/2006">
              <mc:Choice xmlns:v="urn:schemas-microsoft-com:vml" Requires="v">
                <p:oleObj name="Imagen de mapa de bits" r:id="rId5" imgW="2724120" imgH="723960" progId="Paint.Picture">
                  <p:embed/>
                </p:oleObj>
              </mc:Choice>
              <mc:Fallback>
                <p:oleObj name="Imagen de mapa de bits" r:id="rId5" imgW="2724120" imgH="723960" progId="Paint.Picture">
                  <p:embed/>
                  <p:pic>
                    <p:nvPicPr>
                      <p:cNvPr id="10" name="Objeto 9">
                        <a:extLst>
                          <a:ext uri="{FF2B5EF4-FFF2-40B4-BE49-F238E27FC236}">
                            <a16:creationId xmlns:a16="http://schemas.microsoft.com/office/drawing/2014/main" id="{70E5A17E-F621-FC9F-B140-22887029FD16}"/>
                          </a:ext>
                        </a:extLst>
                      </p:cNvPr>
                      <p:cNvPicPr/>
                      <p:nvPr/>
                    </p:nvPicPr>
                    <p:blipFill>
                      <a:blip r:embed="rId6"/>
                      <a:stretch>
                        <a:fillRect/>
                      </a:stretch>
                    </p:blipFill>
                    <p:spPr>
                      <a:xfrm>
                        <a:off x="4276060" y="3719396"/>
                        <a:ext cx="2165682" cy="575496"/>
                      </a:xfrm>
                      <a:prstGeom prst="rect">
                        <a:avLst/>
                      </a:prstGeom>
                    </p:spPr>
                  </p:pic>
                </p:oleObj>
              </mc:Fallback>
            </mc:AlternateContent>
          </a:graphicData>
        </a:graphic>
      </p:graphicFrame>
      <p:graphicFrame>
        <p:nvGraphicFramePr>
          <p:cNvPr id="11" name="Objeto 10">
            <a:extLst>
              <a:ext uri="{FF2B5EF4-FFF2-40B4-BE49-F238E27FC236}">
                <a16:creationId xmlns:a16="http://schemas.microsoft.com/office/drawing/2014/main" id="{FFD8FEE5-F417-B532-F1DF-4E430B98C221}"/>
              </a:ext>
            </a:extLst>
          </p:cNvPr>
          <p:cNvGraphicFramePr>
            <a:graphicFrameLocks noChangeAspect="1"/>
          </p:cNvGraphicFramePr>
          <p:nvPr>
            <p:extLst>
              <p:ext uri="{D42A27DB-BD31-4B8C-83A1-F6EECF244321}">
                <p14:modId xmlns:p14="http://schemas.microsoft.com/office/powerpoint/2010/main" val="2008076652"/>
              </p:ext>
            </p:extLst>
          </p:nvPr>
        </p:nvGraphicFramePr>
        <p:xfrm>
          <a:off x="6947533" y="3738327"/>
          <a:ext cx="1317583" cy="537634"/>
        </p:xfrm>
        <a:graphic>
          <a:graphicData uri="http://schemas.openxmlformats.org/presentationml/2006/ole">
            <mc:AlternateContent xmlns:mc="http://schemas.openxmlformats.org/markup-compatibility/2006">
              <mc:Choice xmlns:v="urn:schemas-microsoft-com:vml" Requires="v">
                <p:oleObj name="Imagen de mapa de bits" r:id="rId7" imgW="1657440" imgH="676440" progId="Paint.Picture">
                  <p:embed/>
                </p:oleObj>
              </mc:Choice>
              <mc:Fallback>
                <p:oleObj name="Imagen de mapa de bits" r:id="rId7" imgW="1657440" imgH="676440" progId="Paint.Picture">
                  <p:embed/>
                  <p:pic>
                    <p:nvPicPr>
                      <p:cNvPr id="11" name="Objeto 10">
                        <a:extLst>
                          <a:ext uri="{FF2B5EF4-FFF2-40B4-BE49-F238E27FC236}">
                            <a16:creationId xmlns:a16="http://schemas.microsoft.com/office/drawing/2014/main" id="{FFD8FEE5-F417-B532-F1DF-4E430B98C221}"/>
                          </a:ext>
                        </a:extLst>
                      </p:cNvPr>
                      <p:cNvPicPr/>
                      <p:nvPr/>
                    </p:nvPicPr>
                    <p:blipFill>
                      <a:blip r:embed="rId8"/>
                      <a:stretch>
                        <a:fillRect/>
                      </a:stretch>
                    </p:blipFill>
                    <p:spPr>
                      <a:xfrm>
                        <a:off x="6947533" y="3738327"/>
                        <a:ext cx="1317583" cy="537634"/>
                      </a:xfrm>
                      <a:prstGeom prst="rect">
                        <a:avLst/>
                      </a:prstGeom>
                    </p:spPr>
                  </p:pic>
                </p:oleObj>
              </mc:Fallback>
            </mc:AlternateContent>
          </a:graphicData>
        </a:graphic>
      </p:graphicFrame>
    </p:spTree>
    <p:extLst>
      <p:ext uri="{BB962C8B-B14F-4D97-AF65-F5344CB8AC3E}">
        <p14:creationId xmlns:p14="http://schemas.microsoft.com/office/powerpoint/2010/main" val="373360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618C-CD40-C46B-F02C-8DDDAAFAFB8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0800E788-DB01-751A-AA0D-353A96180C03}"/>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710A870E-042C-D317-298F-5C19185BD23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5E123AE-FFF0-1F34-D707-4CF880E5FD3A}"/>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ítulo 3">
            <a:extLst>
              <a:ext uri="{FF2B5EF4-FFF2-40B4-BE49-F238E27FC236}">
                <a16:creationId xmlns:a16="http://schemas.microsoft.com/office/drawing/2014/main" id="{255C54FA-39E7-E58C-5C3C-CA3CFA772EBC}"/>
              </a:ext>
            </a:extLst>
          </p:cNvPr>
          <p:cNvSpPr txBox="1">
            <a:spLocks/>
          </p:cNvSpPr>
          <p:nvPr/>
        </p:nvSpPr>
        <p:spPr>
          <a:xfrm>
            <a:off x="1049792" y="-253558"/>
            <a:ext cx="7886700"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b="1">
                <a:solidFill>
                  <a:srgbClr val="002060"/>
                </a:solidFill>
                <a:latin typeface="Raleway" pitchFamily="2" charset="0"/>
                <a:ea typeface="+mn-ea"/>
                <a:cs typeface="+mn-cs"/>
              </a:rPr>
              <a:t>Example</a:t>
            </a:r>
            <a:endParaRPr lang="es-MX" sz="2400" b="1" dirty="0">
              <a:solidFill>
                <a:srgbClr val="002060"/>
              </a:solidFill>
              <a:latin typeface="Raleway" pitchFamily="2" charset="0"/>
              <a:ea typeface="+mn-ea"/>
              <a:cs typeface="+mn-cs"/>
            </a:endParaRPr>
          </a:p>
        </p:txBody>
      </p:sp>
      <p:pic>
        <p:nvPicPr>
          <p:cNvPr id="4" name="Picture 5">
            <a:extLst>
              <a:ext uri="{FF2B5EF4-FFF2-40B4-BE49-F238E27FC236}">
                <a16:creationId xmlns:a16="http://schemas.microsoft.com/office/drawing/2014/main" id="{B09B570D-8C76-6147-79BE-55E3881D131C}"/>
              </a:ext>
            </a:extLst>
          </p:cNvPr>
          <p:cNvPicPr>
            <a:picLocks noChangeAspect="1"/>
          </p:cNvPicPr>
          <p:nvPr/>
        </p:nvPicPr>
        <p:blipFill>
          <a:blip r:embed="rId2"/>
          <a:stretch>
            <a:fillRect/>
          </a:stretch>
        </p:blipFill>
        <p:spPr>
          <a:xfrm>
            <a:off x="1840835" y="503238"/>
            <a:ext cx="6105525" cy="2838450"/>
          </a:xfrm>
          <a:prstGeom prst="rect">
            <a:avLst/>
          </a:prstGeom>
        </p:spPr>
      </p:pic>
      <p:graphicFrame>
        <p:nvGraphicFramePr>
          <p:cNvPr id="5" name="Objeto 4">
            <a:extLst>
              <a:ext uri="{FF2B5EF4-FFF2-40B4-BE49-F238E27FC236}">
                <a16:creationId xmlns:a16="http://schemas.microsoft.com/office/drawing/2014/main" id="{9D431294-BB74-7265-D4E0-2713F9DF8A24}"/>
              </a:ext>
            </a:extLst>
          </p:cNvPr>
          <p:cNvGraphicFramePr>
            <a:graphicFrameLocks noChangeAspect="1"/>
          </p:cNvGraphicFramePr>
          <p:nvPr>
            <p:extLst>
              <p:ext uri="{D42A27DB-BD31-4B8C-83A1-F6EECF244321}">
                <p14:modId xmlns:p14="http://schemas.microsoft.com/office/powerpoint/2010/main" val="3137343961"/>
              </p:ext>
            </p:extLst>
          </p:nvPr>
        </p:nvGraphicFramePr>
        <p:xfrm>
          <a:off x="2293272" y="4132764"/>
          <a:ext cx="2600325" cy="676275"/>
        </p:xfrm>
        <a:graphic>
          <a:graphicData uri="http://schemas.openxmlformats.org/presentationml/2006/ole">
            <mc:AlternateContent xmlns:mc="http://schemas.openxmlformats.org/markup-compatibility/2006">
              <mc:Choice xmlns:v="urn:schemas-microsoft-com:vml" Requires="v">
                <p:oleObj name="Imagen de mapa de bits" r:id="rId3" imgW="2600280" imgH="676440" progId="Paint.Picture">
                  <p:embed/>
                </p:oleObj>
              </mc:Choice>
              <mc:Fallback>
                <p:oleObj name="Imagen de mapa de bits" r:id="rId3" imgW="2600280" imgH="676440" progId="Paint.Picture">
                  <p:embed/>
                  <p:pic>
                    <p:nvPicPr>
                      <p:cNvPr id="5" name="Objeto 4">
                        <a:extLst>
                          <a:ext uri="{FF2B5EF4-FFF2-40B4-BE49-F238E27FC236}">
                            <a16:creationId xmlns:a16="http://schemas.microsoft.com/office/drawing/2014/main" id="{9D431294-BB74-7265-D4E0-2713F9DF8A24}"/>
                          </a:ext>
                        </a:extLst>
                      </p:cNvPr>
                      <p:cNvPicPr/>
                      <p:nvPr/>
                    </p:nvPicPr>
                    <p:blipFill>
                      <a:blip r:embed="rId4"/>
                      <a:stretch>
                        <a:fillRect/>
                      </a:stretch>
                    </p:blipFill>
                    <p:spPr>
                      <a:xfrm>
                        <a:off x="2293272" y="4132764"/>
                        <a:ext cx="2600325" cy="676275"/>
                      </a:xfrm>
                      <a:prstGeom prst="rect">
                        <a:avLst/>
                      </a:prstGeom>
                    </p:spPr>
                  </p:pic>
                </p:oleObj>
              </mc:Fallback>
            </mc:AlternateContent>
          </a:graphicData>
        </a:graphic>
      </p:graphicFrame>
      <p:graphicFrame>
        <p:nvGraphicFramePr>
          <p:cNvPr id="6" name="Objeto 5">
            <a:extLst>
              <a:ext uri="{FF2B5EF4-FFF2-40B4-BE49-F238E27FC236}">
                <a16:creationId xmlns:a16="http://schemas.microsoft.com/office/drawing/2014/main" id="{85A116AB-B2BE-D7A4-54AA-930966620534}"/>
              </a:ext>
            </a:extLst>
          </p:cNvPr>
          <p:cNvGraphicFramePr>
            <a:graphicFrameLocks noChangeAspect="1"/>
          </p:cNvGraphicFramePr>
          <p:nvPr>
            <p:extLst>
              <p:ext uri="{D42A27DB-BD31-4B8C-83A1-F6EECF244321}">
                <p14:modId xmlns:p14="http://schemas.microsoft.com/office/powerpoint/2010/main" val="3172774738"/>
              </p:ext>
            </p:extLst>
          </p:nvPr>
        </p:nvGraphicFramePr>
        <p:xfrm>
          <a:off x="5772955" y="4027988"/>
          <a:ext cx="1685925" cy="885825"/>
        </p:xfrm>
        <a:graphic>
          <a:graphicData uri="http://schemas.openxmlformats.org/presentationml/2006/ole">
            <mc:AlternateContent xmlns:mc="http://schemas.openxmlformats.org/markup-compatibility/2006">
              <mc:Choice xmlns:v="urn:schemas-microsoft-com:vml" Requires="v">
                <p:oleObj name="Imagen de mapa de bits" r:id="rId5" imgW="1685880" imgH="885960" progId="Paint.Picture">
                  <p:embed/>
                </p:oleObj>
              </mc:Choice>
              <mc:Fallback>
                <p:oleObj name="Imagen de mapa de bits" r:id="rId5" imgW="1685880" imgH="885960" progId="Paint.Picture">
                  <p:embed/>
                  <p:pic>
                    <p:nvPicPr>
                      <p:cNvPr id="6" name="Objeto 5">
                        <a:extLst>
                          <a:ext uri="{FF2B5EF4-FFF2-40B4-BE49-F238E27FC236}">
                            <a16:creationId xmlns:a16="http://schemas.microsoft.com/office/drawing/2014/main" id="{85A116AB-B2BE-D7A4-54AA-930966620534}"/>
                          </a:ext>
                        </a:extLst>
                      </p:cNvPr>
                      <p:cNvPicPr/>
                      <p:nvPr/>
                    </p:nvPicPr>
                    <p:blipFill>
                      <a:blip r:embed="rId6"/>
                      <a:stretch>
                        <a:fillRect/>
                      </a:stretch>
                    </p:blipFill>
                    <p:spPr>
                      <a:xfrm>
                        <a:off x="5772955" y="4027988"/>
                        <a:ext cx="1685925" cy="885825"/>
                      </a:xfrm>
                      <a:prstGeom prst="rect">
                        <a:avLst/>
                      </a:prstGeom>
                    </p:spPr>
                  </p:pic>
                </p:oleObj>
              </mc:Fallback>
            </mc:AlternateContent>
          </a:graphicData>
        </a:graphic>
      </p:graphicFrame>
    </p:spTree>
    <p:extLst>
      <p:ext uri="{BB962C8B-B14F-4D97-AF65-F5344CB8AC3E}">
        <p14:creationId xmlns:p14="http://schemas.microsoft.com/office/powerpoint/2010/main" val="292591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1369-5658-C653-8BDD-C0D9A3FE285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45548C3-B17E-92F5-C173-3D88CE11998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C43DFA5-240E-A8BF-1500-4231DADC704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4FEF14A-7129-FFAA-621F-5B294836764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2AC52D0-8753-75D3-450A-34BFFC74F2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ítulo 3">
            <a:extLst>
              <a:ext uri="{FF2B5EF4-FFF2-40B4-BE49-F238E27FC236}">
                <a16:creationId xmlns:a16="http://schemas.microsoft.com/office/drawing/2014/main" id="{0B803CE5-7C69-EFFA-856D-625DC1BC0B57}"/>
              </a:ext>
            </a:extLst>
          </p:cNvPr>
          <p:cNvSpPr txBox="1">
            <a:spLocks/>
          </p:cNvSpPr>
          <p:nvPr/>
        </p:nvSpPr>
        <p:spPr>
          <a:xfrm>
            <a:off x="2582267" y="1999386"/>
            <a:ext cx="4557368" cy="57236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6000" b="1" dirty="0" err="1">
                <a:solidFill>
                  <a:srgbClr val="002060"/>
                </a:solidFill>
                <a:latin typeface="Raleway" pitchFamily="2" charset="0"/>
                <a:ea typeface="+mn-ea"/>
                <a:cs typeface="+mn-cs"/>
              </a:rPr>
              <a:t>Questions</a:t>
            </a:r>
            <a:r>
              <a:rPr lang="es-MX" sz="6000" b="1" dirty="0">
                <a:solidFill>
                  <a:srgbClr val="002060"/>
                </a:solidFill>
                <a:latin typeface="Raleway" pitchFamily="2" charset="0"/>
                <a:ea typeface="+mn-ea"/>
                <a:cs typeface="+mn-cs"/>
              </a:rPr>
              <a:t>?</a:t>
            </a:r>
          </a:p>
        </p:txBody>
      </p:sp>
    </p:spTree>
    <p:extLst>
      <p:ext uri="{BB962C8B-B14F-4D97-AF65-F5344CB8AC3E}">
        <p14:creationId xmlns:p14="http://schemas.microsoft.com/office/powerpoint/2010/main" val="11238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DA02990A985E1429346E7EDB47F092B" ma:contentTypeVersion="7" ma:contentTypeDescription="Crear nuevo documento." ma:contentTypeScope="" ma:versionID="637f3bd5eb3e3d405c73f5c92250049f">
  <xsd:schema xmlns:xsd="http://www.w3.org/2001/XMLSchema" xmlns:xs="http://www.w3.org/2001/XMLSchema" xmlns:p="http://schemas.microsoft.com/office/2006/metadata/properties" xmlns:ns2="50d70ff0-be44-4442-a31e-b1ac4229c49f" targetNamespace="http://schemas.microsoft.com/office/2006/metadata/properties" ma:root="true" ma:fieldsID="9ea56dff4003a76d09cf44a27e9b5a6a" ns2:_="">
    <xsd:import namespace="50d70ff0-be44-4442-a31e-b1ac4229c4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d70ff0-be44-4442-a31e-b1ac4229c4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16EF2C5-5613-4617-8988-F77B7E3A3378}">
  <ds:schemaRefs>
    <ds:schemaRef ds:uri="http://schemas.microsoft.com/sharepoint/v3/contenttype/forms"/>
  </ds:schemaRefs>
</ds:datastoreItem>
</file>

<file path=customXml/itemProps2.xml><?xml version="1.0" encoding="utf-8"?>
<ds:datastoreItem xmlns:ds="http://schemas.openxmlformats.org/officeDocument/2006/customXml" ds:itemID="{D113C40B-510E-4770-A6A0-6149521F7B33}"/>
</file>

<file path=customXml/itemProps3.xml><?xml version="1.0" encoding="utf-8"?>
<ds:datastoreItem xmlns:ds="http://schemas.openxmlformats.org/officeDocument/2006/customXml" ds:itemID="{02D72823-DCE9-4E32-8B2E-6DD8638B7C07}">
  <ds:schemaRefs>
    <ds:schemaRef ds:uri="a6c25035-f145-4372-9916-f499d6890560"/>
    <ds:schemaRef ds:uri="http://purl.org/dc/terms/"/>
    <ds:schemaRef ds:uri="http://schemas.openxmlformats.org/package/2006/metadata/core-properties"/>
    <ds:schemaRef ds:uri="b5381dfd-d193-4d3b-a4f1-0a044556b78f"/>
    <ds:schemaRef ds:uri="http://schemas.microsoft.com/office/infopath/2007/PartnerControls"/>
    <ds:schemaRef ds:uri="http://www.w3.org/XML/1998/namespace"/>
    <ds:schemaRef ds:uri="http://purl.org/dc/elements/1.1/"/>
    <ds:schemaRef ds:uri="http://schemas.microsoft.com/office/2006/metadata/propertie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30910</TotalTime>
  <Words>1878</Words>
  <Application>Microsoft Office PowerPoint</Application>
  <PresentationFormat>Presentación en pantalla (16:9)</PresentationFormat>
  <Paragraphs>86</Paragraphs>
  <Slides>44</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2</vt:i4>
      </vt:variant>
      <vt:variant>
        <vt:lpstr>Títulos de diapositiva</vt:lpstr>
      </vt:variant>
      <vt:variant>
        <vt:i4>44</vt:i4>
      </vt:variant>
    </vt:vector>
  </HeadingPairs>
  <TitlesOfParts>
    <vt:vector size="52" baseType="lpstr">
      <vt:lpstr>Arial</vt:lpstr>
      <vt:lpstr>Calibri</vt:lpstr>
      <vt:lpstr>Calibri Light</vt:lpstr>
      <vt:lpstr>Cambria Math</vt:lpstr>
      <vt:lpstr>Raleway</vt:lpstr>
      <vt:lpstr>Office Theme</vt:lpstr>
      <vt:lpstr>Imagen de mapa de bits</vt:lpstr>
      <vt:lpstr>Bitmap Image</vt:lpstr>
      <vt:lpstr>Presentación de PowerPoint</vt:lpstr>
      <vt:lpstr>Definition</vt:lpstr>
      <vt:lpstr>What are CNNs?</vt:lpstr>
      <vt:lpstr>What are CNNs?</vt:lpstr>
      <vt:lpstr>What are CNNs?</vt:lpstr>
      <vt:lpstr>What are CNNs?</vt:lpstr>
      <vt:lpstr>What are CNNs?</vt:lpstr>
      <vt:lpstr>Convolutional Layers</vt:lpstr>
      <vt:lpstr>Convolutional Layers</vt:lpstr>
      <vt:lpstr>Convolutional Layers</vt:lpstr>
      <vt:lpstr>Convolutional Layers</vt:lpstr>
      <vt:lpstr>Convolutional Layers</vt:lpstr>
      <vt:lpstr>Convolutional Layers</vt:lpstr>
      <vt:lpstr>Convolutional Layers</vt:lpstr>
      <vt:lpstr>Convolutional Layers</vt:lpstr>
      <vt:lpstr>Convolutional Layers</vt:lpstr>
      <vt:lpstr>Convolutional Layers</vt:lpstr>
      <vt:lpstr>Convolutional Layers</vt:lpstr>
      <vt:lpstr>Three Channels and Filters</vt:lpstr>
      <vt:lpstr>Three Channels and Filters</vt:lpstr>
      <vt:lpstr>Three Channels and Filters</vt:lpstr>
      <vt:lpstr>Strides</vt:lpstr>
      <vt:lpstr>Padding</vt:lpstr>
      <vt:lpstr>Padding</vt:lpstr>
      <vt:lpstr>Padding</vt:lpstr>
      <vt:lpstr>Pooling</vt:lpstr>
      <vt:lpstr>Pooling</vt:lpstr>
      <vt:lpstr>Fully Connected Layers</vt:lpstr>
      <vt:lpstr>How the CNN Learn?</vt:lpstr>
      <vt:lpstr>How the CNN Learn?</vt:lpstr>
      <vt:lpstr>How the CNN Learn?</vt:lpstr>
      <vt:lpstr>How the CNN Learn?</vt:lpstr>
      <vt:lpstr>How the CNN Learn?</vt:lpstr>
      <vt:lpstr>How the CNN Learn?</vt:lpstr>
      <vt:lpstr>How the CNN Learn?</vt:lpstr>
      <vt:lpstr>Example</vt:lpstr>
      <vt:lpstr>Example</vt:lpstr>
      <vt:lpstr>Example</vt:lpstr>
      <vt:lpstr>Example</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JESUS ROCHA SALAZAR</cp:lastModifiedBy>
  <cp:revision>515</cp:revision>
  <dcterms:created xsi:type="dcterms:W3CDTF">2019-09-10T01:48:06Z</dcterms:created>
  <dcterms:modified xsi:type="dcterms:W3CDTF">2026-02-13T23:13:34Z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0x0101002DA02990A985E1429346E7EDB47F092B</vt:lpwstr>
  </property>
  <property fmtid="{D5CDD505-2E9C-101B-9397-08002B2CF9AE}" pid="3" name="MSIP_Label_d291669d-c62a-41f9-9790-e463798003d8_Enabled">
    <vt:lpwstr>true</vt:lpwstr>
  </property>
  <property fmtid="{D5CDD505-2E9C-101B-9397-08002B2CF9AE}" pid="4" name="MSIP_Label_d291669d-c62a-41f9-9790-e463798003d8_SetDate">
    <vt:lpwstr>2024-08-12T22:53:21Z</vt:lpwstr>
  </property>
  <property fmtid="{D5CDD505-2E9C-101B-9397-08002B2CF9AE}" pid="5" name="MSIP_Label_d291669d-c62a-41f9-9790-e463798003d8_Method">
    <vt:lpwstr>Privileged</vt:lpwstr>
  </property>
  <property fmtid="{D5CDD505-2E9C-101B-9397-08002B2CF9AE}" pid="6" name="MSIP_Label_d291669d-c62a-41f9-9790-e463798003d8_Name">
    <vt:lpwstr>Public</vt:lpwstr>
  </property>
  <property fmtid="{D5CDD505-2E9C-101B-9397-08002B2CF9AE}" pid="7" name="MSIP_Label_d291669d-c62a-41f9-9790-e463798003d8_SiteId">
    <vt:lpwstr>1771ae17-e764-4e0f-a476-d4184d79a5d9</vt:lpwstr>
  </property>
  <property fmtid="{D5CDD505-2E9C-101B-9397-08002B2CF9AE}" pid="8" name="MSIP_Label_d291669d-c62a-41f9-9790-e463798003d8_ActionId">
    <vt:lpwstr>6b4c8926-5387-47eb-bfad-601cc03d0f99</vt:lpwstr>
  </property>
  <property fmtid="{D5CDD505-2E9C-101B-9397-08002B2CF9AE}" pid="9" name="MSIP_Label_d291669d-c62a-41f9-9790-e463798003d8_ContentBits">
    <vt:lpwstr>0</vt:lpwstr>
  </property>
</Properties>
</file>