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9" r:id="rId4"/>
  </p:sldMasterIdLst>
  <p:notesMasterIdLst>
    <p:notesMasterId r:id="rId26"/>
  </p:notesMasterIdLst>
  <p:handoutMasterIdLst>
    <p:handoutMasterId r:id="rId27"/>
  </p:handoutMasterIdLst>
  <p:sldIdLst>
    <p:sldId id="4182" r:id="rId5"/>
    <p:sldId id="2147473126" r:id="rId6"/>
    <p:sldId id="2147473157" r:id="rId7"/>
    <p:sldId id="2147473158" r:id="rId8"/>
    <p:sldId id="2147473159" r:id="rId9"/>
    <p:sldId id="2147473160" r:id="rId10"/>
    <p:sldId id="2147473161" r:id="rId11"/>
    <p:sldId id="2147473162" r:id="rId12"/>
    <p:sldId id="2147473163" r:id="rId13"/>
    <p:sldId id="2147473164" r:id="rId14"/>
    <p:sldId id="2147473165" r:id="rId15"/>
    <p:sldId id="2147473166" r:id="rId16"/>
    <p:sldId id="2147473167" r:id="rId17"/>
    <p:sldId id="2147473168" r:id="rId18"/>
    <p:sldId id="2147473169" r:id="rId19"/>
    <p:sldId id="2147473170" r:id="rId20"/>
    <p:sldId id="2147473171" r:id="rId21"/>
    <p:sldId id="2147473172" r:id="rId22"/>
    <p:sldId id="2147473173" r:id="rId23"/>
    <p:sldId id="2147473174" r:id="rId24"/>
    <p:sldId id="2147473099" r:id="rId2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013793"/>
    <a:srgbClr val="595959"/>
    <a:srgbClr val="5A99D2"/>
    <a:srgbClr val="0D1D50"/>
    <a:srgbClr val="3B74A3"/>
    <a:srgbClr val="898989"/>
    <a:srgbClr val="3C76A5"/>
    <a:srgbClr val="3B75A4"/>
    <a:srgbClr val="6565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FB68FF-8DEF-4859-BD6B-414CB90C5785}" v="49" dt="2026-01-30T22:49:41.6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854" autoAdjust="0"/>
    <p:restoredTop sz="94660"/>
  </p:normalViewPr>
  <p:slideViewPr>
    <p:cSldViewPr snapToGrid="0" showGuides="1">
      <p:cViewPr varScale="1">
        <p:scale>
          <a:sx n="87" d="100"/>
          <a:sy n="87" d="100"/>
        </p:scale>
        <p:origin x="516" y="280"/>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showGuides="1">
      <p:cViewPr>
        <p:scale>
          <a:sx n="100" d="100"/>
          <a:sy n="100" d="100"/>
        </p:scale>
        <p:origin x="954" y="-287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US ROCHA SALAZAR" userId="4e0323458c84468b" providerId="LiveId" clId="{DC2CD160-77F3-4A47-9FD0-6C2276FF51A8}"/>
    <pc:docChg chg="undo custSel addSld delSld modSld">
      <pc:chgData name="JESUS ROCHA SALAZAR" userId="4e0323458c84468b" providerId="LiveId" clId="{DC2CD160-77F3-4A47-9FD0-6C2276FF51A8}" dt="2026-01-30T22:49:44.593" v="330" actId="478"/>
      <pc:docMkLst>
        <pc:docMk/>
      </pc:docMkLst>
      <pc:sldChg chg="del">
        <pc:chgData name="JESUS ROCHA SALAZAR" userId="4e0323458c84468b" providerId="LiveId" clId="{DC2CD160-77F3-4A47-9FD0-6C2276FF51A8}" dt="2026-01-30T22:28:12.079" v="80" actId="2696"/>
        <pc:sldMkLst>
          <pc:docMk/>
          <pc:sldMk cId="2895447003" sldId="2147473101"/>
        </pc:sldMkLst>
      </pc:sldChg>
      <pc:sldChg chg="del">
        <pc:chgData name="JESUS ROCHA SALAZAR" userId="4e0323458c84468b" providerId="LiveId" clId="{DC2CD160-77F3-4A47-9FD0-6C2276FF51A8}" dt="2026-01-30T22:28:12.079" v="80" actId="2696"/>
        <pc:sldMkLst>
          <pc:docMk/>
          <pc:sldMk cId="3094111429" sldId="2147473105"/>
        </pc:sldMkLst>
      </pc:sldChg>
      <pc:sldChg chg="addSp delSp modSp mod">
        <pc:chgData name="JESUS ROCHA SALAZAR" userId="4e0323458c84468b" providerId="LiveId" clId="{DC2CD160-77F3-4A47-9FD0-6C2276FF51A8}" dt="2026-01-30T22:28:43.763" v="83" actId="14100"/>
        <pc:sldMkLst>
          <pc:docMk/>
          <pc:sldMk cId="268863807" sldId="2147473126"/>
        </pc:sldMkLst>
        <pc:spChg chg="add mod">
          <ac:chgData name="JESUS ROCHA SALAZAR" userId="4e0323458c84468b" providerId="LiveId" clId="{DC2CD160-77F3-4A47-9FD0-6C2276FF51A8}" dt="2026-01-30T22:28:43.763" v="83" actId="14100"/>
          <ac:spMkLst>
            <pc:docMk/>
            <pc:sldMk cId="268863807" sldId="2147473126"/>
            <ac:spMk id="4" creationId="{E320F5B5-2ADD-13AA-479B-5FB387ECC2C5}"/>
          </ac:spMkLst>
        </pc:spChg>
        <pc:spChg chg="mod">
          <ac:chgData name="JESUS ROCHA SALAZAR" userId="4e0323458c84468b" providerId="LiveId" clId="{DC2CD160-77F3-4A47-9FD0-6C2276FF51A8}" dt="2026-01-30T21:55:32.932" v="12" actId="20577"/>
          <ac:spMkLst>
            <pc:docMk/>
            <pc:sldMk cId="268863807" sldId="2147473126"/>
            <ac:spMk id="5" creationId="{2A7A5529-7021-BAD2-DAC5-E597EEB05092}"/>
          </ac:spMkLst>
        </pc:spChg>
        <pc:spChg chg="del">
          <ac:chgData name="JESUS ROCHA SALAZAR" userId="4e0323458c84468b" providerId="LiveId" clId="{DC2CD160-77F3-4A47-9FD0-6C2276FF51A8}" dt="2026-01-30T21:56:01.853" v="17" actId="478"/>
          <ac:spMkLst>
            <pc:docMk/>
            <pc:sldMk cId="268863807" sldId="2147473126"/>
            <ac:spMk id="7" creationId="{750663B0-93DF-49E4-5562-61ADD1856452}"/>
          </ac:spMkLst>
        </pc:spChg>
        <pc:spChg chg="del mod">
          <ac:chgData name="JESUS ROCHA SALAZAR" userId="4e0323458c84468b" providerId="LiveId" clId="{DC2CD160-77F3-4A47-9FD0-6C2276FF51A8}" dt="2026-01-30T21:56:08.634" v="21" actId="478"/>
          <ac:spMkLst>
            <pc:docMk/>
            <pc:sldMk cId="268863807" sldId="2147473126"/>
            <ac:spMk id="18" creationId="{3FDDAABF-2301-5211-EA11-F8793493018C}"/>
          </ac:spMkLst>
        </pc:spChg>
        <pc:spChg chg="del">
          <ac:chgData name="JESUS ROCHA SALAZAR" userId="4e0323458c84468b" providerId="LiveId" clId="{DC2CD160-77F3-4A47-9FD0-6C2276FF51A8}" dt="2026-01-30T21:55:55.280" v="14" actId="478"/>
          <ac:spMkLst>
            <pc:docMk/>
            <pc:sldMk cId="268863807" sldId="2147473126"/>
            <ac:spMk id="21" creationId="{0E47CA4C-41D8-B9FA-83C4-7AC03B233DD0}"/>
          </ac:spMkLst>
        </pc:spChg>
        <pc:graphicFrameChg chg="del">
          <ac:chgData name="JESUS ROCHA SALAZAR" userId="4e0323458c84468b" providerId="LiveId" clId="{DC2CD160-77F3-4A47-9FD0-6C2276FF51A8}" dt="2026-01-30T21:55:53.035" v="13" actId="478"/>
          <ac:graphicFrameMkLst>
            <pc:docMk/>
            <pc:sldMk cId="268863807" sldId="2147473126"/>
            <ac:graphicFrameMk id="22" creationId="{E2C4CCC8-6323-4113-8437-2452701C2D7A}"/>
          </ac:graphicFrameMkLst>
        </pc:graphicFrameChg>
        <pc:graphicFrameChg chg="del">
          <ac:chgData name="JESUS ROCHA SALAZAR" userId="4e0323458c84468b" providerId="LiveId" clId="{DC2CD160-77F3-4A47-9FD0-6C2276FF51A8}" dt="2026-01-30T21:55:59.699" v="16" actId="478"/>
          <ac:graphicFrameMkLst>
            <pc:docMk/>
            <pc:sldMk cId="268863807" sldId="2147473126"/>
            <ac:graphicFrameMk id="23" creationId="{0A97942B-DF92-72D7-C7F6-9AB65898C635}"/>
          </ac:graphicFrameMkLst>
        </pc:graphicFrameChg>
        <pc:graphicFrameChg chg="del">
          <ac:chgData name="JESUS ROCHA SALAZAR" userId="4e0323458c84468b" providerId="LiveId" clId="{DC2CD160-77F3-4A47-9FD0-6C2276FF51A8}" dt="2026-01-30T21:55:57.298" v="15" actId="478"/>
          <ac:graphicFrameMkLst>
            <pc:docMk/>
            <pc:sldMk cId="268863807" sldId="2147473126"/>
            <ac:graphicFrameMk id="24" creationId="{6FC59255-F8B9-2FD6-558C-0CE10FBF1C5D}"/>
          </ac:graphicFrameMkLst>
        </pc:graphicFrameChg>
        <pc:graphicFrameChg chg="del">
          <ac:chgData name="JESUS ROCHA SALAZAR" userId="4e0323458c84468b" providerId="LiveId" clId="{DC2CD160-77F3-4A47-9FD0-6C2276FF51A8}" dt="2026-01-30T21:56:04.896" v="19" actId="478"/>
          <ac:graphicFrameMkLst>
            <pc:docMk/>
            <pc:sldMk cId="268863807" sldId="2147473126"/>
            <ac:graphicFrameMk id="25" creationId="{4D83081A-D224-CCEE-D6E8-068E0E713EAE}"/>
          </ac:graphicFrameMkLst>
        </pc:graphicFrameChg>
        <pc:picChg chg="del">
          <ac:chgData name="JESUS ROCHA SALAZAR" userId="4e0323458c84468b" providerId="LiveId" clId="{DC2CD160-77F3-4A47-9FD0-6C2276FF51A8}" dt="2026-01-30T21:56:11.322" v="22" actId="478"/>
          <ac:picMkLst>
            <pc:docMk/>
            <pc:sldMk cId="268863807" sldId="2147473126"/>
            <ac:picMk id="2" creationId="{ABF87840-1F62-3B7E-E287-9004FC1225CF}"/>
          </ac:picMkLst>
        </pc:picChg>
        <pc:picChg chg="del">
          <ac:chgData name="JESUS ROCHA SALAZAR" userId="4e0323458c84468b" providerId="LiveId" clId="{DC2CD160-77F3-4A47-9FD0-6C2276FF51A8}" dt="2026-01-30T21:56:03.433" v="18" actId="478"/>
          <ac:picMkLst>
            <pc:docMk/>
            <pc:sldMk cId="268863807" sldId="2147473126"/>
            <ac:picMk id="3" creationId="{E901361C-202B-70E9-09B0-FB7CB75AAB31}"/>
          </ac:picMkLst>
        </pc:picChg>
      </pc:sldChg>
      <pc:sldChg chg="del">
        <pc:chgData name="JESUS ROCHA SALAZAR" userId="4e0323458c84468b" providerId="LiveId" clId="{DC2CD160-77F3-4A47-9FD0-6C2276FF51A8}" dt="2026-01-30T22:28:36.320" v="82" actId="2696"/>
        <pc:sldMkLst>
          <pc:docMk/>
          <pc:sldMk cId="4167781778" sldId="2147473127"/>
        </pc:sldMkLst>
      </pc:sldChg>
      <pc:sldChg chg="del">
        <pc:chgData name="JESUS ROCHA SALAZAR" userId="4e0323458c84468b" providerId="LiveId" clId="{DC2CD160-77F3-4A47-9FD0-6C2276FF51A8}" dt="2026-01-30T22:28:12.079" v="80" actId="2696"/>
        <pc:sldMkLst>
          <pc:docMk/>
          <pc:sldMk cId="903214082" sldId="2147473128"/>
        </pc:sldMkLst>
      </pc:sldChg>
      <pc:sldChg chg="del">
        <pc:chgData name="JESUS ROCHA SALAZAR" userId="4e0323458c84468b" providerId="LiveId" clId="{DC2CD160-77F3-4A47-9FD0-6C2276FF51A8}" dt="2026-01-30T22:28:12.079" v="80" actId="2696"/>
        <pc:sldMkLst>
          <pc:docMk/>
          <pc:sldMk cId="1259283802" sldId="2147473131"/>
        </pc:sldMkLst>
      </pc:sldChg>
      <pc:sldChg chg="del">
        <pc:chgData name="JESUS ROCHA SALAZAR" userId="4e0323458c84468b" providerId="LiveId" clId="{DC2CD160-77F3-4A47-9FD0-6C2276FF51A8}" dt="2026-01-30T22:28:12.079" v="80" actId="2696"/>
        <pc:sldMkLst>
          <pc:docMk/>
          <pc:sldMk cId="1100420468" sldId="2147473132"/>
        </pc:sldMkLst>
      </pc:sldChg>
      <pc:sldChg chg="del">
        <pc:chgData name="JESUS ROCHA SALAZAR" userId="4e0323458c84468b" providerId="LiveId" clId="{DC2CD160-77F3-4A47-9FD0-6C2276FF51A8}" dt="2026-01-30T22:28:12.079" v="80" actId="2696"/>
        <pc:sldMkLst>
          <pc:docMk/>
          <pc:sldMk cId="2199699667" sldId="2147473133"/>
        </pc:sldMkLst>
      </pc:sldChg>
      <pc:sldChg chg="del">
        <pc:chgData name="JESUS ROCHA SALAZAR" userId="4e0323458c84468b" providerId="LiveId" clId="{DC2CD160-77F3-4A47-9FD0-6C2276FF51A8}" dt="2026-01-30T22:28:20.813" v="81" actId="2696"/>
        <pc:sldMkLst>
          <pc:docMk/>
          <pc:sldMk cId="2961695900" sldId="2147473134"/>
        </pc:sldMkLst>
      </pc:sldChg>
      <pc:sldChg chg="del">
        <pc:chgData name="JESUS ROCHA SALAZAR" userId="4e0323458c84468b" providerId="LiveId" clId="{DC2CD160-77F3-4A47-9FD0-6C2276FF51A8}" dt="2026-01-30T22:28:12.079" v="80" actId="2696"/>
        <pc:sldMkLst>
          <pc:docMk/>
          <pc:sldMk cId="1315177693" sldId="2147473135"/>
        </pc:sldMkLst>
      </pc:sldChg>
      <pc:sldChg chg="del">
        <pc:chgData name="JESUS ROCHA SALAZAR" userId="4e0323458c84468b" providerId="LiveId" clId="{DC2CD160-77F3-4A47-9FD0-6C2276FF51A8}" dt="2026-01-30T22:28:36.320" v="82" actId="2696"/>
        <pc:sldMkLst>
          <pc:docMk/>
          <pc:sldMk cId="1623164058" sldId="2147473136"/>
        </pc:sldMkLst>
      </pc:sldChg>
      <pc:sldChg chg="del">
        <pc:chgData name="JESUS ROCHA SALAZAR" userId="4e0323458c84468b" providerId="LiveId" clId="{DC2CD160-77F3-4A47-9FD0-6C2276FF51A8}" dt="2026-01-30T22:28:12.079" v="80" actId="2696"/>
        <pc:sldMkLst>
          <pc:docMk/>
          <pc:sldMk cId="4058674474" sldId="2147473137"/>
        </pc:sldMkLst>
      </pc:sldChg>
      <pc:sldChg chg="del">
        <pc:chgData name="JESUS ROCHA SALAZAR" userId="4e0323458c84468b" providerId="LiveId" clId="{DC2CD160-77F3-4A47-9FD0-6C2276FF51A8}" dt="2026-01-30T22:28:20.813" v="81" actId="2696"/>
        <pc:sldMkLst>
          <pc:docMk/>
          <pc:sldMk cId="3290706635" sldId="2147473138"/>
        </pc:sldMkLst>
      </pc:sldChg>
      <pc:sldChg chg="del">
        <pc:chgData name="JESUS ROCHA SALAZAR" userId="4e0323458c84468b" providerId="LiveId" clId="{DC2CD160-77F3-4A47-9FD0-6C2276FF51A8}" dt="2026-01-30T22:28:12.079" v="80" actId="2696"/>
        <pc:sldMkLst>
          <pc:docMk/>
          <pc:sldMk cId="3251358724" sldId="2147473141"/>
        </pc:sldMkLst>
      </pc:sldChg>
      <pc:sldChg chg="del">
        <pc:chgData name="JESUS ROCHA SALAZAR" userId="4e0323458c84468b" providerId="LiveId" clId="{DC2CD160-77F3-4A47-9FD0-6C2276FF51A8}" dt="2026-01-30T22:28:20.813" v="81" actId="2696"/>
        <pc:sldMkLst>
          <pc:docMk/>
          <pc:sldMk cId="3453137478" sldId="2147473142"/>
        </pc:sldMkLst>
      </pc:sldChg>
      <pc:sldChg chg="del">
        <pc:chgData name="JESUS ROCHA SALAZAR" userId="4e0323458c84468b" providerId="LiveId" clId="{DC2CD160-77F3-4A47-9FD0-6C2276FF51A8}" dt="2026-01-30T22:28:12.079" v="80" actId="2696"/>
        <pc:sldMkLst>
          <pc:docMk/>
          <pc:sldMk cId="3442201330" sldId="2147473143"/>
        </pc:sldMkLst>
      </pc:sldChg>
      <pc:sldChg chg="del">
        <pc:chgData name="JESUS ROCHA SALAZAR" userId="4e0323458c84468b" providerId="LiveId" clId="{DC2CD160-77F3-4A47-9FD0-6C2276FF51A8}" dt="2026-01-30T22:28:12.079" v="80" actId="2696"/>
        <pc:sldMkLst>
          <pc:docMk/>
          <pc:sldMk cId="2977019756" sldId="2147473144"/>
        </pc:sldMkLst>
      </pc:sldChg>
      <pc:sldChg chg="del">
        <pc:chgData name="JESUS ROCHA SALAZAR" userId="4e0323458c84468b" providerId="LiveId" clId="{DC2CD160-77F3-4A47-9FD0-6C2276FF51A8}" dt="2026-01-30T22:28:12.079" v="80" actId="2696"/>
        <pc:sldMkLst>
          <pc:docMk/>
          <pc:sldMk cId="409734018" sldId="2147473145"/>
        </pc:sldMkLst>
      </pc:sldChg>
      <pc:sldChg chg="del">
        <pc:chgData name="JESUS ROCHA SALAZAR" userId="4e0323458c84468b" providerId="LiveId" clId="{DC2CD160-77F3-4A47-9FD0-6C2276FF51A8}" dt="2026-01-30T22:28:20.813" v="81" actId="2696"/>
        <pc:sldMkLst>
          <pc:docMk/>
          <pc:sldMk cId="1783031744" sldId="2147473146"/>
        </pc:sldMkLst>
      </pc:sldChg>
      <pc:sldChg chg="del">
        <pc:chgData name="JESUS ROCHA SALAZAR" userId="4e0323458c84468b" providerId="LiveId" clId="{DC2CD160-77F3-4A47-9FD0-6C2276FF51A8}" dt="2026-01-30T22:28:12.079" v="80" actId="2696"/>
        <pc:sldMkLst>
          <pc:docMk/>
          <pc:sldMk cId="2697861533" sldId="2147473147"/>
        </pc:sldMkLst>
      </pc:sldChg>
      <pc:sldChg chg="del">
        <pc:chgData name="JESUS ROCHA SALAZAR" userId="4e0323458c84468b" providerId="LiveId" clId="{DC2CD160-77F3-4A47-9FD0-6C2276FF51A8}" dt="2026-01-30T22:28:12.079" v="80" actId="2696"/>
        <pc:sldMkLst>
          <pc:docMk/>
          <pc:sldMk cId="2294433225" sldId="2147473148"/>
        </pc:sldMkLst>
      </pc:sldChg>
      <pc:sldChg chg="del">
        <pc:chgData name="JESUS ROCHA SALAZAR" userId="4e0323458c84468b" providerId="LiveId" clId="{DC2CD160-77F3-4A47-9FD0-6C2276FF51A8}" dt="2026-01-30T22:28:12.079" v="80" actId="2696"/>
        <pc:sldMkLst>
          <pc:docMk/>
          <pc:sldMk cId="2951850970" sldId="2147473149"/>
        </pc:sldMkLst>
      </pc:sldChg>
      <pc:sldChg chg="del">
        <pc:chgData name="JESUS ROCHA SALAZAR" userId="4e0323458c84468b" providerId="LiveId" clId="{DC2CD160-77F3-4A47-9FD0-6C2276FF51A8}" dt="2026-01-30T22:28:12.079" v="80" actId="2696"/>
        <pc:sldMkLst>
          <pc:docMk/>
          <pc:sldMk cId="4234905084" sldId="2147473150"/>
        </pc:sldMkLst>
      </pc:sldChg>
      <pc:sldChg chg="del">
        <pc:chgData name="JESUS ROCHA SALAZAR" userId="4e0323458c84468b" providerId="LiveId" clId="{DC2CD160-77F3-4A47-9FD0-6C2276FF51A8}" dt="2026-01-30T22:28:12.079" v="80" actId="2696"/>
        <pc:sldMkLst>
          <pc:docMk/>
          <pc:sldMk cId="3768736894" sldId="2147473151"/>
        </pc:sldMkLst>
      </pc:sldChg>
      <pc:sldChg chg="del">
        <pc:chgData name="JESUS ROCHA SALAZAR" userId="4e0323458c84468b" providerId="LiveId" clId="{DC2CD160-77F3-4A47-9FD0-6C2276FF51A8}" dt="2026-01-30T22:28:12.079" v="80" actId="2696"/>
        <pc:sldMkLst>
          <pc:docMk/>
          <pc:sldMk cId="1593702318" sldId="2147473152"/>
        </pc:sldMkLst>
      </pc:sldChg>
      <pc:sldChg chg="del">
        <pc:chgData name="JESUS ROCHA SALAZAR" userId="4e0323458c84468b" providerId="LiveId" clId="{DC2CD160-77F3-4A47-9FD0-6C2276FF51A8}" dt="2026-01-30T22:28:12.079" v="80" actId="2696"/>
        <pc:sldMkLst>
          <pc:docMk/>
          <pc:sldMk cId="219540469" sldId="2147473153"/>
        </pc:sldMkLst>
      </pc:sldChg>
      <pc:sldChg chg="del">
        <pc:chgData name="JESUS ROCHA SALAZAR" userId="4e0323458c84468b" providerId="LiveId" clId="{DC2CD160-77F3-4A47-9FD0-6C2276FF51A8}" dt="2026-01-30T22:28:12.079" v="80" actId="2696"/>
        <pc:sldMkLst>
          <pc:docMk/>
          <pc:sldMk cId="2649640572" sldId="2147473154"/>
        </pc:sldMkLst>
      </pc:sldChg>
      <pc:sldChg chg="del">
        <pc:chgData name="JESUS ROCHA SALAZAR" userId="4e0323458c84468b" providerId="LiveId" clId="{DC2CD160-77F3-4A47-9FD0-6C2276FF51A8}" dt="2026-01-30T22:28:12.079" v="80" actId="2696"/>
        <pc:sldMkLst>
          <pc:docMk/>
          <pc:sldMk cId="4135326706" sldId="2147473155"/>
        </pc:sldMkLst>
      </pc:sldChg>
      <pc:sldChg chg="del">
        <pc:chgData name="JESUS ROCHA SALAZAR" userId="4e0323458c84468b" providerId="LiveId" clId="{DC2CD160-77F3-4A47-9FD0-6C2276FF51A8}" dt="2026-01-30T22:28:12.079" v="80" actId="2696"/>
        <pc:sldMkLst>
          <pc:docMk/>
          <pc:sldMk cId="896904974" sldId="2147473156"/>
        </pc:sldMkLst>
      </pc:sldChg>
      <pc:sldChg chg="addSp delSp modSp add mod">
        <pc:chgData name="JESUS ROCHA SALAZAR" userId="4e0323458c84468b" providerId="LiveId" clId="{DC2CD160-77F3-4A47-9FD0-6C2276FF51A8}" dt="2026-01-30T22:46:52.488" v="327" actId="1076"/>
        <pc:sldMkLst>
          <pc:docMk/>
          <pc:sldMk cId="1379114806" sldId="2147473157"/>
        </pc:sldMkLst>
        <pc:spChg chg="add mod">
          <ac:chgData name="JESUS ROCHA SALAZAR" userId="4e0323458c84468b" providerId="LiveId" clId="{DC2CD160-77F3-4A47-9FD0-6C2276FF51A8}" dt="2026-01-30T22:46:49.799" v="326" actId="1076"/>
          <ac:spMkLst>
            <pc:docMk/>
            <pc:sldMk cId="1379114806" sldId="2147473157"/>
            <ac:spMk id="2" creationId="{7EB6340A-7449-6E7E-3771-CC17E41BDFB5}"/>
          </ac:spMkLst>
        </pc:spChg>
        <pc:spChg chg="del mod">
          <ac:chgData name="JESUS ROCHA SALAZAR" userId="4e0323458c84468b" providerId="LiveId" clId="{DC2CD160-77F3-4A47-9FD0-6C2276FF51A8}" dt="2026-01-30T21:58:25.983" v="40" actId="478"/>
          <ac:spMkLst>
            <pc:docMk/>
            <pc:sldMk cId="1379114806" sldId="2147473157"/>
            <ac:spMk id="4" creationId="{5A81E252-66E5-3F76-24D6-799239BC458F}"/>
          </ac:spMkLst>
        </pc:spChg>
        <pc:spChg chg="mod">
          <ac:chgData name="JESUS ROCHA SALAZAR" userId="4e0323458c84468b" providerId="LiveId" clId="{DC2CD160-77F3-4A47-9FD0-6C2276FF51A8}" dt="2026-01-30T21:58:16.583" v="38" actId="108"/>
          <ac:spMkLst>
            <pc:docMk/>
            <pc:sldMk cId="1379114806" sldId="2147473157"/>
            <ac:spMk id="5" creationId="{D3D760F4-E2D2-878F-15BD-891EBCFC3D18}"/>
          </ac:spMkLst>
        </pc:spChg>
        <pc:graphicFrameChg chg="add mod">
          <ac:chgData name="JESUS ROCHA SALAZAR" userId="4e0323458c84468b" providerId="LiveId" clId="{DC2CD160-77F3-4A47-9FD0-6C2276FF51A8}" dt="2026-01-30T22:46:52.488" v="327" actId="1076"/>
          <ac:graphicFrameMkLst>
            <pc:docMk/>
            <pc:sldMk cId="1379114806" sldId="2147473157"/>
            <ac:graphicFrameMk id="3" creationId="{3F644D47-85F6-73A8-153B-F90A209F2B35}"/>
          </ac:graphicFrameMkLst>
        </pc:graphicFrameChg>
      </pc:sldChg>
      <pc:sldChg chg="addSp delSp modSp add mod">
        <pc:chgData name="JESUS ROCHA SALAZAR" userId="4e0323458c84468b" providerId="LiveId" clId="{DC2CD160-77F3-4A47-9FD0-6C2276FF51A8}" dt="2026-01-30T22:08:03.213" v="78" actId="14100"/>
        <pc:sldMkLst>
          <pc:docMk/>
          <pc:sldMk cId="2628615141" sldId="2147473158"/>
        </pc:sldMkLst>
        <pc:spChg chg="del mod">
          <ac:chgData name="JESUS ROCHA SALAZAR" userId="4e0323458c84468b" providerId="LiveId" clId="{DC2CD160-77F3-4A47-9FD0-6C2276FF51A8}" dt="2026-01-30T22:06:34.031" v="56" actId="478"/>
          <ac:spMkLst>
            <pc:docMk/>
            <pc:sldMk cId="2628615141" sldId="2147473158"/>
            <ac:spMk id="2" creationId="{8CFF3D09-59A4-9A99-2B2A-783E1CA0EAB8}"/>
          </ac:spMkLst>
        </pc:spChg>
        <pc:spChg chg="add mod">
          <ac:chgData name="JESUS ROCHA SALAZAR" userId="4e0323458c84468b" providerId="LiveId" clId="{DC2CD160-77F3-4A47-9FD0-6C2276FF51A8}" dt="2026-01-30T22:07:37.799" v="72" actId="255"/>
          <ac:spMkLst>
            <pc:docMk/>
            <pc:sldMk cId="2628615141" sldId="2147473158"/>
            <ac:spMk id="4" creationId="{252DADBA-88C5-4501-D290-0488E70F19F4}"/>
          </ac:spMkLst>
        </pc:spChg>
        <pc:spChg chg="add mod">
          <ac:chgData name="JESUS ROCHA SALAZAR" userId="4e0323458c84468b" providerId="LiveId" clId="{DC2CD160-77F3-4A47-9FD0-6C2276FF51A8}" dt="2026-01-30T22:07:49.594" v="75" actId="14100"/>
          <ac:spMkLst>
            <pc:docMk/>
            <pc:sldMk cId="2628615141" sldId="2147473158"/>
            <ac:spMk id="7" creationId="{3153E7EE-8EE6-3D14-BD12-EB56ED8D394A}"/>
          </ac:spMkLst>
        </pc:spChg>
        <pc:spChg chg="add mod">
          <ac:chgData name="JESUS ROCHA SALAZAR" userId="4e0323458c84468b" providerId="LiveId" clId="{DC2CD160-77F3-4A47-9FD0-6C2276FF51A8}" dt="2026-01-30T22:08:03.213" v="78" actId="14100"/>
          <ac:spMkLst>
            <pc:docMk/>
            <pc:sldMk cId="2628615141" sldId="2147473158"/>
            <ac:spMk id="8" creationId="{59915AEB-D284-6E69-826A-45EFBFB4FCBA}"/>
          </ac:spMkLst>
        </pc:spChg>
        <pc:graphicFrameChg chg="mod">
          <ac:chgData name="JESUS ROCHA SALAZAR" userId="4e0323458c84468b" providerId="LiveId" clId="{DC2CD160-77F3-4A47-9FD0-6C2276FF51A8}" dt="2026-01-30T22:07:27.291" v="71" actId="1076"/>
          <ac:graphicFrameMkLst>
            <pc:docMk/>
            <pc:sldMk cId="2628615141" sldId="2147473158"/>
            <ac:graphicFrameMk id="3" creationId="{F4365C82-B2BE-F7C6-7618-B2EFBDA50A3E}"/>
          </ac:graphicFrameMkLst>
        </pc:graphicFrameChg>
      </pc:sldChg>
      <pc:sldChg chg="add del">
        <pc:chgData name="JESUS ROCHA SALAZAR" userId="4e0323458c84468b" providerId="LiveId" clId="{DC2CD160-77F3-4A47-9FD0-6C2276FF51A8}" dt="2026-01-30T22:28:12.079" v="80" actId="2696"/>
        <pc:sldMkLst>
          <pc:docMk/>
          <pc:sldMk cId="1984704287" sldId="2147473159"/>
        </pc:sldMkLst>
      </pc:sldChg>
      <pc:sldChg chg="addSp delSp modSp add mod">
        <pc:chgData name="JESUS ROCHA SALAZAR" userId="4e0323458c84468b" providerId="LiveId" clId="{DC2CD160-77F3-4A47-9FD0-6C2276FF51A8}" dt="2026-01-30T22:49:44.593" v="330" actId="478"/>
        <pc:sldMkLst>
          <pc:docMk/>
          <pc:sldMk cId="4119268786" sldId="2147473159"/>
        </pc:sldMkLst>
        <pc:spChg chg="add mod">
          <ac:chgData name="JESUS ROCHA SALAZAR" userId="4e0323458c84468b" providerId="LiveId" clId="{DC2CD160-77F3-4A47-9FD0-6C2276FF51A8}" dt="2026-01-30T22:29:45.728" v="99" actId="14100"/>
          <ac:spMkLst>
            <pc:docMk/>
            <pc:sldMk cId="4119268786" sldId="2147473159"/>
            <ac:spMk id="2" creationId="{631A56DA-3187-31D7-081E-4254B34F5621}"/>
          </ac:spMkLst>
        </pc:spChg>
        <pc:spChg chg="del">
          <ac:chgData name="JESUS ROCHA SALAZAR" userId="4e0323458c84468b" providerId="LiveId" clId="{DC2CD160-77F3-4A47-9FD0-6C2276FF51A8}" dt="2026-01-30T22:29:11.324" v="85" actId="478"/>
          <ac:spMkLst>
            <pc:docMk/>
            <pc:sldMk cId="4119268786" sldId="2147473159"/>
            <ac:spMk id="4" creationId="{E16800FA-9551-0933-2832-B36431F7F56F}"/>
          </ac:spMkLst>
        </pc:spChg>
        <pc:spChg chg="del mod">
          <ac:chgData name="JESUS ROCHA SALAZAR" userId="4e0323458c84468b" providerId="LiveId" clId="{DC2CD160-77F3-4A47-9FD0-6C2276FF51A8}" dt="2026-01-30T22:49:41.318" v="328" actId="478"/>
          <ac:spMkLst>
            <pc:docMk/>
            <pc:sldMk cId="4119268786" sldId="2147473159"/>
            <ac:spMk id="5" creationId="{80EC49FE-1113-9B6D-543C-30A970567CB7}"/>
          </ac:spMkLst>
        </pc:spChg>
        <pc:spChg chg="del">
          <ac:chgData name="JESUS ROCHA SALAZAR" userId="4e0323458c84468b" providerId="LiveId" clId="{DC2CD160-77F3-4A47-9FD0-6C2276FF51A8}" dt="2026-01-30T22:29:13.099" v="86" actId="478"/>
          <ac:spMkLst>
            <pc:docMk/>
            <pc:sldMk cId="4119268786" sldId="2147473159"/>
            <ac:spMk id="7" creationId="{F2929A82-62EA-F544-D303-CAA7FD684988}"/>
          </ac:spMkLst>
        </pc:spChg>
        <pc:spChg chg="del">
          <ac:chgData name="JESUS ROCHA SALAZAR" userId="4e0323458c84468b" providerId="LiveId" clId="{DC2CD160-77F3-4A47-9FD0-6C2276FF51A8}" dt="2026-01-30T22:29:15.050" v="87" actId="478"/>
          <ac:spMkLst>
            <pc:docMk/>
            <pc:sldMk cId="4119268786" sldId="2147473159"/>
            <ac:spMk id="8" creationId="{6BAC5ED8-3F7A-CC78-791B-99464BDCC665}"/>
          </ac:spMkLst>
        </pc:spChg>
        <pc:spChg chg="add del mod">
          <ac:chgData name="JESUS ROCHA SALAZAR" userId="4e0323458c84468b" providerId="LiveId" clId="{DC2CD160-77F3-4A47-9FD0-6C2276FF51A8}" dt="2026-01-30T22:49:44.593" v="330" actId="478"/>
          <ac:spMkLst>
            <pc:docMk/>
            <pc:sldMk cId="4119268786" sldId="2147473159"/>
            <ac:spMk id="11" creationId="{E89F6E4B-ABD5-23AE-BC41-0B49A2E86D89}"/>
          </ac:spMkLst>
        </pc:spChg>
        <pc:spChg chg="add mod">
          <ac:chgData name="JESUS ROCHA SALAZAR" userId="4e0323458c84468b" providerId="LiveId" clId="{DC2CD160-77F3-4A47-9FD0-6C2276FF51A8}" dt="2026-01-30T22:49:41.690" v="329"/>
          <ac:spMkLst>
            <pc:docMk/>
            <pc:sldMk cId="4119268786" sldId="2147473159"/>
            <ac:spMk id="15" creationId="{96FD6BE6-01A8-293D-BDB1-5829AEA160B4}"/>
          </ac:spMkLst>
        </pc:spChg>
        <pc:graphicFrameChg chg="del">
          <ac:chgData name="JESUS ROCHA SALAZAR" userId="4e0323458c84468b" providerId="LiveId" clId="{DC2CD160-77F3-4A47-9FD0-6C2276FF51A8}" dt="2026-01-30T22:29:28.108" v="90" actId="478"/>
          <ac:graphicFrameMkLst>
            <pc:docMk/>
            <pc:sldMk cId="4119268786" sldId="2147473159"/>
            <ac:graphicFrameMk id="3" creationId="{EA94A532-F62D-3247-AFE5-10F245048880}"/>
          </ac:graphicFrameMkLst>
        </pc:graphicFrameChg>
        <pc:graphicFrameChg chg="add mod">
          <ac:chgData name="JESUS ROCHA SALAZAR" userId="4e0323458c84468b" providerId="LiveId" clId="{DC2CD160-77F3-4A47-9FD0-6C2276FF51A8}" dt="2026-01-30T22:29:52.219" v="100" actId="1076"/>
          <ac:graphicFrameMkLst>
            <pc:docMk/>
            <pc:sldMk cId="4119268786" sldId="2147473159"/>
            <ac:graphicFrameMk id="9" creationId="{D6A2FC69-48EF-4042-BB25-D8C3095D2815}"/>
          </ac:graphicFrameMkLst>
        </pc:graphicFrameChg>
      </pc:sldChg>
      <pc:sldChg chg="addSp delSp modSp add mod">
        <pc:chgData name="JESUS ROCHA SALAZAR" userId="4e0323458c84468b" providerId="LiveId" clId="{DC2CD160-77F3-4A47-9FD0-6C2276FF51A8}" dt="2026-01-30T22:34:33.899" v="126"/>
        <pc:sldMkLst>
          <pc:docMk/>
          <pc:sldMk cId="3678263431" sldId="2147473160"/>
        </pc:sldMkLst>
        <pc:spChg chg="del">
          <ac:chgData name="JESUS ROCHA SALAZAR" userId="4e0323458c84468b" providerId="LiveId" clId="{DC2CD160-77F3-4A47-9FD0-6C2276FF51A8}" dt="2026-01-30T22:30:30.217" v="102" actId="478"/>
          <ac:spMkLst>
            <pc:docMk/>
            <pc:sldMk cId="3678263431" sldId="2147473160"/>
            <ac:spMk id="2" creationId="{1F42AB39-6022-C309-B5EE-9214DB481C72}"/>
          </ac:spMkLst>
        </pc:spChg>
        <pc:spChg chg="add mod">
          <ac:chgData name="JESUS ROCHA SALAZAR" userId="4e0323458c84468b" providerId="LiveId" clId="{DC2CD160-77F3-4A47-9FD0-6C2276FF51A8}" dt="2026-01-30T22:30:42.550" v="108" actId="1076"/>
          <ac:spMkLst>
            <pc:docMk/>
            <pc:sldMk cId="3678263431" sldId="2147473160"/>
            <ac:spMk id="3" creationId="{68B23A99-1A93-9CE2-68D7-9DEC57339181}"/>
          </ac:spMkLst>
        </pc:spChg>
        <pc:spChg chg="del">
          <ac:chgData name="JESUS ROCHA SALAZAR" userId="4e0323458c84468b" providerId="LiveId" clId="{DC2CD160-77F3-4A47-9FD0-6C2276FF51A8}" dt="2026-01-30T22:34:28.954" v="124" actId="478"/>
          <ac:spMkLst>
            <pc:docMk/>
            <pc:sldMk cId="3678263431" sldId="2147473160"/>
            <ac:spMk id="5" creationId="{73D2598C-8711-A529-2940-148071305FDD}"/>
          </ac:spMkLst>
        </pc:spChg>
        <pc:spChg chg="add del mod">
          <ac:chgData name="JESUS ROCHA SALAZAR" userId="4e0323458c84468b" providerId="LiveId" clId="{DC2CD160-77F3-4A47-9FD0-6C2276FF51A8}" dt="2026-01-30T22:34:33.568" v="125" actId="478"/>
          <ac:spMkLst>
            <pc:docMk/>
            <pc:sldMk cId="3678263431" sldId="2147473160"/>
            <ac:spMk id="7" creationId="{4A644CAC-F690-D552-54C4-A37FD8D26267}"/>
          </ac:spMkLst>
        </pc:spChg>
        <pc:spChg chg="add mod">
          <ac:chgData name="JESUS ROCHA SALAZAR" userId="4e0323458c84468b" providerId="LiveId" clId="{DC2CD160-77F3-4A47-9FD0-6C2276FF51A8}" dt="2026-01-30T22:34:33.899" v="126"/>
          <ac:spMkLst>
            <pc:docMk/>
            <pc:sldMk cId="3678263431" sldId="2147473160"/>
            <ac:spMk id="8" creationId="{8B0D1A6E-A557-FD74-47E6-D0627608E955}"/>
          </ac:spMkLst>
        </pc:spChg>
        <pc:graphicFrameChg chg="mod">
          <ac:chgData name="JESUS ROCHA SALAZAR" userId="4e0323458c84468b" providerId="LiveId" clId="{DC2CD160-77F3-4A47-9FD0-6C2276FF51A8}" dt="2026-01-30T22:30:45.966" v="109" actId="1076"/>
          <ac:graphicFrameMkLst>
            <pc:docMk/>
            <pc:sldMk cId="3678263431" sldId="2147473160"/>
            <ac:graphicFrameMk id="9" creationId="{E018842C-EE0E-A4D4-DB47-5E4D6B9A7BE0}"/>
          </ac:graphicFrameMkLst>
        </pc:graphicFrameChg>
      </pc:sldChg>
      <pc:sldChg chg="addSp delSp modSp add mod">
        <pc:chgData name="JESUS ROCHA SALAZAR" userId="4e0323458c84468b" providerId="LiveId" clId="{DC2CD160-77F3-4A47-9FD0-6C2276FF51A8}" dt="2026-01-30T22:34:41.871" v="129"/>
        <pc:sldMkLst>
          <pc:docMk/>
          <pc:sldMk cId="2634923446" sldId="2147473161"/>
        </pc:sldMkLst>
        <pc:spChg chg="add mod">
          <ac:chgData name="JESUS ROCHA SALAZAR" userId="4e0323458c84468b" providerId="LiveId" clId="{DC2CD160-77F3-4A47-9FD0-6C2276FF51A8}" dt="2026-01-30T22:32:20.897" v="115" actId="1076"/>
          <ac:spMkLst>
            <pc:docMk/>
            <pc:sldMk cId="2634923446" sldId="2147473161"/>
            <ac:spMk id="2" creationId="{60D81C45-DCD9-FAEF-CD30-A9573FDDE852}"/>
          </ac:spMkLst>
        </pc:spChg>
        <pc:spChg chg="del">
          <ac:chgData name="JESUS ROCHA SALAZAR" userId="4e0323458c84468b" providerId="LiveId" clId="{DC2CD160-77F3-4A47-9FD0-6C2276FF51A8}" dt="2026-01-30T22:32:09.903" v="111" actId="478"/>
          <ac:spMkLst>
            <pc:docMk/>
            <pc:sldMk cId="2634923446" sldId="2147473161"/>
            <ac:spMk id="3" creationId="{2FCCF0B0-698E-164A-7F12-441D871F66A6}"/>
          </ac:spMkLst>
        </pc:spChg>
        <pc:spChg chg="del">
          <ac:chgData name="JESUS ROCHA SALAZAR" userId="4e0323458c84468b" providerId="LiveId" clId="{DC2CD160-77F3-4A47-9FD0-6C2276FF51A8}" dt="2026-01-30T22:34:39.446" v="127" actId="478"/>
          <ac:spMkLst>
            <pc:docMk/>
            <pc:sldMk cId="2634923446" sldId="2147473161"/>
            <ac:spMk id="5" creationId="{57AC1290-A395-BA92-0401-B2CF0D0019A2}"/>
          </ac:spMkLst>
        </pc:spChg>
        <pc:spChg chg="add del mod">
          <ac:chgData name="JESUS ROCHA SALAZAR" userId="4e0323458c84468b" providerId="LiveId" clId="{DC2CD160-77F3-4A47-9FD0-6C2276FF51A8}" dt="2026-01-30T22:34:41.561" v="128" actId="478"/>
          <ac:spMkLst>
            <pc:docMk/>
            <pc:sldMk cId="2634923446" sldId="2147473161"/>
            <ac:spMk id="7" creationId="{84FAF872-7A20-E2F4-C92C-102D52DD4020}"/>
          </ac:spMkLst>
        </pc:spChg>
        <pc:spChg chg="add mod">
          <ac:chgData name="JESUS ROCHA SALAZAR" userId="4e0323458c84468b" providerId="LiveId" clId="{DC2CD160-77F3-4A47-9FD0-6C2276FF51A8}" dt="2026-01-30T22:34:41.871" v="129"/>
          <ac:spMkLst>
            <pc:docMk/>
            <pc:sldMk cId="2634923446" sldId="2147473161"/>
            <ac:spMk id="8" creationId="{CB9326CF-2E5A-FDA3-F4C9-7C4C2ECFF5DA}"/>
          </ac:spMkLst>
        </pc:spChg>
      </pc:sldChg>
      <pc:sldChg chg="addSp delSp modSp add mod">
        <pc:chgData name="JESUS ROCHA SALAZAR" userId="4e0323458c84468b" providerId="LiveId" clId="{DC2CD160-77F3-4A47-9FD0-6C2276FF51A8}" dt="2026-01-30T22:35:35.304" v="139" actId="1076"/>
        <pc:sldMkLst>
          <pc:docMk/>
          <pc:sldMk cId="276472456" sldId="2147473162"/>
        </pc:sldMkLst>
        <pc:spChg chg="del">
          <ac:chgData name="JESUS ROCHA SALAZAR" userId="4e0323458c84468b" providerId="LiveId" clId="{DC2CD160-77F3-4A47-9FD0-6C2276FF51A8}" dt="2026-01-30T22:35:19.385" v="133" actId="478"/>
          <ac:spMkLst>
            <pc:docMk/>
            <pc:sldMk cId="276472456" sldId="2147473162"/>
            <ac:spMk id="2" creationId="{C457BBF7-BA63-A3D2-57F5-FFFAD89CD66F}"/>
          </ac:spMkLst>
        </pc:spChg>
        <pc:spChg chg="add del mod">
          <ac:chgData name="JESUS ROCHA SALAZAR" userId="4e0323458c84468b" providerId="LiveId" clId="{DC2CD160-77F3-4A47-9FD0-6C2276FF51A8}" dt="2026-01-30T22:34:57.786" v="131" actId="478"/>
          <ac:spMkLst>
            <pc:docMk/>
            <pc:sldMk cId="276472456" sldId="2147473162"/>
            <ac:spMk id="4" creationId="{C23B8585-FBD9-E231-D8A7-7A920827FF26}"/>
          </ac:spMkLst>
        </pc:spChg>
        <pc:spChg chg="del">
          <ac:chgData name="JESUS ROCHA SALAZAR" userId="4e0323458c84468b" providerId="LiveId" clId="{DC2CD160-77F3-4A47-9FD0-6C2276FF51A8}" dt="2026-01-30T22:34:55.857" v="130" actId="478"/>
          <ac:spMkLst>
            <pc:docMk/>
            <pc:sldMk cId="276472456" sldId="2147473162"/>
            <ac:spMk id="5" creationId="{164C44AD-6B0D-2EBB-F655-1AC26E0D3472}"/>
          </ac:spMkLst>
        </pc:spChg>
        <pc:spChg chg="add mod">
          <ac:chgData name="JESUS ROCHA SALAZAR" userId="4e0323458c84468b" providerId="LiveId" clId="{DC2CD160-77F3-4A47-9FD0-6C2276FF51A8}" dt="2026-01-30T22:34:58.186" v="132"/>
          <ac:spMkLst>
            <pc:docMk/>
            <pc:sldMk cId="276472456" sldId="2147473162"/>
            <ac:spMk id="7" creationId="{F43EAB9E-81A8-5D17-278D-E7853D0DF934}"/>
          </ac:spMkLst>
        </pc:spChg>
        <pc:spChg chg="add mod">
          <ac:chgData name="JESUS ROCHA SALAZAR" userId="4e0323458c84468b" providerId="LiveId" clId="{DC2CD160-77F3-4A47-9FD0-6C2276FF51A8}" dt="2026-01-30T22:35:28.754" v="137" actId="1076"/>
          <ac:spMkLst>
            <pc:docMk/>
            <pc:sldMk cId="276472456" sldId="2147473162"/>
            <ac:spMk id="8" creationId="{6D95F5F6-0AB9-43D0-714A-14337FC6670E}"/>
          </ac:spMkLst>
        </pc:spChg>
        <pc:graphicFrameChg chg="add mod">
          <ac:chgData name="JESUS ROCHA SALAZAR" userId="4e0323458c84468b" providerId="LiveId" clId="{DC2CD160-77F3-4A47-9FD0-6C2276FF51A8}" dt="2026-01-30T22:35:35.304" v="139" actId="1076"/>
          <ac:graphicFrameMkLst>
            <pc:docMk/>
            <pc:sldMk cId="276472456" sldId="2147473162"/>
            <ac:graphicFrameMk id="10" creationId="{26DED891-5B46-47B5-5FC8-A2EDD26C38D0}"/>
          </ac:graphicFrameMkLst>
        </pc:graphicFrameChg>
      </pc:sldChg>
      <pc:sldChg chg="addSp delSp modSp add mod">
        <pc:chgData name="JESUS ROCHA SALAZAR" userId="4e0323458c84468b" providerId="LiveId" clId="{DC2CD160-77F3-4A47-9FD0-6C2276FF51A8}" dt="2026-01-30T22:36:17.970" v="147" actId="1076"/>
        <pc:sldMkLst>
          <pc:docMk/>
          <pc:sldMk cId="3750647384" sldId="2147473163"/>
        </pc:sldMkLst>
        <pc:spChg chg="add mod">
          <ac:chgData name="JESUS ROCHA SALAZAR" userId="4e0323458c84468b" providerId="LiveId" clId="{DC2CD160-77F3-4A47-9FD0-6C2276FF51A8}" dt="2026-01-30T22:36:10.088" v="144" actId="1076"/>
          <ac:spMkLst>
            <pc:docMk/>
            <pc:sldMk cId="3750647384" sldId="2147473163"/>
            <ac:spMk id="2" creationId="{11CFCABD-5F60-49BC-10C5-352BA8BE5A9E}"/>
          </ac:spMkLst>
        </pc:spChg>
        <pc:spChg chg="del">
          <ac:chgData name="JESUS ROCHA SALAZAR" userId="4e0323458c84468b" providerId="LiveId" clId="{DC2CD160-77F3-4A47-9FD0-6C2276FF51A8}" dt="2026-01-30T22:36:03.167" v="141" actId="478"/>
          <ac:spMkLst>
            <pc:docMk/>
            <pc:sldMk cId="3750647384" sldId="2147473163"/>
            <ac:spMk id="8" creationId="{196CD27A-E0C5-3718-5897-82B843744718}"/>
          </ac:spMkLst>
        </pc:spChg>
        <pc:graphicFrameChg chg="add mod">
          <ac:chgData name="JESUS ROCHA SALAZAR" userId="4e0323458c84468b" providerId="LiveId" clId="{DC2CD160-77F3-4A47-9FD0-6C2276FF51A8}" dt="2026-01-30T22:36:17.970" v="147" actId="1076"/>
          <ac:graphicFrameMkLst>
            <pc:docMk/>
            <pc:sldMk cId="3750647384" sldId="2147473163"/>
            <ac:graphicFrameMk id="3" creationId="{6A50C44E-51D3-EA3E-5D3D-898936E2132B}"/>
          </ac:graphicFrameMkLst>
        </pc:graphicFrameChg>
        <pc:graphicFrameChg chg="del">
          <ac:chgData name="JESUS ROCHA SALAZAR" userId="4e0323458c84468b" providerId="LiveId" clId="{DC2CD160-77F3-4A47-9FD0-6C2276FF51A8}" dt="2026-01-30T22:36:15.581" v="145" actId="478"/>
          <ac:graphicFrameMkLst>
            <pc:docMk/>
            <pc:sldMk cId="3750647384" sldId="2147473163"/>
            <ac:graphicFrameMk id="10" creationId="{402DF723-2A9A-DBE8-46C0-E1252A6C385B}"/>
          </ac:graphicFrameMkLst>
        </pc:graphicFrameChg>
      </pc:sldChg>
      <pc:sldChg chg="addSp delSp modSp add mod">
        <pc:chgData name="JESUS ROCHA SALAZAR" userId="4e0323458c84468b" providerId="LiveId" clId="{DC2CD160-77F3-4A47-9FD0-6C2276FF51A8}" dt="2026-01-30T22:36:58.875" v="158" actId="1076"/>
        <pc:sldMkLst>
          <pc:docMk/>
          <pc:sldMk cId="1363345627" sldId="2147473164"/>
        </pc:sldMkLst>
        <pc:spChg chg="del">
          <ac:chgData name="JESUS ROCHA SALAZAR" userId="4e0323458c84468b" providerId="LiveId" clId="{DC2CD160-77F3-4A47-9FD0-6C2276FF51A8}" dt="2026-01-30T22:36:36.303" v="149" actId="478"/>
          <ac:spMkLst>
            <pc:docMk/>
            <pc:sldMk cId="1363345627" sldId="2147473164"/>
            <ac:spMk id="2" creationId="{D11B9D18-6834-EE1B-895C-3225C1A5BC29}"/>
          </ac:spMkLst>
        </pc:spChg>
        <pc:spChg chg="add mod">
          <ac:chgData name="JESUS ROCHA SALAZAR" userId="4e0323458c84468b" providerId="LiveId" clId="{DC2CD160-77F3-4A47-9FD0-6C2276FF51A8}" dt="2026-01-30T22:36:49.893" v="156" actId="1076"/>
          <ac:spMkLst>
            <pc:docMk/>
            <pc:sldMk cId="1363345627" sldId="2147473164"/>
            <ac:spMk id="4" creationId="{EF7FF587-27EB-335A-A10E-DC2A790461F0}"/>
          </ac:spMkLst>
        </pc:spChg>
        <pc:graphicFrameChg chg="del">
          <ac:chgData name="JESUS ROCHA SALAZAR" userId="4e0323458c84468b" providerId="LiveId" clId="{DC2CD160-77F3-4A47-9FD0-6C2276FF51A8}" dt="2026-01-30T22:36:39.087" v="151" actId="478"/>
          <ac:graphicFrameMkLst>
            <pc:docMk/>
            <pc:sldMk cId="1363345627" sldId="2147473164"/>
            <ac:graphicFrameMk id="3" creationId="{27125920-638D-E9B6-0DEC-0E76CF6A3407}"/>
          </ac:graphicFrameMkLst>
        </pc:graphicFrameChg>
        <pc:graphicFrameChg chg="add mod">
          <ac:chgData name="JESUS ROCHA SALAZAR" userId="4e0323458c84468b" providerId="LiveId" clId="{DC2CD160-77F3-4A47-9FD0-6C2276FF51A8}" dt="2026-01-30T22:36:58.875" v="158" actId="1076"/>
          <ac:graphicFrameMkLst>
            <pc:docMk/>
            <pc:sldMk cId="1363345627" sldId="2147473164"/>
            <ac:graphicFrameMk id="5" creationId="{8CCE4D6A-D84A-41F2-BE44-13492D1D05D5}"/>
          </ac:graphicFrameMkLst>
        </pc:graphicFrameChg>
        <pc:graphicFrameChg chg="del">
          <ac:chgData name="JESUS ROCHA SALAZAR" userId="4e0323458c84468b" providerId="LiveId" clId="{DC2CD160-77F3-4A47-9FD0-6C2276FF51A8}" dt="2026-01-30T22:36:37.636" v="150" actId="478"/>
          <ac:graphicFrameMkLst>
            <pc:docMk/>
            <pc:sldMk cId="1363345627" sldId="2147473164"/>
            <ac:graphicFrameMk id="9" creationId="{DACC79B2-6089-A264-8F08-34CB2C036D4B}"/>
          </ac:graphicFrameMkLst>
        </pc:graphicFrameChg>
      </pc:sldChg>
      <pc:sldChg chg="addSp delSp modSp add mod">
        <pc:chgData name="JESUS ROCHA SALAZAR" userId="4e0323458c84468b" providerId="LiveId" clId="{DC2CD160-77F3-4A47-9FD0-6C2276FF51A8}" dt="2026-01-30T22:37:35.069" v="168" actId="1076"/>
        <pc:sldMkLst>
          <pc:docMk/>
          <pc:sldMk cId="2940205714" sldId="2147473165"/>
        </pc:sldMkLst>
        <pc:spChg chg="add mod">
          <ac:chgData name="JESUS ROCHA SALAZAR" userId="4e0323458c84468b" providerId="LiveId" clId="{DC2CD160-77F3-4A47-9FD0-6C2276FF51A8}" dt="2026-01-30T22:37:17.315" v="163" actId="1076"/>
          <ac:spMkLst>
            <pc:docMk/>
            <pc:sldMk cId="2940205714" sldId="2147473165"/>
            <ac:spMk id="2" creationId="{FAD81E24-BDBE-925A-BC26-9AC23B2E0537}"/>
          </ac:spMkLst>
        </pc:spChg>
        <pc:spChg chg="del">
          <ac:chgData name="JESUS ROCHA SALAZAR" userId="4e0323458c84468b" providerId="LiveId" clId="{DC2CD160-77F3-4A47-9FD0-6C2276FF51A8}" dt="2026-01-30T22:37:03.792" v="160" actId="478"/>
          <ac:spMkLst>
            <pc:docMk/>
            <pc:sldMk cId="2940205714" sldId="2147473165"/>
            <ac:spMk id="4" creationId="{51FC4431-B57B-09EE-56FE-42090A7A4AA0}"/>
          </ac:spMkLst>
        </pc:spChg>
        <pc:graphicFrameChg chg="add mod">
          <ac:chgData name="JESUS ROCHA SALAZAR" userId="4e0323458c84468b" providerId="LiveId" clId="{DC2CD160-77F3-4A47-9FD0-6C2276FF51A8}" dt="2026-01-30T22:37:23.169" v="165" actId="1076"/>
          <ac:graphicFrameMkLst>
            <pc:docMk/>
            <pc:sldMk cId="2940205714" sldId="2147473165"/>
            <ac:graphicFrameMk id="3" creationId="{6053BE97-C490-C6D5-723F-EB9096F51781}"/>
          </ac:graphicFrameMkLst>
        </pc:graphicFrameChg>
        <pc:graphicFrameChg chg="del">
          <ac:chgData name="JESUS ROCHA SALAZAR" userId="4e0323458c84468b" providerId="LiveId" clId="{DC2CD160-77F3-4A47-9FD0-6C2276FF51A8}" dt="2026-01-30T22:37:05.159" v="161" actId="478"/>
          <ac:graphicFrameMkLst>
            <pc:docMk/>
            <pc:sldMk cId="2940205714" sldId="2147473165"/>
            <ac:graphicFrameMk id="5" creationId="{EB5CC89A-A5E2-DFB0-ABF6-FAD1C75E41CA}"/>
          </ac:graphicFrameMkLst>
        </pc:graphicFrameChg>
        <pc:graphicFrameChg chg="add mod">
          <ac:chgData name="JESUS ROCHA SALAZAR" userId="4e0323458c84468b" providerId="LiveId" clId="{DC2CD160-77F3-4A47-9FD0-6C2276FF51A8}" dt="2026-01-30T22:37:35.069" v="168" actId="1076"/>
          <ac:graphicFrameMkLst>
            <pc:docMk/>
            <pc:sldMk cId="2940205714" sldId="2147473165"/>
            <ac:graphicFrameMk id="8" creationId="{6C852642-6809-EAEF-96A3-D31AB397E0CD}"/>
          </ac:graphicFrameMkLst>
        </pc:graphicFrameChg>
      </pc:sldChg>
      <pc:sldChg chg="addSp delSp modSp add mod">
        <pc:chgData name="JESUS ROCHA SALAZAR" userId="4e0323458c84468b" providerId="LiveId" clId="{DC2CD160-77F3-4A47-9FD0-6C2276FF51A8}" dt="2026-01-30T22:38:02.226" v="177" actId="1076"/>
        <pc:sldMkLst>
          <pc:docMk/>
          <pc:sldMk cId="560640956" sldId="2147473166"/>
        </pc:sldMkLst>
        <pc:spChg chg="del">
          <ac:chgData name="JESUS ROCHA SALAZAR" userId="4e0323458c84468b" providerId="LiveId" clId="{DC2CD160-77F3-4A47-9FD0-6C2276FF51A8}" dt="2026-01-30T22:37:41.201" v="170" actId="478"/>
          <ac:spMkLst>
            <pc:docMk/>
            <pc:sldMk cId="560640956" sldId="2147473166"/>
            <ac:spMk id="2" creationId="{75CD7149-1F1A-ACB4-F3A7-8F97F35451B0}"/>
          </ac:spMkLst>
        </pc:spChg>
        <pc:spChg chg="add mod">
          <ac:chgData name="JESUS ROCHA SALAZAR" userId="4e0323458c84468b" providerId="LiveId" clId="{DC2CD160-77F3-4A47-9FD0-6C2276FF51A8}" dt="2026-01-30T22:37:54.793" v="175" actId="1076"/>
          <ac:spMkLst>
            <pc:docMk/>
            <pc:sldMk cId="560640956" sldId="2147473166"/>
            <ac:spMk id="4" creationId="{73388C97-3AF4-C666-E197-B0525B46B69E}"/>
          </ac:spMkLst>
        </pc:spChg>
        <pc:graphicFrameChg chg="del mod">
          <ac:chgData name="JESUS ROCHA SALAZAR" userId="4e0323458c84468b" providerId="LiveId" clId="{DC2CD160-77F3-4A47-9FD0-6C2276FF51A8}" dt="2026-01-30T22:37:42.777" v="172" actId="478"/>
          <ac:graphicFrameMkLst>
            <pc:docMk/>
            <pc:sldMk cId="560640956" sldId="2147473166"/>
            <ac:graphicFrameMk id="3" creationId="{2C74A276-7C13-7BB1-1B83-0845449BA699}"/>
          </ac:graphicFrameMkLst>
        </pc:graphicFrameChg>
        <pc:graphicFrameChg chg="add mod">
          <ac:chgData name="JESUS ROCHA SALAZAR" userId="4e0323458c84468b" providerId="LiveId" clId="{DC2CD160-77F3-4A47-9FD0-6C2276FF51A8}" dt="2026-01-30T22:38:02.226" v="177" actId="1076"/>
          <ac:graphicFrameMkLst>
            <pc:docMk/>
            <pc:sldMk cId="560640956" sldId="2147473166"/>
            <ac:graphicFrameMk id="5" creationId="{7483AE8B-1BEE-121A-8EC6-B8019DD9FE0D}"/>
          </ac:graphicFrameMkLst>
        </pc:graphicFrameChg>
        <pc:graphicFrameChg chg="del">
          <ac:chgData name="JESUS ROCHA SALAZAR" userId="4e0323458c84468b" providerId="LiveId" clId="{DC2CD160-77F3-4A47-9FD0-6C2276FF51A8}" dt="2026-01-30T22:37:52.462" v="173" actId="478"/>
          <ac:graphicFrameMkLst>
            <pc:docMk/>
            <pc:sldMk cId="560640956" sldId="2147473166"/>
            <ac:graphicFrameMk id="8" creationId="{4E53243E-EEC7-AA87-1D4F-F664CCD930E8}"/>
          </ac:graphicFrameMkLst>
        </pc:graphicFrameChg>
      </pc:sldChg>
      <pc:sldChg chg="addSp delSp modSp add mod">
        <pc:chgData name="JESUS ROCHA SALAZAR" userId="4e0323458c84468b" providerId="LiveId" clId="{DC2CD160-77F3-4A47-9FD0-6C2276FF51A8}" dt="2026-01-30T22:39:12.037" v="196" actId="1076"/>
        <pc:sldMkLst>
          <pc:docMk/>
          <pc:sldMk cId="3945497324" sldId="2147473167"/>
        </pc:sldMkLst>
        <pc:spChg chg="del">
          <ac:chgData name="JESUS ROCHA SALAZAR" userId="4e0323458c84468b" providerId="LiveId" clId="{DC2CD160-77F3-4A47-9FD0-6C2276FF51A8}" dt="2026-01-30T22:38:42.313" v="179" actId="478"/>
          <ac:spMkLst>
            <pc:docMk/>
            <pc:sldMk cId="3945497324" sldId="2147473167"/>
            <ac:spMk id="4" creationId="{0F813E8B-3426-BD18-C811-0992174AF955}"/>
          </ac:spMkLst>
        </pc:spChg>
        <pc:spChg chg="mod">
          <ac:chgData name="JESUS ROCHA SALAZAR" userId="4e0323458c84468b" providerId="LiveId" clId="{DC2CD160-77F3-4A47-9FD0-6C2276FF51A8}" dt="2026-01-30T22:38:56.143" v="191" actId="20577"/>
          <ac:spMkLst>
            <pc:docMk/>
            <pc:sldMk cId="3945497324" sldId="2147473167"/>
            <ac:spMk id="7" creationId="{B6013305-AA82-DAD3-2A00-240D5EEFA4AF}"/>
          </ac:spMkLst>
        </pc:spChg>
        <pc:graphicFrameChg chg="add mod">
          <ac:chgData name="JESUS ROCHA SALAZAR" userId="4e0323458c84468b" providerId="LiveId" clId="{DC2CD160-77F3-4A47-9FD0-6C2276FF51A8}" dt="2026-01-30T22:39:05.854" v="194" actId="1076"/>
          <ac:graphicFrameMkLst>
            <pc:docMk/>
            <pc:sldMk cId="3945497324" sldId="2147473167"/>
            <ac:graphicFrameMk id="2" creationId="{D565A741-958B-2A9A-FA40-23F47729588B}"/>
          </ac:graphicFrameMkLst>
        </pc:graphicFrameChg>
        <pc:graphicFrameChg chg="add mod">
          <ac:chgData name="JESUS ROCHA SALAZAR" userId="4e0323458c84468b" providerId="LiveId" clId="{DC2CD160-77F3-4A47-9FD0-6C2276FF51A8}" dt="2026-01-30T22:39:12.037" v="196" actId="1076"/>
          <ac:graphicFrameMkLst>
            <pc:docMk/>
            <pc:sldMk cId="3945497324" sldId="2147473167"/>
            <ac:graphicFrameMk id="3" creationId="{2F3F5C13-500C-29EA-E182-B2948DEB6027}"/>
          </ac:graphicFrameMkLst>
        </pc:graphicFrameChg>
        <pc:graphicFrameChg chg="del">
          <ac:chgData name="JESUS ROCHA SALAZAR" userId="4e0323458c84468b" providerId="LiveId" clId="{DC2CD160-77F3-4A47-9FD0-6C2276FF51A8}" dt="2026-01-30T22:38:44.172" v="180" actId="478"/>
          <ac:graphicFrameMkLst>
            <pc:docMk/>
            <pc:sldMk cId="3945497324" sldId="2147473167"/>
            <ac:graphicFrameMk id="5" creationId="{F88B1F3A-94D4-95E6-53F8-AE91321ECB7F}"/>
          </ac:graphicFrameMkLst>
        </pc:graphicFrameChg>
      </pc:sldChg>
      <pc:sldChg chg="addSp delSp modSp add mod modAnim">
        <pc:chgData name="JESUS ROCHA SALAZAR" userId="4e0323458c84468b" providerId="LiveId" clId="{DC2CD160-77F3-4A47-9FD0-6C2276FF51A8}" dt="2026-01-30T22:39:38.363" v="203" actId="1076"/>
        <pc:sldMkLst>
          <pc:docMk/>
          <pc:sldMk cId="3539785889" sldId="2147473168"/>
        </pc:sldMkLst>
        <pc:graphicFrameChg chg="add del">
          <ac:chgData name="JESUS ROCHA SALAZAR" userId="4e0323458c84468b" providerId="LiveId" clId="{DC2CD160-77F3-4A47-9FD0-6C2276FF51A8}" dt="2026-01-30T22:39:25.530" v="200" actId="478"/>
          <ac:graphicFrameMkLst>
            <pc:docMk/>
            <pc:sldMk cId="3539785889" sldId="2147473168"/>
            <ac:graphicFrameMk id="2" creationId="{5E6C0E48-5E8F-4A4E-DA04-282CC8B9226E}"/>
          </ac:graphicFrameMkLst>
        </pc:graphicFrameChg>
        <pc:graphicFrameChg chg="del">
          <ac:chgData name="JESUS ROCHA SALAZAR" userId="4e0323458c84468b" providerId="LiveId" clId="{DC2CD160-77F3-4A47-9FD0-6C2276FF51A8}" dt="2026-01-30T22:39:27.215" v="201" actId="478"/>
          <ac:graphicFrameMkLst>
            <pc:docMk/>
            <pc:sldMk cId="3539785889" sldId="2147473168"/>
            <ac:graphicFrameMk id="3" creationId="{97611D0E-9255-FE6D-4D90-D8051A52BA32}"/>
          </ac:graphicFrameMkLst>
        </pc:graphicFrameChg>
        <pc:graphicFrameChg chg="add mod">
          <ac:chgData name="JESUS ROCHA SALAZAR" userId="4e0323458c84468b" providerId="LiveId" clId="{DC2CD160-77F3-4A47-9FD0-6C2276FF51A8}" dt="2026-01-30T22:39:22.488" v="199"/>
          <ac:graphicFrameMkLst>
            <pc:docMk/>
            <pc:sldMk cId="3539785889" sldId="2147473168"/>
            <ac:graphicFrameMk id="4" creationId="{7A5E9267-9F45-F5C2-D160-C856ADC9CFF2}"/>
          </ac:graphicFrameMkLst>
        </pc:graphicFrameChg>
        <pc:graphicFrameChg chg="add mod">
          <ac:chgData name="JESUS ROCHA SALAZAR" userId="4e0323458c84468b" providerId="LiveId" clId="{DC2CD160-77F3-4A47-9FD0-6C2276FF51A8}" dt="2026-01-30T22:39:38.363" v="203" actId="1076"/>
          <ac:graphicFrameMkLst>
            <pc:docMk/>
            <pc:sldMk cId="3539785889" sldId="2147473168"/>
            <ac:graphicFrameMk id="5" creationId="{0C11AF5A-94AA-3D3B-709E-A509062C8C54}"/>
          </ac:graphicFrameMkLst>
        </pc:graphicFrameChg>
        <pc:graphicFrameChg chg="add mod">
          <ac:chgData name="JESUS ROCHA SALAZAR" userId="4e0323458c84468b" providerId="LiveId" clId="{DC2CD160-77F3-4A47-9FD0-6C2276FF51A8}" dt="2026-01-30T22:39:38.363" v="203" actId="1076"/>
          <ac:graphicFrameMkLst>
            <pc:docMk/>
            <pc:sldMk cId="3539785889" sldId="2147473168"/>
            <ac:graphicFrameMk id="8" creationId="{572C3C2F-9E9F-79CC-9581-284F9EF73CC0}"/>
          </ac:graphicFrameMkLst>
        </pc:graphicFrameChg>
        <pc:graphicFrameChg chg="add mod">
          <ac:chgData name="JESUS ROCHA SALAZAR" userId="4e0323458c84468b" providerId="LiveId" clId="{DC2CD160-77F3-4A47-9FD0-6C2276FF51A8}" dt="2026-01-30T22:39:38.363" v="203" actId="1076"/>
          <ac:graphicFrameMkLst>
            <pc:docMk/>
            <pc:sldMk cId="3539785889" sldId="2147473168"/>
            <ac:graphicFrameMk id="9" creationId="{7B01FE93-B809-370F-E922-CD9CCBC6E9C3}"/>
          </ac:graphicFrameMkLst>
        </pc:graphicFrameChg>
        <pc:graphicFrameChg chg="add mod">
          <ac:chgData name="JESUS ROCHA SALAZAR" userId="4e0323458c84468b" providerId="LiveId" clId="{DC2CD160-77F3-4A47-9FD0-6C2276FF51A8}" dt="2026-01-30T22:39:38.363" v="203" actId="1076"/>
          <ac:graphicFrameMkLst>
            <pc:docMk/>
            <pc:sldMk cId="3539785889" sldId="2147473168"/>
            <ac:graphicFrameMk id="10" creationId="{F6AC5178-110C-C6A4-2DF8-FFE93A43DF31}"/>
          </ac:graphicFrameMkLst>
        </pc:graphicFrameChg>
      </pc:sldChg>
      <pc:sldChg chg="addSp delSp modSp add mod delAnim modAnim">
        <pc:chgData name="JESUS ROCHA SALAZAR" userId="4e0323458c84468b" providerId="LiveId" clId="{DC2CD160-77F3-4A47-9FD0-6C2276FF51A8}" dt="2026-01-30T22:40:54.681" v="218" actId="1076"/>
        <pc:sldMkLst>
          <pc:docMk/>
          <pc:sldMk cId="785060771" sldId="2147473169"/>
        </pc:sldMkLst>
        <pc:spChg chg="add mod">
          <ac:chgData name="JESUS ROCHA SALAZAR" userId="4e0323458c84468b" providerId="LiveId" clId="{DC2CD160-77F3-4A47-9FD0-6C2276FF51A8}" dt="2026-01-30T22:40:19.289" v="210" actId="1076"/>
          <ac:spMkLst>
            <pc:docMk/>
            <pc:sldMk cId="785060771" sldId="2147473169"/>
            <ac:spMk id="3" creationId="{B3AEDFA0-BB84-71B9-82A9-9D6D375ED996}"/>
          </ac:spMkLst>
        </pc:spChg>
        <pc:graphicFrameChg chg="add mod">
          <ac:chgData name="JESUS ROCHA SALAZAR" userId="4e0323458c84468b" providerId="LiveId" clId="{DC2CD160-77F3-4A47-9FD0-6C2276FF51A8}" dt="2026-01-30T22:40:34.645" v="213" actId="1076"/>
          <ac:graphicFrameMkLst>
            <pc:docMk/>
            <pc:sldMk cId="785060771" sldId="2147473169"/>
            <ac:graphicFrameMk id="4" creationId="{2A687EC7-555D-F7FF-5740-4C137AB43B75}"/>
          </ac:graphicFrameMkLst>
        </pc:graphicFrameChg>
        <pc:graphicFrameChg chg="del">
          <ac:chgData name="JESUS ROCHA SALAZAR" userId="4e0323458c84468b" providerId="LiveId" clId="{DC2CD160-77F3-4A47-9FD0-6C2276FF51A8}" dt="2026-01-30T22:39:53.170" v="205" actId="478"/>
          <ac:graphicFrameMkLst>
            <pc:docMk/>
            <pc:sldMk cId="785060771" sldId="2147473169"/>
            <ac:graphicFrameMk id="5" creationId="{FC443A43-6888-B349-8222-76922F6FA35C}"/>
          </ac:graphicFrameMkLst>
        </pc:graphicFrameChg>
        <pc:graphicFrameChg chg="del">
          <ac:chgData name="JESUS ROCHA SALAZAR" userId="4e0323458c84468b" providerId="LiveId" clId="{DC2CD160-77F3-4A47-9FD0-6C2276FF51A8}" dt="2026-01-30T22:39:53.170" v="205" actId="478"/>
          <ac:graphicFrameMkLst>
            <pc:docMk/>
            <pc:sldMk cId="785060771" sldId="2147473169"/>
            <ac:graphicFrameMk id="8" creationId="{43A82E66-5BFA-DD43-B209-0CD1057F4A9B}"/>
          </ac:graphicFrameMkLst>
        </pc:graphicFrameChg>
        <pc:graphicFrameChg chg="del">
          <ac:chgData name="JESUS ROCHA SALAZAR" userId="4e0323458c84468b" providerId="LiveId" clId="{DC2CD160-77F3-4A47-9FD0-6C2276FF51A8}" dt="2026-01-30T22:39:53.170" v="205" actId="478"/>
          <ac:graphicFrameMkLst>
            <pc:docMk/>
            <pc:sldMk cId="785060771" sldId="2147473169"/>
            <ac:graphicFrameMk id="9" creationId="{3936D372-4D71-26A3-0010-6ABD0F1EACB5}"/>
          </ac:graphicFrameMkLst>
        </pc:graphicFrameChg>
        <pc:graphicFrameChg chg="del">
          <ac:chgData name="JESUS ROCHA SALAZAR" userId="4e0323458c84468b" providerId="LiveId" clId="{DC2CD160-77F3-4A47-9FD0-6C2276FF51A8}" dt="2026-01-30T22:39:53.170" v="205" actId="478"/>
          <ac:graphicFrameMkLst>
            <pc:docMk/>
            <pc:sldMk cId="785060771" sldId="2147473169"/>
            <ac:graphicFrameMk id="10" creationId="{A308A5F9-DA1D-3FC3-2F34-89BF2C5863FB}"/>
          </ac:graphicFrameMkLst>
        </pc:graphicFrameChg>
        <pc:graphicFrameChg chg="add mod">
          <ac:chgData name="JESUS ROCHA SALAZAR" userId="4e0323458c84468b" providerId="LiveId" clId="{DC2CD160-77F3-4A47-9FD0-6C2276FF51A8}" dt="2026-01-30T22:40:28.677" v="211" actId="1076"/>
          <ac:graphicFrameMkLst>
            <pc:docMk/>
            <pc:sldMk cId="785060771" sldId="2147473169"/>
            <ac:graphicFrameMk id="11" creationId="{05F212B0-104E-6733-BF4E-FD1142186B79}"/>
          </ac:graphicFrameMkLst>
        </pc:graphicFrameChg>
        <pc:graphicFrameChg chg="add mod">
          <ac:chgData name="JESUS ROCHA SALAZAR" userId="4e0323458c84468b" providerId="LiveId" clId="{DC2CD160-77F3-4A47-9FD0-6C2276FF51A8}" dt="2026-01-30T22:40:28.677" v="211" actId="1076"/>
          <ac:graphicFrameMkLst>
            <pc:docMk/>
            <pc:sldMk cId="785060771" sldId="2147473169"/>
            <ac:graphicFrameMk id="15" creationId="{A2DA1AF8-7F4F-AB95-F7E3-11B13CEE0DAB}"/>
          </ac:graphicFrameMkLst>
        </pc:graphicFrameChg>
        <pc:graphicFrameChg chg="add mod">
          <ac:chgData name="JESUS ROCHA SALAZAR" userId="4e0323458c84468b" providerId="LiveId" clId="{DC2CD160-77F3-4A47-9FD0-6C2276FF51A8}" dt="2026-01-30T22:40:28.677" v="211" actId="1076"/>
          <ac:graphicFrameMkLst>
            <pc:docMk/>
            <pc:sldMk cId="785060771" sldId="2147473169"/>
            <ac:graphicFrameMk id="16" creationId="{B6442653-089C-6237-27F5-24E20802FE8F}"/>
          </ac:graphicFrameMkLst>
        </pc:graphicFrameChg>
        <pc:graphicFrameChg chg="add mod">
          <ac:chgData name="JESUS ROCHA SALAZAR" userId="4e0323458c84468b" providerId="LiveId" clId="{DC2CD160-77F3-4A47-9FD0-6C2276FF51A8}" dt="2026-01-30T22:40:53.022" v="217" actId="1076"/>
          <ac:graphicFrameMkLst>
            <pc:docMk/>
            <pc:sldMk cId="785060771" sldId="2147473169"/>
            <ac:graphicFrameMk id="17" creationId="{1A97B08A-10D5-8FFA-05D1-F17A1247B66A}"/>
          </ac:graphicFrameMkLst>
        </pc:graphicFrameChg>
        <pc:graphicFrameChg chg="add mod">
          <ac:chgData name="JESUS ROCHA SALAZAR" userId="4e0323458c84468b" providerId="LiveId" clId="{DC2CD160-77F3-4A47-9FD0-6C2276FF51A8}" dt="2026-01-30T22:40:46.742" v="216" actId="1076"/>
          <ac:graphicFrameMkLst>
            <pc:docMk/>
            <pc:sldMk cId="785060771" sldId="2147473169"/>
            <ac:graphicFrameMk id="18" creationId="{86556DAC-FA76-8DC5-1697-BB7DAD12D515}"/>
          </ac:graphicFrameMkLst>
        </pc:graphicFrameChg>
        <pc:graphicFrameChg chg="add mod">
          <ac:chgData name="JESUS ROCHA SALAZAR" userId="4e0323458c84468b" providerId="LiveId" clId="{DC2CD160-77F3-4A47-9FD0-6C2276FF51A8}" dt="2026-01-30T22:40:54.681" v="218" actId="1076"/>
          <ac:graphicFrameMkLst>
            <pc:docMk/>
            <pc:sldMk cId="785060771" sldId="2147473169"/>
            <ac:graphicFrameMk id="19" creationId="{8DAAC9DC-2F33-CE5F-D27F-731821E95450}"/>
          </ac:graphicFrameMkLst>
        </pc:graphicFrameChg>
      </pc:sldChg>
      <pc:sldChg chg="addSp delSp modSp add mod delAnim modAnim">
        <pc:chgData name="JESUS ROCHA SALAZAR" userId="4e0323458c84468b" providerId="LiveId" clId="{DC2CD160-77F3-4A47-9FD0-6C2276FF51A8}" dt="2026-01-30T22:41:53.606" v="234" actId="1076"/>
        <pc:sldMkLst>
          <pc:docMk/>
          <pc:sldMk cId="2786888412" sldId="2147473170"/>
        </pc:sldMkLst>
        <pc:spChg chg="del">
          <ac:chgData name="JESUS ROCHA SALAZAR" userId="4e0323458c84468b" providerId="LiveId" clId="{DC2CD160-77F3-4A47-9FD0-6C2276FF51A8}" dt="2026-01-30T22:41:03.292" v="220" actId="478"/>
          <ac:spMkLst>
            <pc:docMk/>
            <pc:sldMk cId="2786888412" sldId="2147473170"/>
            <ac:spMk id="3" creationId="{0391FFDC-9E5D-48DF-A3E9-5E45E5EC2890}"/>
          </ac:spMkLst>
        </pc:spChg>
        <pc:spChg chg="add mod">
          <ac:chgData name="JESUS ROCHA SALAZAR" userId="4e0323458c84468b" providerId="LiveId" clId="{DC2CD160-77F3-4A47-9FD0-6C2276FF51A8}" dt="2026-01-30T22:41:53.606" v="234" actId="1076"/>
          <ac:spMkLst>
            <pc:docMk/>
            <pc:sldMk cId="2786888412" sldId="2147473170"/>
            <ac:spMk id="26" creationId="{275A208B-DB96-DF56-0BE4-2F8D2C4D87C8}"/>
          </ac:spMkLst>
        </pc:spChg>
        <pc:graphicFrameChg chg="del">
          <ac:chgData name="JESUS ROCHA SALAZAR" userId="4e0323458c84468b" providerId="LiveId" clId="{DC2CD160-77F3-4A47-9FD0-6C2276FF51A8}" dt="2026-01-30T22:41:06.221" v="222" actId="478"/>
          <ac:graphicFrameMkLst>
            <pc:docMk/>
            <pc:sldMk cId="2786888412" sldId="2147473170"/>
            <ac:graphicFrameMk id="4" creationId="{4AD81197-6B55-FA8F-18C0-9C30E24D965C}"/>
          </ac:graphicFrameMkLst>
        </pc:graphicFrameChg>
        <pc:graphicFrameChg chg="add mod">
          <ac:chgData name="JESUS ROCHA SALAZAR" userId="4e0323458c84468b" providerId="LiveId" clId="{DC2CD160-77F3-4A47-9FD0-6C2276FF51A8}" dt="2026-01-30T22:41:36.053" v="229" actId="1076"/>
          <ac:graphicFrameMkLst>
            <pc:docMk/>
            <pc:sldMk cId="2786888412" sldId="2147473170"/>
            <ac:graphicFrameMk id="5" creationId="{B77229EC-C6A1-A129-1E52-7B1F02B0D5E7}"/>
          </ac:graphicFrameMkLst>
        </pc:graphicFrameChg>
        <pc:graphicFrameChg chg="add mod">
          <ac:chgData name="JESUS ROCHA SALAZAR" userId="4e0323458c84468b" providerId="LiveId" clId="{DC2CD160-77F3-4A47-9FD0-6C2276FF51A8}" dt="2026-01-30T22:41:36.053" v="229" actId="1076"/>
          <ac:graphicFrameMkLst>
            <pc:docMk/>
            <pc:sldMk cId="2786888412" sldId="2147473170"/>
            <ac:graphicFrameMk id="8" creationId="{65A6D057-074C-5D30-78ED-F9F12B79E01E}"/>
          </ac:graphicFrameMkLst>
        </pc:graphicFrameChg>
        <pc:graphicFrameChg chg="add mod">
          <ac:chgData name="JESUS ROCHA SALAZAR" userId="4e0323458c84468b" providerId="LiveId" clId="{DC2CD160-77F3-4A47-9FD0-6C2276FF51A8}" dt="2026-01-30T22:41:36.053" v="229" actId="1076"/>
          <ac:graphicFrameMkLst>
            <pc:docMk/>
            <pc:sldMk cId="2786888412" sldId="2147473170"/>
            <ac:graphicFrameMk id="9" creationId="{E0888501-4A11-59C0-542D-91978FD38587}"/>
          </ac:graphicFrameMkLst>
        </pc:graphicFrameChg>
        <pc:graphicFrameChg chg="add mod">
          <ac:chgData name="JESUS ROCHA SALAZAR" userId="4e0323458c84468b" providerId="LiveId" clId="{DC2CD160-77F3-4A47-9FD0-6C2276FF51A8}" dt="2026-01-30T22:41:36.053" v="229" actId="1076"/>
          <ac:graphicFrameMkLst>
            <pc:docMk/>
            <pc:sldMk cId="2786888412" sldId="2147473170"/>
            <ac:graphicFrameMk id="10" creationId="{686A67DE-9E30-B6B8-C56A-2BEBE75107F1}"/>
          </ac:graphicFrameMkLst>
        </pc:graphicFrameChg>
        <pc:graphicFrameChg chg="del">
          <ac:chgData name="JESUS ROCHA SALAZAR" userId="4e0323458c84468b" providerId="LiveId" clId="{DC2CD160-77F3-4A47-9FD0-6C2276FF51A8}" dt="2026-01-30T22:41:04.864" v="221" actId="478"/>
          <ac:graphicFrameMkLst>
            <pc:docMk/>
            <pc:sldMk cId="2786888412" sldId="2147473170"/>
            <ac:graphicFrameMk id="11" creationId="{11261ACD-AD5B-3A4A-4BB8-7C1CF7B589F3}"/>
          </ac:graphicFrameMkLst>
        </pc:graphicFrameChg>
        <pc:graphicFrameChg chg="del">
          <ac:chgData name="JESUS ROCHA SALAZAR" userId="4e0323458c84468b" providerId="LiveId" clId="{DC2CD160-77F3-4A47-9FD0-6C2276FF51A8}" dt="2026-01-30T22:41:07.487" v="223" actId="478"/>
          <ac:graphicFrameMkLst>
            <pc:docMk/>
            <pc:sldMk cId="2786888412" sldId="2147473170"/>
            <ac:graphicFrameMk id="15" creationId="{3D409CE8-093E-806C-BFA2-CCCA42C719C3}"/>
          </ac:graphicFrameMkLst>
        </pc:graphicFrameChg>
        <pc:graphicFrameChg chg="del">
          <ac:chgData name="JESUS ROCHA SALAZAR" userId="4e0323458c84468b" providerId="LiveId" clId="{DC2CD160-77F3-4A47-9FD0-6C2276FF51A8}" dt="2026-01-30T22:41:08.772" v="224" actId="478"/>
          <ac:graphicFrameMkLst>
            <pc:docMk/>
            <pc:sldMk cId="2786888412" sldId="2147473170"/>
            <ac:graphicFrameMk id="16" creationId="{C103018D-820D-CD76-2745-160A6B1EC66C}"/>
          </ac:graphicFrameMkLst>
        </pc:graphicFrameChg>
        <pc:graphicFrameChg chg="del">
          <ac:chgData name="JESUS ROCHA SALAZAR" userId="4e0323458c84468b" providerId="LiveId" clId="{DC2CD160-77F3-4A47-9FD0-6C2276FF51A8}" dt="2026-01-30T22:41:10.093" v="225" actId="478"/>
          <ac:graphicFrameMkLst>
            <pc:docMk/>
            <pc:sldMk cId="2786888412" sldId="2147473170"/>
            <ac:graphicFrameMk id="17" creationId="{5C002327-03AB-002E-A1E6-3CF4D884DDBE}"/>
          </ac:graphicFrameMkLst>
        </pc:graphicFrameChg>
        <pc:graphicFrameChg chg="del">
          <ac:chgData name="JESUS ROCHA SALAZAR" userId="4e0323458c84468b" providerId="LiveId" clId="{DC2CD160-77F3-4A47-9FD0-6C2276FF51A8}" dt="2026-01-30T22:41:11.398" v="226" actId="478"/>
          <ac:graphicFrameMkLst>
            <pc:docMk/>
            <pc:sldMk cId="2786888412" sldId="2147473170"/>
            <ac:graphicFrameMk id="18" creationId="{BC3E3F27-5DA2-68B9-BAE7-C2B52BD87FF7}"/>
          </ac:graphicFrameMkLst>
        </pc:graphicFrameChg>
        <pc:graphicFrameChg chg="del">
          <ac:chgData name="JESUS ROCHA SALAZAR" userId="4e0323458c84468b" providerId="LiveId" clId="{DC2CD160-77F3-4A47-9FD0-6C2276FF51A8}" dt="2026-01-30T22:41:12.800" v="227" actId="478"/>
          <ac:graphicFrameMkLst>
            <pc:docMk/>
            <pc:sldMk cId="2786888412" sldId="2147473170"/>
            <ac:graphicFrameMk id="19" creationId="{71C8ED09-3D58-2192-7D3E-CD6041F5A4AF}"/>
          </ac:graphicFrameMkLst>
        </pc:graphicFrameChg>
        <pc:graphicFrameChg chg="add mod">
          <ac:chgData name="JESUS ROCHA SALAZAR" userId="4e0323458c84468b" providerId="LiveId" clId="{DC2CD160-77F3-4A47-9FD0-6C2276FF51A8}" dt="2026-01-30T22:41:36.053" v="229" actId="1076"/>
          <ac:graphicFrameMkLst>
            <pc:docMk/>
            <pc:sldMk cId="2786888412" sldId="2147473170"/>
            <ac:graphicFrameMk id="20" creationId="{112BF95E-CE6B-A6F3-F294-B2D02AAAE011}"/>
          </ac:graphicFrameMkLst>
        </pc:graphicFrameChg>
        <pc:graphicFrameChg chg="add mod">
          <ac:chgData name="JESUS ROCHA SALAZAR" userId="4e0323458c84468b" providerId="LiveId" clId="{DC2CD160-77F3-4A47-9FD0-6C2276FF51A8}" dt="2026-01-30T22:41:36.053" v="229" actId="1076"/>
          <ac:graphicFrameMkLst>
            <pc:docMk/>
            <pc:sldMk cId="2786888412" sldId="2147473170"/>
            <ac:graphicFrameMk id="21" creationId="{D4F32B9F-E090-D117-A4C8-BB7D101E97E5}"/>
          </ac:graphicFrameMkLst>
        </pc:graphicFrameChg>
        <pc:graphicFrameChg chg="add mod">
          <ac:chgData name="JESUS ROCHA SALAZAR" userId="4e0323458c84468b" providerId="LiveId" clId="{DC2CD160-77F3-4A47-9FD0-6C2276FF51A8}" dt="2026-01-30T22:41:36.053" v="229" actId="1076"/>
          <ac:graphicFrameMkLst>
            <pc:docMk/>
            <pc:sldMk cId="2786888412" sldId="2147473170"/>
            <ac:graphicFrameMk id="22" creationId="{CB26C1CD-2B77-52F8-B4E3-2A8899EB745E}"/>
          </ac:graphicFrameMkLst>
        </pc:graphicFrameChg>
        <pc:graphicFrameChg chg="add mod">
          <ac:chgData name="JESUS ROCHA SALAZAR" userId="4e0323458c84468b" providerId="LiveId" clId="{DC2CD160-77F3-4A47-9FD0-6C2276FF51A8}" dt="2026-01-30T22:41:36.053" v="229" actId="1076"/>
          <ac:graphicFrameMkLst>
            <pc:docMk/>
            <pc:sldMk cId="2786888412" sldId="2147473170"/>
            <ac:graphicFrameMk id="23" creationId="{68384D2C-0077-3215-C3C6-AA50B98783CE}"/>
          </ac:graphicFrameMkLst>
        </pc:graphicFrameChg>
        <pc:graphicFrameChg chg="add mod">
          <ac:chgData name="JESUS ROCHA SALAZAR" userId="4e0323458c84468b" providerId="LiveId" clId="{DC2CD160-77F3-4A47-9FD0-6C2276FF51A8}" dt="2026-01-30T22:41:36.053" v="229" actId="1076"/>
          <ac:graphicFrameMkLst>
            <pc:docMk/>
            <pc:sldMk cId="2786888412" sldId="2147473170"/>
            <ac:graphicFrameMk id="24" creationId="{9DAE03E7-8B14-E7F2-6601-17F04668B04D}"/>
          </ac:graphicFrameMkLst>
        </pc:graphicFrameChg>
        <pc:graphicFrameChg chg="add mod">
          <ac:chgData name="JESUS ROCHA SALAZAR" userId="4e0323458c84468b" providerId="LiveId" clId="{DC2CD160-77F3-4A47-9FD0-6C2276FF51A8}" dt="2026-01-30T22:41:36.053" v="229" actId="1076"/>
          <ac:graphicFrameMkLst>
            <pc:docMk/>
            <pc:sldMk cId="2786888412" sldId="2147473170"/>
            <ac:graphicFrameMk id="25" creationId="{BAC33BEC-2881-34F5-ED6D-02B5B5127502}"/>
          </ac:graphicFrameMkLst>
        </pc:graphicFrameChg>
      </pc:sldChg>
      <pc:sldChg chg="addSp delSp modSp add mod delAnim modAnim">
        <pc:chgData name="JESUS ROCHA SALAZAR" userId="4e0323458c84468b" providerId="LiveId" clId="{DC2CD160-77F3-4A47-9FD0-6C2276FF51A8}" dt="2026-01-30T22:42:47.669" v="252" actId="1076"/>
        <pc:sldMkLst>
          <pc:docMk/>
          <pc:sldMk cId="4056989490" sldId="2147473171"/>
        </pc:sldMkLst>
        <pc:spChg chg="add mod">
          <ac:chgData name="JESUS ROCHA SALAZAR" userId="4e0323458c84468b" providerId="LiveId" clId="{DC2CD160-77F3-4A47-9FD0-6C2276FF51A8}" dt="2026-01-30T22:42:47.669" v="252" actId="1076"/>
          <ac:spMkLst>
            <pc:docMk/>
            <pc:sldMk cId="4056989490" sldId="2147473171"/>
            <ac:spMk id="19" creationId="{D9CD5A94-A478-35DA-56B1-08CF5BD21894}"/>
          </ac:spMkLst>
        </pc:spChg>
        <pc:spChg chg="del">
          <ac:chgData name="JESUS ROCHA SALAZAR" userId="4e0323458c84468b" providerId="LiveId" clId="{DC2CD160-77F3-4A47-9FD0-6C2276FF51A8}" dt="2026-01-30T22:42:37.166" v="247" actId="478"/>
          <ac:spMkLst>
            <pc:docMk/>
            <pc:sldMk cId="4056989490" sldId="2147473171"/>
            <ac:spMk id="26" creationId="{2E31B1BB-4D0D-D396-E0B3-6A1BB31DFBF3}"/>
          </ac:spMkLst>
        </pc:spChg>
        <pc:graphicFrameChg chg="add mod">
          <ac:chgData name="JESUS ROCHA SALAZAR" userId="4e0323458c84468b" providerId="LiveId" clId="{DC2CD160-77F3-4A47-9FD0-6C2276FF51A8}" dt="2026-01-30T22:42:28.993" v="246" actId="1076"/>
          <ac:graphicFrameMkLst>
            <pc:docMk/>
            <pc:sldMk cId="4056989490" sldId="2147473171"/>
            <ac:graphicFrameMk id="3" creationId="{225A2F19-B959-385B-2A76-B9AB589709BD}"/>
          </ac:graphicFrameMkLst>
        </pc:graphicFrameChg>
        <pc:graphicFrameChg chg="add mod">
          <ac:chgData name="JESUS ROCHA SALAZAR" userId="4e0323458c84468b" providerId="LiveId" clId="{DC2CD160-77F3-4A47-9FD0-6C2276FF51A8}" dt="2026-01-30T22:42:28.993" v="246" actId="1076"/>
          <ac:graphicFrameMkLst>
            <pc:docMk/>
            <pc:sldMk cId="4056989490" sldId="2147473171"/>
            <ac:graphicFrameMk id="4" creationId="{6CD0751D-FAB8-9CA9-3463-D3FCAEF1664E}"/>
          </ac:graphicFrameMkLst>
        </pc:graphicFrameChg>
        <pc:graphicFrameChg chg="del">
          <ac:chgData name="JESUS ROCHA SALAZAR" userId="4e0323458c84468b" providerId="LiveId" clId="{DC2CD160-77F3-4A47-9FD0-6C2276FF51A8}" dt="2026-01-30T22:42:17.960" v="240" actId="478"/>
          <ac:graphicFrameMkLst>
            <pc:docMk/>
            <pc:sldMk cId="4056989490" sldId="2147473171"/>
            <ac:graphicFrameMk id="5" creationId="{2E7E61DA-5794-C4FD-A6A3-1B1B3CE55AFA}"/>
          </ac:graphicFrameMkLst>
        </pc:graphicFrameChg>
        <pc:graphicFrameChg chg="del mod">
          <ac:chgData name="JESUS ROCHA SALAZAR" userId="4e0323458c84468b" providerId="LiveId" clId="{DC2CD160-77F3-4A47-9FD0-6C2276FF51A8}" dt="2026-01-30T22:42:16.716" v="239" actId="478"/>
          <ac:graphicFrameMkLst>
            <pc:docMk/>
            <pc:sldMk cId="4056989490" sldId="2147473171"/>
            <ac:graphicFrameMk id="8" creationId="{78CF5086-DF12-0382-23F1-20ED58944612}"/>
          </ac:graphicFrameMkLst>
        </pc:graphicFrameChg>
        <pc:graphicFrameChg chg="del">
          <ac:chgData name="JESUS ROCHA SALAZAR" userId="4e0323458c84468b" providerId="LiveId" clId="{DC2CD160-77F3-4A47-9FD0-6C2276FF51A8}" dt="2026-01-30T22:42:23.523" v="244" actId="478"/>
          <ac:graphicFrameMkLst>
            <pc:docMk/>
            <pc:sldMk cId="4056989490" sldId="2147473171"/>
            <ac:graphicFrameMk id="9" creationId="{E63E5280-62BE-591B-F65C-481EF5EDC9C4}"/>
          </ac:graphicFrameMkLst>
        </pc:graphicFrameChg>
        <pc:graphicFrameChg chg="del">
          <ac:chgData name="JESUS ROCHA SALAZAR" userId="4e0323458c84468b" providerId="LiveId" clId="{DC2CD160-77F3-4A47-9FD0-6C2276FF51A8}" dt="2026-01-30T22:42:19.191" v="241" actId="478"/>
          <ac:graphicFrameMkLst>
            <pc:docMk/>
            <pc:sldMk cId="4056989490" sldId="2147473171"/>
            <ac:graphicFrameMk id="10" creationId="{51C817A3-8824-5624-75EE-168D4D294722}"/>
          </ac:graphicFrameMkLst>
        </pc:graphicFrameChg>
        <pc:graphicFrameChg chg="add mod">
          <ac:chgData name="JESUS ROCHA SALAZAR" userId="4e0323458c84468b" providerId="LiveId" clId="{DC2CD160-77F3-4A47-9FD0-6C2276FF51A8}" dt="2026-01-30T22:42:28.993" v="246" actId="1076"/>
          <ac:graphicFrameMkLst>
            <pc:docMk/>
            <pc:sldMk cId="4056989490" sldId="2147473171"/>
            <ac:graphicFrameMk id="11" creationId="{DC40C540-F915-1267-9619-2B66988B28ED}"/>
          </ac:graphicFrameMkLst>
        </pc:graphicFrameChg>
        <pc:graphicFrameChg chg="add mod">
          <ac:chgData name="JESUS ROCHA SALAZAR" userId="4e0323458c84468b" providerId="LiveId" clId="{DC2CD160-77F3-4A47-9FD0-6C2276FF51A8}" dt="2026-01-30T22:42:28.993" v="246" actId="1076"/>
          <ac:graphicFrameMkLst>
            <pc:docMk/>
            <pc:sldMk cId="4056989490" sldId="2147473171"/>
            <ac:graphicFrameMk id="15" creationId="{080B8AE5-5586-2CCA-5263-1407A31650F1}"/>
          </ac:graphicFrameMkLst>
        </pc:graphicFrameChg>
        <pc:graphicFrameChg chg="add mod">
          <ac:chgData name="JESUS ROCHA SALAZAR" userId="4e0323458c84468b" providerId="LiveId" clId="{DC2CD160-77F3-4A47-9FD0-6C2276FF51A8}" dt="2026-01-30T22:42:28.993" v="246" actId="1076"/>
          <ac:graphicFrameMkLst>
            <pc:docMk/>
            <pc:sldMk cId="4056989490" sldId="2147473171"/>
            <ac:graphicFrameMk id="16" creationId="{1B68EC92-B0B8-DB18-1896-C3E71AE8D49E}"/>
          </ac:graphicFrameMkLst>
        </pc:graphicFrameChg>
        <pc:graphicFrameChg chg="add mod">
          <ac:chgData name="JESUS ROCHA SALAZAR" userId="4e0323458c84468b" providerId="LiveId" clId="{DC2CD160-77F3-4A47-9FD0-6C2276FF51A8}" dt="2026-01-30T22:42:28.993" v="246" actId="1076"/>
          <ac:graphicFrameMkLst>
            <pc:docMk/>
            <pc:sldMk cId="4056989490" sldId="2147473171"/>
            <ac:graphicFrameMk id="17" creationId="{775F56CE-F437-141C-54D2-494641BD7240}"/>
          </ac:graphicFrameMkLst>
        </pc:graphicFrameChg>
        <pc:graphicFrameChg chg="add mod">
          <ac:chgData name="JESUS ROCHA SALAZAR" userId="4e0323458c84468b" providerId="LiveId" clId="{DC2CD160-77F3-4A47-9FD0-6C2276FF51A8}" dt="2026-01-30T22:42:28.993" v="246" actId="1076"/>
          <ac:graphicFrameMkLst>
            <pc:docMk/>
            <pc:sldMk cId="4056989490" sldId="2147473171"/>
            <ac:graphicFrameMk id="18" creationId="{1E786629-54BC-B709-2A63-3DF59E62A959}"/>
          </ac:graphicFrameMkLst>
        </pc:graphicFrameChg>
        <pc:graphicFrameChg chg="del">
          <ac:chgData name="JESUS ROCHA SALAZAR" userId="4e0323458c84468b" providerId="LiveId" clId="{DC2CD160-77F3-4A47-9FD0-6C2276FF51A8}" dt="2026-01-30T22:42:23.523" v="244" actId="478"/>
          <ac:graphicFrameMkLst>
            <pc:docMk/>
            <pc:sldMk cId="4056989490" sldId="2147473171"/>
            <ac:graphicFrameMk id="20" creationId="{B8969B85-81FA-1337-6978-711EB461D0A9}"/>
          </ac:graphicFrameMkLst>
        </pc:graphicFrameChg>
        <pc:graphicFrameChg chg="del">
          <ac:chgData name="JESUS ROCHA SALAZAR" userId="4e0323458c84468b" providerId="LiveId" clId="{DC2CD160-77F3-4A47-9FD0-6C2276FF51A8}" dt="2026-01-30T22:42:20.453" v="242" actId="478"/>
          <ac:graphicFrameMkLst>
            <pc:docMk/>
            <pc:sldMk cId="4056989490" sldId="2147473171"/>
            <ac:graphicFrameMk id="21" creationId="{E588A411-4080-D701-2800-2ED526AC4940}"/>
          </ac:graphicFrameMkLst>
        </pc:graphicFrameChg>
        <pc:graphicFrameChg chg="del">
          <ac:chgData name="JESUS ROCHA SALAZAR" userId="4e0323458c84468b" providerId="LiveId" clId="{DC2CD160-77F3-4A47-9FD0-6C2276FF51A8}" dt="2026-01-30T22:42:23.523" v="244" actId="478"/>
          <ac:graphicFrameMkLst>
            <pc:docMk/>
            <pc:sldMk cId="4056989490" sldId="2147473171"/>
            <ac:graphicFrameMk id="22" creationId="{B54983B8-F180-FF5E-390F-1D6EC16AD218}"/>
          </ac:graphicFrameMkLst>
        </pc:graphicFrameChg>
        <pc:graphicFrameChg chg="del">
          <ac:chgData name="JESUS ROCHA SALAZAR" userId="4e0323458c84468b" providerId="LiveId" clId="{DC2CD160-77F3-4A47-9FD0-6C2276FF51A8}" dt="2026-01-30T22:42:21.647" v="243" actId="478"/>
          <ac:graphicFrameMkLst>
            <pc:docMk/>
            <pc:sldMk cId="4056989490" sldId="2147473171"/>
            <ac:graphicFrameMk id="23" creationId="{02FD0BD1-3C77-1E38-31CE-6B877B0B214C}"/>
          </ac:graphicFrameMkLst>
        </pc:graphicFrameChg>
        <pc:graphicFrameChg chg="del">
          <ac:chgData name="JESUS ROCHA SALAZAR" userId="4e0323458c84468b" providerId="LiveId" clId="{DC2CD160-77F3-4A47-9FD0-6C2276FF51A8}" dt="2026-01-30T22:42:14.011" v="236" actId="478"/>
          <ac:graphicFrameMkLst>
            <pc:docMk/>
            <pc:sldMk cId="4056989490" sldId="2147473171"/>
            <ac:graphicFrameMk id="24" creationId="{7E92386E-418C-EAAC-CC0C-E1DC87D67D49}"/>
          </ac:graphicFrameMkLst>
        </pc:graphicFrameChg>
        <pc:graphicFrameChg chg="del">
          <ac:chgData name="JESUS ROCHA SALAZAR" userId="4e0323458c84468b" providerId="LiveId" clId="{DC2CD160-77F3-4A47-9FD0-6C2276FF51A8}" dt="2026-01-30T22:42:15.503" v="237" actId="478"/>
          <ac:graphicFrameMkLst>
            <pc:docMk/>
            <pc:sldMk cId="4056989490" sldId="2147473171"/>
            <ac:graphicFrameMk id="25" creationId="{E1189E0A-81FF-E42F-6B8F-28F27748CEE5}"/>
          </ac:graphicFrameMkLst>
        </pc:graphicFrameChg>
      </pc:sldChg>
      <pc:sldChg chg="addSp delSp modSp add mod delAnim">
        <pc:chgData name="JESUS ROCHA SALAZAR" userId="4e0323458c84468b" providerId="LiveId" clId="{DC2CD160-77F3-4A47-9FD0-6C2276FF51A8}" dt="2026-01-30T22:43:38.799" v="269" actId="1076"/>
        <pc:sldMkLst>
          <pc:docMk/>
          <pc:sldMk cId="97691441" sldId="2147473172"/>
        </pc:sldMkLst>
        <pc:spChg chg="add mod">
          <ac:chgData name="JESUS ROCHA SALAZAR" userId="4e0323458c84468b" providerId="LiveId" clId="{DC2CD160-77F3-4A47-9FD0-6C2276FF51A8}" dt="2026-01-30T22:43:38.799" v="269" actId="1076"/>
          <ac:spMkLst>
            <pc:docMk/>
            <pc:sldMk cId="97691441" sldId="2147473172"/>
            <ac:spMk id="10" creationId="{74946E67-6655-B6D1-AC42-FEE2B5C89731}"/>
          </ac:spMkLst>
        </pc:spChg>
        <pc:spChg chg="del">
          <ac:chgData name="JESUS ROCHA SALAZAR" userId="4e0323458c84468b" providerId="LiveId" clId="{DC2CD160-77F3-4A47-9FD0-6C2276FF51A8}" dt="2026-01-30T22:43:27.185" v="264" actId="478"/>
          <ac:spMkLst>
            <pc:docMk/>
            <pc:sldMk cId="97691441" sldId="2147473172"/>
            <ac:spMk id="19" creationId="{4379662C-EC1D-B3F9-2F51-71D16CB39B40}"/>
          </ac:spMkLst>
        </pc:spChg>
        <pc:graphicFrameChg chg="del">
          <ac:chgData name="JESUS ROCHA SALAZAR" userId="4e0323458c84468b" providerId="LiveId" clId="{DC2CD160-77F3-4A47-9FD0-6C2276FF51A8}" dt="2026-01-30T22:43:10.322" v="257" actId="478"/>
          <ac:graphicFrameMkLst>
            <pc:docMk/>
            <pc:sldMk cId="97691441" sldId="2147473172"/>
            <ac:graphicFrameMk id="3" creationId="{64373596-3E17-1A26-8F70-18F6FDA01D62}"/>
          </ac:graphicFrameMkLst>
        </pc:graphicFrameChg>
        <pc:graphicFrameChg chg="del">
          <ac:chgData name="JESUS ROCHA SALAZAR" userId="4e0323458c84468b" providerId="LiveId" clId="{DC2CD160-77F3-4A47-9FD0-6C2276FF51A8}" dt="2026-01-30T22:43:11.520" v="258" actId="478"/>
          <ac:graphicFrameMkLst>
            <pc:docMk/>
            <pc:sldMk cId="97691441" sldId="2147473172"/>
            <ac:graphicFrameMk id="4" creationId="{7F14C018-8CB9-7850-5B87-665F29E941B8}"/>
          </ac:graphicFrameMkLst>
        </pc:graphicFrameChg>
        <pc:graphicFrameChg chg="add mod">
          <ac:chgData name="JESUS ROCHA SALAZAR" userId="4e0323458c84468b" providerId="LiveId" clId="{DC2CD160-77F3-4A47-9FD0-6C2276FF51A8}" dt="2026-01-30T22:43:19.432" v="263" actId="1076"/>
          <ac:graphicFrameMkLst>
            <pc:docMk/>
            <pc:sldMk cId="97691441" sldId="2147473172"/>
            <ac:graphicFrameMk id="5" creationId="{FABEB103-D945-E6BD-F6CD-1FF472C625F6}"/>
          </ac:graphicFrameMkLst>
        </pc:graphicFrameChg>
        <pc:graphicFrameChg chg="add mod">
          <ac:chgData name="JESUS ROCHA SALAZAR" userId="4e0323458c84468b" providerId="LiveId" clId="{DC2CD160-77F3-4A47-9FD0-6C2276FF51A8}" dt="2026-01-30T22:43:19.432" v="263" actId="1076"/>
          <ac:graphicFrameMkLst>
            <pc:docMk/>
            <pc:sldMk cId="97691441" sldId="2147473172"/>
            <ac:graphicFrameMk id="8" creationId="{72B72217-2E47-05A6-5F1A-893653147871}"/>
          </ac:graphicFrameMkLst>
        </pc:graphicFrameChg>
        <pc:graphicFrameChg chg="add mod">
          <ac:chgData name="JESUS ROCHA SALAZAR" userId="4e0323458c84468b" providerId="LiveId" clId="{DC2CD160-77F3-4A47-9FD0-6C2276FF51A8}" dt="2026-01-30T22:43:19.432" v="263" actId="1076"/>
          <ac:graphicFrameMkLst>
            <pc:docMk/>
            <pc:sldMk cId="97691441" sldId="2147473172"/>
            <ac:graphicFrameMk id="9" creationId="{9536D512-316C-EAD6-7DCD-4BB8C8AB2CAD}"/>
          </ac:graphicFrameMkLst>
        </pc:graphicFrameChg>
        <pc:graphicFrameChg chg="del">
          <ac:chgData name="JESUS ROCHA SALAZAR" userId="4e0323458c84468b" providerId="LiveId" clId="{DC2CD160-77F3-4A47-9FD0-6C2276FF51A8}" dt="2026-01-30T22:43:07.686" v="254" actId="478"/>
          <ac:graphicFrameMkLst>
            <pc:docMk/>
            <pc:sldMk cId="97691441" sldId="2147473172"/>
            <ac:graphicFrameMk id="11" creationId="{9B3726BD-D8CE-6561-9F96-6112D8445A2C}"/>
          </ac:graphicFrameMkLst>
        </pc:graphicFrameChg>
        <pc:graphicFrameChg chg="del">
          <ac:chgData name="JESUS ROCHA SALAZAR" userId="4e0323458c84468b" providerId="LiveId" clId="{DC2CD160-77F3-4A47-9FD0-6C2276FF51A8}" dt="2026-01-30T22:43:12.835" v="259" actId="478"/>
          <ac:graphicFrameMkLst>
            <pc:docMk/>
            <pc:sldMk cId="97691441" sldId="2147473172"/>
            <ac:graphicFrameMk id="15" creationId="{79138CFC-9C73-A896-B09C-6A8E4DDBE21C}"/>
          </ac:graphicFrameMkLst>
        </pc:graphicFrameChg>
        <pc:graphicFrameChg chg="del">
          <ac:chgData name="JESUS ROCHA SALAZAR" userId="4e0323458c84468b" providerId="LiveId" clId="{DC2CD160-77F3-4A47-9FD0-6C2276FF51A8}" dt="2026-01-30T22:43:14.116" v="260" actId="478"/>
          <ac:graphicFrameMkLst>
            <pc:docMk/>
            <pc:sldMk cId="97691441" sldId="2147473172"/>
            <ac:graphicFrameMk id="16" creationId="{78817846-94FE-5E14-ED84-2E95DC465888}"/>
          </ac:graphicFrameMkLst>
        </pc:graphicFrameChg>
        <pc:graphicFrameChg chg="del">
          <ac:chgData name="JESUS ROCHA SALAZAR" userId="4e0323458c84468b" providerId="LiveId" clId="{DC2CD160-77F3-4A47-9FD0-6C2276FF51A8}" dt="2026-01-30T22:43:15.496" v="261" actId="478"/>
          <ac:graphicFrameMkLst>
            <pc:docMk/>
            <pc:sldMk cId="97691441" sldId="2147473172"/>
            <ac:graphicFrameMk id="17" creationId="{218ED9B6-949B-A2D2-811F-E931CB137263}"/>
          </ac:graphicFrameMkLst>
        </pc:graphicFrameChg>
        <pc:graphicFrameChg chg="del mod">
          <ac:chgData name="JESUS ROCHA SALAZAR" userId="4e0323458c84468b" providerId="LiveId" clId="{DC2CD160-77F3-4A47-9FD0-6C2276FF51A8}" dt="2026-01-30T22:43:08.942" v="256" actId="478"/>
          <ac:graphicFrameMkLst>
            <pc:docMk/>
            <pc:sldMk cId="97691441" sldId="2147473172"/>
            <ac:graphicFrameMk id="18" creationId="{3416E4EA-F8B1-3640-17AA-40C4C80D1627}"/>
          </ac:graphicFrameMkLst>
        </pc:graphicFrameChg>
      </pc:sldChg>
      <pc:sldChg chg="addSp delSp modSp add mod">
        <pc:chgData name="JESUS ROCHA SALAZAR" userId="4e0323458c84468b" providerId="LiveId" clId="{DC2CD160-77F3-4A47-9FD0-6C2276FF51A8}" dt="2026-01-30T22:45:17.060" v="304" actId="1076"/>
        <pc:sldMkLst>
          <pc:docMk/>
          <pc:sldMk cId="1954204120" sldId="2147473173"/>
        </pc:sldMkLst>
        <pc:spChg chg="add mod">
          <ac:chgData name="JESUS ROCHA SALAZAR" userId="4e0323458c84468b" providerId="LiveId" clId="{DC2CD160-77F3-4A47-9FD0-6C2276FF51A8}" dt="2026-01-30T22:45:17.060" v="304" actId="1076"/>
          <ac:spMkLst>
            <pc:docMk/>
            <pc:sldMk cId="1954204120" sldId="2147473173"/>
            <ac:spMk id="3" creationId="{C407BEF4-2BC9-117B-006A-BE493FE21586}"/>
          </ac:spMkLst>
        </pc:spChg>
        <pc:spChg chg="mod">
          <ac:chgData name="JESUS ROCHA SALAZAR" userId="4e0323458c84468b" providerId="LiveId" clId="{DC2CD160-77F3-4A47-9FD0-6C2276FF51A8}" dt="2026-01-30T22:44:58.814" v="300" actId="20577"/>
          <ac:spMkLst>
            <pc:docMk/>
            <pc:sldMk cId="1954204120" sldId="2147473173"/>
            <ac:spMk id="7" creationId="{F9CB074A-B77F-8273-FAEF-3AE2535A0785}"/>
          </ac:spMkLst>
        </pc:spChg>
        <pc:spChg chg="del">
          <ac:chgData name="JESUS ROCHA SALAZAR" userId="4e0323458c84468b" providerId="LiveId" clId="{DC2CD160-77F3-4A47-9FD0-6C2276FF51A8}" dt="2026-01-30T22:43:51.207" v="272" actId="478"/>
          <ac:spMkLst>
            <pc:docMk/>
            <pc:sldMk cId="1954204120" sldId="2147473173"/>
            <ac:spMk id="10" creationId="{E1AAFA0B-C995-5EA3-FE9F-BE09154B5934}"/>
          </ac:spMkLst>
        </pc:spChg>
        <pc:graphicFrameChg chg="del">
          <ac:chgData name="JESUS ROCHA SALAZAR" userId="4e0323458c84468b" providerId="LiveId" clId="{DC2CD160-77F3-4A47-9FD0-6C2276FF51A8}" dt="2026-01-30T22:44:29.376" v="275" actId="478"/>
          <ac:graphicFrameMkLst>
            <pc:docMk/>
            <pc:sldMk cId="1954204120" sldId="2147473173"/>
            <ac:graphicFrameMk id="2" creationId="{367BAD0C-977C-E8BE-5BDC-C00C9C325F96}"/>
          </ac:graphicFrameMkLst>
        </pc:graphicFrameChg>
        <pc:graphicFrameChg chg="del">
          <ac:chgData name="JESUS ROCHA SALAZAR" userId="4e0323458c84468b" providerId="LiveId" clId="{DC2CD160-77F3-4A47-9FD0-6C2276FF51A8}" dt="2026-01-30T22:43:52.742" v="273" actId="478"/>
          <ac:graphicFrameMkLst>
            <pc:docMk/>
            <pc:sldMk cId="1954204120" sldId="2147473173"/>
            <ac:graphicFrameMk id="5" creationId="{525FAF27-A4E9-5F1E-74D9-89CD904B082D}"/>
          </ac:graphicFrameMkLst>
        </pc:graphicFrameChg>
        <pc:graphicFrameChg chg="del">
          <ac:chgData name="JESUS ROCHA SALAZAR" userId="4e0323458c84468b" providerId="LiveId" clId="{DC2CD160-77F3-4A47-9FD0-6C2276FF51A8}" dt="2026-01-30T22:43:46.901" v="271" actId="478"/>
          <ac:graphicFrameMkLst>
            <pc:docMk/>
            <pc:sldMk cId="1954204120" sldId="2147473173"/>
            <ac:graphicFrameMk id="8" creationId="{8E9DCC93-0597-A91D-6635-FC018D559A86}"/>
          </ac:graphicFrameMkLst>
        </pc:graphicFrameChg>
        <pc:graphicFrameChg chg="del">
          <ac:chgData name="JESUS ROCHA SALAZAR" userId="4e0323458c84468b" providerId="LiveId" clId="{DC2CD160-77F3-4A47-9FD0-6C2276FF51A8}" dt="2026-01-30T22:43:54.065" v="274" actId="478"/>
          <ac:graphicFrameMkLst>
            <pc:docMk/>
            <pc:sldMk cId="1954204120" sldId="2147473173"/>
            <ac:graphicFrameMk id="9" creationId="{5AE3FAC2-927A-826A-EEC0-7E2F74170CF9}"/>
          </ac:graphicFrameMkLst>
        </pc:graphicFrameChg>
      </pc:sldChg>
      <pc:sldChg chg="addSp delSp modSp add mod">
        <pc:chgData name="JESUS ROCHA SALAZAR" userId="4e0323458c84468b" providerId="LiveId" clId="{DC2CD160-77F3-4A47-9FD0-6C2276FF51A8}" dt="2026-01-30T22:45:45.028" v="325" actId="20577"/>
        <pc:sldMkLst>
          <pc:docMk/>
          <pc:sldMk cId="4258986089" sldId="2147473174"/>
        </pc:sldMkLst>
        <pc:spChg chg="add mod">
          <ac:chgData name="JESUS ROCHA SALAZAR" userId="4e0323458c84468b" providerId="LiveId" clId="{DC2CD160-77F3-4A47-9FD0-6C2276FF51A8}" dt="2026-01-30T22:45:38.264" v="311" actId="14100"/>
          <ac:spMkLst>
            <pc:docMk/>
            <pc:sldMk cId="4258986089" sldId="2147473174"/>
            <ac:spMk id="2" creationId="{78F0F22A-110F-3E39-AFA3-0E344FB0A4F1}"/>
          </ac:spMkLst>
        </pc:spChg>
        <pc:spChg chg="del">
          <ac:chgData name="JESUS ROCHA SALAZAR" userId="4e0323458c84468b" providerId="LiveId" clId="{DC2CD160-77F3-4A47-9FD0-6C2276FF51A8}" dt="2026-01-30T22:45:30.364" v="306" actId="478"/>
          <ac:spMkLst>
            <pc:docMk/>
            <pc:sldMk cId="4258986089" sldId="2147473174"/>
            <ac:spMk id="3" creationId="{39EB178A-DAC1-033D-8ADC-FEFA7F984F63}"/>
          </ac:spMkLst>
        </pc:spChg>
        <pc:spChg chg="mod">
          <ac:chgData name="JESUS ROCHA SALAZAR" userId="4e0323458c84468b" providerId="LiveId" clId="{DC2CD160-77F3-4A47-9FD0-6C2276FF51A8}" dt="2026-01-30T22:45:45.028" v="325" actId="20577"/>
          <ac:spMkLst>
            <pc:docMk/>
            <pc:sldMk cId="4258986089" sldId="2147473174"/>
            <ac:spMk id="7" creationId="{1F506E95-AE20-EF73-D425-C7B44F158A1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DCED173-ADBB-4F9F-B250-DBABF25F80A1}"/>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a:extLst>
              <a:ext uri="{FF2B5EF4-FFF2-40B4-BE49-F238E27FC236}">
                <a16:creationId xmlns:a16="http://schemas.microsoft.com/office/drawing/2014/main" id="{731577A6-3A17-4A5C-A609-081116AC9E59}"/>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66218887-2D2A-4A91-964F-CFEC368559CF}" type="datetimeFigureOut">
              <a:rPr lang="id-ID" smtClean="0"/>
              <a:t>30/01/2026</a:t>
            </a:fld>
            <a:endParaRPr lang="id-ID"/>
          </a:p>
        </p:txBody>
      </p:sp>
      <p:sp>
        <p:nvSpPr>
          <p:cNvPr id="4" name="Footer Placeholder 3">
            <a:extLst>
              <a:ext uri="{FF2B5EF4-FFF2-40B4-BE49-F238E27FC236}">
                <a16:creationId xmlns:a16="http://schemas.microsoft.com/office/drawing/2014/main" id="{734AE15E-7F83-4886-8F16-92BED6547A0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5" name="Slide Number Placeholder 4">
            <a:extLst>
              <a:ext uri="{FF2B5EF4-FFF2-40B4-BE49-F238E27FC236}">
                <a16:creationId xmlns:a16="http://schemas.microsoft.com/office/drawing/2014/main" id="{17F1E6D5-D5B6-465F-B770-981EF131B7E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5C52C4C-E201-45A0-BB4F-991A321561A1}" type="slidenum">
              <a:rPr lang="id-ID" smtClean="0"/>
              <a:t>‹Nº›</a:t>
            </a:fld>
            <a:endParaRPr lang="id-ID"/>
          </a:p>
        </p:txBody>
      </p:sp>
    </p:spTree>
    <p:extLst>
      <p:ext uri="{BB962C8B-B14F-4D97-AF65-F5344CB8AC3E}">
        <p14:creationId xmlns:p14="http://schemas.microsoft.com/office/powerpoint/2010/main" val="33264287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4893123"/>
      </p:ext>
    </p:extLst>
  </p:cSld>
  <p:clrMap bg1="lt1" tx1="dk1" bg2="lt2" tx2="dk2" accent1="accent1" accent2="accent2" accent3="accent3" accent4="accent4" accent5="accent5" accent6="accent6" hlink="hlink" folHlink="folHlink"/>
  <p:hf hdr="0" ftr="0" dt="0"/>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65805690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513083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238615744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1/30/2026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306094407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256312196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1962249713"/>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1/30/2026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943338803"/>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100642795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1726147293"/>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55666035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190494313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CFB66A83-33E3-495A-BA40-8310A7896BD9}"/>
              </a:ext>
            </a:extLst>
          </p:cNvPr>
          <p:cNvSpPr>
            <a:spLocks noGrp="1"/>
          </p:cNvSpPr>
          <p:nvPr>
            <p:ph type="pic" sz="quarter" idx="11"/>
          </p:nvPr>
        </p:nvSpPr>
        <p:spPr>
          <a:xfrm>
            <a:off x="4570086" y="1169704"/>
            <a:ext cx="4052723" cy="2800964"/>
          </a:xfrm>
          <a:custGeom>
            <a:avLst/>
            <a:gdLst>
              <a:gd name="connsiteX0" fmla="*/ 1867310 w 5403630"/>
              <a:gd name="connsiteY0" fmla="*/ 0 h 3734619"/>
              <a:gd name="connsiteX1" fmla="*/ 2212207 w 5403630"/>
              <a:gd name="connsiteY1" fmla="*/ 142862 h 3734619"/>
              <a:gd name="connsiteX2" fmla="*/ 2701815 w 5403630"/>
              <a:gd name="connsiteY2" fmla="*/ 632470 h 3734619"/>
              <a:gd name="connsiteX3" fmla="*/ 3191423 w 5403630"/>
              <a:gd name="connsiteY3" fmla="*/ 142862 h 3734619"/>
              <a:gd name="connsiteX4" fmla="*/ 3881218 w 5403630"/>
              <a:gd name="connsiteY4" fmla="*/ 142862 h 3734619"/>
              <a:gd name="connsiteX5" fmla="*/ 5260769 w 5403630"/>
              <a:gd name="connsiteY5" fmla="*/ 1522412 h 3734619"/>
              <a:gd name="connsiteX6" fmla="*/ 5260769 w 5403630"/>
              <a:gd name="connsiteY6" fmla="*/ 2212208 h 3734619"/>
              <a:gd name="connsiteX7" fmla="*/ 3881218 w 5403630"/>
              <a:gd name="connsiteY7" fmla="*/ 3591758 h 3734619"/>
              <a:gd name="connsiteX8" fmla="*/ 3191423 w 5403630"/>
              <a:gd name="connsiteY8" fmla="*/ 3591758 h 3734619"/>
              <a:gd name="connsiteX9" fmla="*/ 2701815 w 5403630"/>
              <a:gd name="connsiteY9" fmla="*/ 3102151 h 3734619"/>
              <a:gd name="connsiteX10" fmla="*/ 2212207 w 5403630"/>
              <a:gd name="connsiteY10" fmla="*/ 3591758 h 3734619"/>
              <a:gd name="connsiteX11" fmla="*/ 1522412 w 5403630"/>
              <a:gd name="connsiteY11" fmla="*/ 3591758 h 3734619"/>
              <a:gd name="connsiteX12" fmla="*/ 142862 w 5403630"/>
              <a:gd name="connsiteY12" fmla="*/ 2212208 h 3734619"/>
              <a:gd name="connsiteX13" fmla="*/ 142862 w 5403630"/>
              <a:gd name="connsiteY13" fmla="*/ 1522412 h 3734619"/>
              <a:gd name="connsiteX14" fmla="*/ 1522412 w 5403630"/>
              <a:gd name="connsiteY14" fmla="*/ 142862 h 3734619"/>
              <a:gd name="connsiteX15" fmla="*/ 1867310 w 5403630"/>
              <a:gd name="connsiteY15" fmla="*/ 0 h 3734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03630" h="3734619">
                <a:moveTo>
                  <a:pt x="1867310" y="0"/>
                </a:moveTo>
                <a:cubicBezTo>
                  <a:pt x="1992138" y="0"/>
                  <a:pt x="2116967" y="47621"/>
                  <a:pt x="2212207" y="142862"/>
                </a:cubicBezTo>
                <a:lnTo>
                  <a:pt x="2701815" y="632470"/>
                </a:lnTo>
                <a:lnTo>
                  <a:pt x="3191423" y="142862"/>
                </a:lnTo>
                <a:cubicBezTo>
                  <a:pt x="3381905" y="-47620"/>
                  <a:pt x="3690736" y="-47620"/>
                  <a:pt x="3881218" y="142862"/>
                </a:cubicBezTo>
                <a:lnTo>
                  <a:pt x="5260769" y="1522412"/>
                </a:lnTo>
                <a:cubicBezTo>
                  <a:pt x="5451251" y="1712894"/>
                  <a:pt x="5451251" y="2021726"/>
                  <a:pt x="5260769" y="2212208"/>
                </a:cubicBezTo>
                <a:lnTo>
                  <a:pt x="3881218" y="3591758"/>
                </a:lnTo>
                <a:cubicBezTo>
                  <a:pt x="3690736" y="3782240"/>
                  <a:pt x="3381905" y="3782240"/>
                  <a:pt x="3191423" y="3591758"/>
                </a:cubicBezTo>
                <a:lnTo>
                  <a:pt x="2701815" y="3102151"/>
                </a:lnTo>
                <a:lnTo>
                  <a:pt x="2212207" y="3591758"/>
                </a:lnTo>
                <a:cubicBezTo>
                  <a:pt x="2021726" y="3782240"/>
                  <a:pt x="1712894" y="3782240"/>
                  <a:pt x="1522412" y="3591758"/>
                </a:cubicBezTo>
                <a:lnTo>
                  <a:pt x="142862" y="2212208"/>
                </a:lnTo>
                <a:cubicBezTo>
                  <a:pt x="-47620" y="2021726"/>
                  <a:pt x="-47620" y="1712894"/>
                  <a:pt x="142862" y="1522412"/>
                </a:cubicBezTo>
                <a:lnTo>
                  <a:pt x="1522412" y="142862"/>
                </a:lnTo>
                <a:cubicBezTo>
                  <a:pt x="1617653" y="47621"/>
                  <a:pt x="1742481" y="0"/>
                  <a:pt x="1867310" y="0"/>
                </a:cubicBezTo>
                <a:close/>
              </a:path>
            </a:pathLst>
          </a:custGeom>
        </p:spPr>
        <p:txBody>
          <a:bodyPr wrap="square">
            <a:noAutofit/>
          </a:bodyPr>
          <a:lstStyle/>
          <a:p>
            <a:endParaRPr lang="id-ID"/>
          </a:p>
        </p:txBody>
      </p:sp>
    </p:spTree>
    <p:extLst>
      <p:ext uri="{BB962C8B-B14F-4D97-AF65-F5344CB8AC3E}">
        <p14:creationId xmlns:p14="http://schemas.microsoft.com/office/powerpoint/2010/main" val="3951658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nodePh="1">
                                  <p:stCondLst>
                                    <p:cond delay="0"/>
                                  </p:stCondLst>
                                  <p:endCondLst>
                                    <p:cond evt="begin" delay="0">
                                      <p:tn val="5"/>
                                    </p:cond>
                                  </p:end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85942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54C0F3D-A00C-408A-8FDD-34AAD6BE0960}"/>
              </a:ext>
            </a:extLst>
          </p:cNvPr>
          <p:cNvSpPr>
            <a:spLocks noGrp="1"/>
          </p:cNvSpPr>
          <p:nvPr>
            <p:ph type="pic" sz="quarter" idx="10"/>
          </p:nvPr>
        </p:nvSpPr>
        <p:spPr>
          <a:xfrm>
            <a:off x="0" y="0"/>
            <a:ext cx="6360924" cy="4402394"/>
          </a:xfrm>
          <a:custGeom>
            <a:avLst/>
            <a:gdLst>
              <a:gd name="connsiteX0" fmla="*/ 0 w 8481232"/>
              <a:gd name="connsiteY0" fmla="*/ 0 h 5869858"/>
              <a:gd name="connsiteX1" fmla="*/ 6316990 w 8481232"/>
              <a:gd name="connsiteY1" fmla="*/ 0 h 5869858"/>
              <a:gd name="connsiteX2" fmla="*/ 8271790 w 8481232"/>
              <a:gd name="connsiteY2" fmla="*/ 1963035 h 5869858"/>
              <a:gd name="connsiteX3" fmla="*/ 8271790 w 8481232"/>
              <a:gd name="connsiteY3" fmla="*/ 2963797 h 5869858"/>
              <a:gd name="connsiteX4" fmla="*/ 5575514 w 8481232"/>
              <a:gd name="connsiteY4" fmla="*/ 5658158 h 5869858"/>
              <a:gd name="connsiteX5" fmla="*/ 5074777 w 8481232"/>
              <a:gd name="connsiteY5" fmla="*/ 5869858 h 5869858"/>
              <a:gd name="connsiteX6" fmla="*/ 0 w 8481232"/>
              <a:gd name="connsiteY6" fmla="*/ 5869858 h 5869858"/>
              <a:gd name="connsiteX7" fmla="*/ 0 w 8481232"/>
              <a:gd name="connsiteY7" fmla="*/ 0 h 5869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81232" h="5869858">
                <a:moveTo>
                  <a:pt x="0" y="0"/>
                </a:moveTo>
                <a:cubicBezTo>
                  <a:pt x="0" y="0"/>
                  <a:pt x="0" y="0"/>
                  <a:pt x="6316990" y="0"/>
                </a:cubicBezTo>
                <a:cubicBezTo>
                  <a:pt x="6316990" y="0"/>
                  <a:pt x="6316990" y="0"/>
                  <a:pt x="8271790" y="1963035"/>
                </a:cubicBezTo>
                <a:cubicBezTo>
                  <a:pt x="8551047" y="2232471"/>
                  <a:pt x="8551047" y="2684738"/>
                  <a:pt x="8271790" y="2963797"/>
                </a:cubicBezTo>
                <a:cubicBezTo>
                  <a:pt x="8271790" y="2963797"/>
                  <a:pt x="8271790" y="2963797"/>
                  <a:pt x="5575514" y="5658158"/>
                </a:cubicBezTo>
                <a:cubicBezTo>
                  <a:pt x="5440700" y="5792877"/>
                  <a:pt x="5267368" y="5869858"/>
                  <a:pt x="5074777" y="5869858"/>
                </a:cubicBezTo>
                <a:cubicBezTo>
                  <a:pt x="5074777" y="5869858"/>
                  <a:pt x="5074777" y="5869858"/>
                  <a:pt x="0" y="5869858"/>
                </a:cubicBezTo>
                <a:cubicBezTo>
                  <a:pt x="0" y="5869858"/>
                  <a:pt x="0" y="5869858"/>
                  <a:pt x="0" y="0"/>
                </a:cubicBezTo>
                <a:close/>
              </a:path>
            </a:pathLst>
          </a:custGeom>
        </p:spPr>
        <p:txBody>
          <a:bodyPr wrap="square">
            <a:noAutofit/>
          </a:bodyPr>
          <a:lstStyle/>
          <a:p>
            <a:endParaRPr lang="id-ID"/>
          </a:p>
        </p:txBody>
      </p:sp>
    </p:spTree>
    <p:extLst>
      <p:ext uri="{BB962C8B-B14F-4D97-AF65-F5344CB8AC3E}">
        <p14:creationId xmlns:p14="http://schemas.microsoft.com/office/powerpoint/2010/main" val="1830468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7A653CF1-82BD-4689-BEBA-D371BB415554}"/>
              </a:ext>
            </a:extLst>
          </p:cNvPr>
          <p:cNvSpPr>
            <a:spLocks noGrp="1"/>
          </p:cNvSpPr>
          <p:nvPr>
            <p:ph type="pic" sz="quarter" idx="10"/>
          </p:nvPr>
        </p:nvSpPr>
        <p:spPr>
          <a:xfrm>
            <a:off x="1195164" y="1653072"/>
            <a:ext cx="7945787" cy="3490432"/>
          </a:xfrm>
          <a:custGeom>
            <a:avLst/>
            <a:gdLst>
              <a:gd name="connsiteX0" fmla="*/ 5047666 w 10594382"/>
              <a:gd name="connsiteY0" fmla="*/ 0 h 4653909"/>
              <a:gd name="connsiteX1" fmla="*/ 10594382 w 10594382"/>
              <a:gd name="connsiteY1" fmla="*/ 0 h 4653909"/>
              <a:gd name="connsiteX2" fmla="*/ 10594382 w 10594382"/>
              <a:gd name="connsiteY2" fmla="*/ 4653909 h 4653909"/>
              <a:gd name="connsiteX3" fmla="*/ 0 w 10594382"/>
              <a:gd name="connsiteY3" fmla="*/ 4653909 h 4653909"/>
              <a:gd name="connsiteX4" fmla="*/ 6284 w 10594382"/>
              <a:gd name="connsiteY4" fmla="*/ 4647620 h 4653909"/>
              <a:gd name="connsiteX5" fmla="*/ 4370949 w 10594382"/>
              <a:gd name="connsiteY5" fmla="*/ 278907 h 4653909"/>
              <a:gd name="connsiteX6" fmla="*/ 5047666 w 10594382"/>
              <a:gd name="connsiteY6" fmla="*/ 0 h 465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94382" h="4653909">
                <a:moveTo>
                  <a:pt x="5047666" y="0"/>
                </a:moveTo>
                <a:lnTo>
                  <a:pt x="10594382" y="0"/>
                </a:lnTo>
                <a:lnTo>
                  <a:pt x="10594382" y="4653909"/>
                </a:lnTo>
                <a:lnTo>
                  <a:pt x="0" y="4653909"/>
                </a:lnTo>
                <a:lnTo>
                  <a:pt x="6284" y="4647620"/>
                </a:lnTo>
                <a:cubicBezTo>
                  <a:pt x="411253" y="4242275"/>
                  <a:pt x="1491170" y="3161356"/>
                  <a:pt x="4370949" y="278907"/>
                </a:cubicBezTo>
                <a:cubicBezTo>
                  <a:pt x="4550080" y="99610"/>
                  <a:pt x="4788921" y="0"/>
                  <a:pt x="5047666" y="0"/>
                </a:cubicBezTo>
                <a:close/>
              </a:path>
            </a:pathLst>
          </a:custGeom>
        </p:spPr>
        <p:txBody>
          <a:bodyPr wrap="square">
            <a:noAutofit/>
          </a:bodyPr>
          <a:lstStyle/>
          <a:p>
            <a:endParaRPr lang="id-ID"/>
          </a:p>
        </p:txBody>
      </p:sp>
    </p:spTree>
    <p:extLst>
      <p:ext uri="{BB962C8B-B14F-4D97-AF65-F5344CB8AC3E}">
        <p14:creationId xmlns:p14="http://schemas.microsoft.com/office/powerpoint/2010/main" val="3747185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nodePh="1">
                                  <p:stCondLst>
                                    <p:cond delay="0"/>
                                  </p:stCondLst>
                                  <p:endCondLst>
                                    <p:cond evt="begin" delay="0">
                                      <p:tn val="5"/>
                                    </p:cond>
                                  </p:endCondLst>
                                  <p:childTnLst>
                                    <p:set>
                                      <p:cBhvr>
                                        <p:cTn id="6" dur="1" fill="hold">
                                          <p:stCondLst>
                                            <p:cond delay="0"/>
                                          </p:stCondLst>
                                        </p:cTn>
                                        <p:tgtEl>
                                          <p:spTgt spid="30"/>
                                        </p:tgtEl>
                                        <p:attrNameLst>
                                          <p:attrName>style.visibility</p:attrName>
                                        </p:attrNameLst>
                                      </p:cBhvr>
                                      <p:to>
                                        <p:strVal val="visible"/>
                                      </p:to>
                                    </p:set>
                                    <p:animEffect transition="in" filter="wipe(right)">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smtClean="0"/>
              <a:t>1/30/2026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smtClean="0"/>
              <a:t>‹Nº›</a:t>
            </a:fld>
            <a:endParaRPr lang="en-US" dirty="0"/>
          </a:p>
        </p:txBody>
      </p:sp>
    </p:spTree>
    <p:extLst>
      <p:ext uri="{BB962C8B-B14F-4D97-AF65-F5344CB8AC3E}">
        <p14:creationId xmlns:p14="http://schemas.microsoft.com/office/powerpoint/2010/main" val="637055023"/>
      </p:ext>
    </p:extLst>
  </p:cSld>
  <p:clrMap bg1="lt1" tx1="dk1" bg2="lt2" tx2="dk2" accent1="accent1" accent2="accent2" accent3="accent3" accent4="accent4" accent5="accent5" accent6="accent6" hlink="hlink" folHlink="folHlink"/>
  <p:sldLayoutIdLst>
    <p:sldLayoutId id="2147483910" r:id="rId1"/>
    <p:sldLayoutId id="2147483911" r:id="rId2"/>
    <p:sldLayoutId id="2147483912" r:id="rId3"/>
    <p:sldLayoutId id="2147483913" r:id="rId4"/>
    <p:sldLayoutId id="2147483914" r:id="rId5"/>
    <p:sldLayoutId id="2147483915" r:id="rId6"/>
    <p:sldLayoutId id="2147483916" r:id="rId7"/>
    <p:sldLayoutId id="2147483917" r:id="rId8"/>
    <p:sldLayoutId id="2147483918" r:id="rId9"/>
    <p:sldLayoutId id="2147483919" r:id="rId10"/>
    <p:sldLayoutId id="2147483920" r:id="rId11"/>
    <p:sldLayoutId id="2147483716" r:id="rId12"/>
    <p:sldLayoutId id="2147483714" r:id="rId13"/>
    <p:sldLayoutId id="2147483650" r:id="rId14"/>
    <p:sldLayoutId id="2147483921" r:id="rId15"/>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4.xml"/><Relationship Id="rId5" Type="http://schemas.openxmlformats.org/officeDocument/2006/relationships/image" Target="../media/image3.wmf"/><Relationship Id="rId4"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4.xml"/><Relationship Id="rId5" Type="http://schemas.openxmlformats.org/officeDocument/2006/relationships/image" Target="../media/image4.wmf"/><Relationship Id="rId4"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5.bin"/><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6.bin"/><Relationship Id="rId1" Type="http://schemas.openxmlformats.org/officeDocument/2006/relationships/slideLayout" Target="../slideLayouts/slideLayout4.xml"/><Relationship Id="rId5" Type="http://schemas.openxmlformats.org/officeDocument/2006/relationships/image" Target="../media/image2.wmf"/><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7.bin"/><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4.xml"/><Relationship Id="rId5" Type="http://schemas.openxmlformats.org/officeDocument/2006/relationships/image" Target="../media/image8.wmf"/><Relationship Id="rId4" Type="http://schemas.openxmlformats.org/officeDocument/2006/relationships/oleObject" Target="../embeddings/oleObject8.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image" Target="../media/image2.wmf"/><Relationship Id="rId7" Type="http://schemas.openxmlformats.org/officeDocument/2006/relationships/image" Target="../media/image10.wmf"/><Relationship Id="rId2" Type="http://schemas.openxmlformats.org/officeDocument/2006/relationships/oleObject" Target="../embeddings/oleObject2.bin"/><Relationship Id="rId1" Type="http://schemas.openxmlformats.org/officeDocument/2006/relationships/slideLayout" Target="../slideLayouts/slideLayout4.xml"/><Relationship Id="rId6" Type="http://schemas.openxmlformats.org/officeDocument/2006/relationships/oleObject" Target="../embeddings/oleObject10.bin"/><Relationship Id="rId11" Type="http://schemas.openxmlformats.org/officeDocument/2006/relationships/image" Target="../media/image8.wmf"/><Relationship Id="rId5" Type="http://schemas.openxmlformats.org/officeDocument/2006/relationships/image" Target="../media/image9.wmf"/><Relationship Id="rId10" Type="http://schemas.openxmlformats.org/officeDocument/2006/relationships/oleObject" Target="../embeddings/oleObject8.bin"/><Relationship Id="rId4" Type="http://schemas.openxmlformats.org/officeDocument/2006/relationships/oleObject" Target="../embeddings/oleObject9.bin"/><Relationship Id="rId9" Type="http://schemas.openxmlformats.org/officeDocument/2006/relationships/image" Target="../media/image11.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4.bin"/><Relationship Id="rId13" Type="http://schemas.openxmlformats.org/officeDocument/2006/relationships/image" Target="../media/image16.wmf"/><Relationship Id="rId3" Type="http://schemas.openxmlformats.org/officeDocument/2006/relationships/image" Target="../media/image2.wmf"/><Relationship Id="rId7" Type="http://schemas.openxmlformats.org/officeDocument/2006/relationships/image" Target="../media/image13.wmf"/><Relationship Id="rId12" Type="http://schemas.openxmlformats.org/officeDocument/2006/relationships/oleObject" Target="../embeddings/oleObject16.bin"/><Relationship Id="rId17" Type="http://schemas.openxmlformats.org/officeDocument/2006/relationships/image" Target="../media/image18.wmf"/><Relationship Id="rId2" Type="http://schemas.openxmlformats.org/officeDocument/2006/relationships/oleObject" Target="../embeddings/oleObject2.bin"/><Relationship Id="rId16" Type="http://schemas.openxmlformats.org/officeDocument/2006/relationships/oleObject" Target="../embeddings/oleObject18.bin"/><Relationship Id="rId1" Type="http://schemas.openxmlformats.org/officeDocument/2006/relationships/slideLayout" Target="../slideLayouts/slideLayout4.xml"/><Relationship Id="rId6" Type="http://schemas.openxmlformats.org/officeDocument/2006/relationships/oleObject" Target="../embeddings/oleObject13.bin"/><Relationship Id="rId11" Type="http://schemas.openxmlformats.org/officeDocument/2006/relationships/image" Target="../media/image15.wmf"/><Relationship Id="rId5" Type="http://schemas.openxmlformats.org/officeDocument/2006/relationships/image" Target="../media/image12.wmf"/><Relationship Id="rId15" Type="http://schemas.openxmlformats.org/officeDocument/2006/relationships/image" Target="../media/image17.wmf"/><Relationship Id="rId10" Type="http://schemas.openxmlformats.org/officeDocument/2006/relationships/oleObject" Target="../embeddings/oleObject15.bin"/><Relationship Id="rId4" Type="http://schemas.openxmlformats.org/officeDocument/2006/relationships/oleObject" Target="../embeddings/oleObject12.bin"/><Relationship Id="rId9" Type="http://schemas.openxmlformats.org/officeDocument/2006/relationships/image" Target="../media/image14.wmf"/><Relationship Id="rId14" Type="http://schemas.openxmlformats.org/officeDocument/2006/relationships/oleObject" Target="../embeddings/oleObject17.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image" Target="../media/image23.wmf"/><Relationship Id="rId18" Type="http://schemas.openxmlformats.org/officeDocument/2006/relationships/oleObject" Target="../embeddings/oleObject26.bin"/><Relationship Id="rId3" Type="http://schemas.openxmlformats.org/officeDocument/2006/relationships/image" Target="../media/image2.wmf"/><Relationship Id="rId21" Type="http://schemas.openxmlformats.org/officeDocument/2006/relationships/image" Target="../media/image27.wmf"/><Relationship Id="rId7" Type="http://schemas.openxmlformats.org/officeDocument/2006/relationships/image" Target="../media/image20.wmf"/><Relationship Id="rId12" Type="http://schemas.openxmlformats.org/officeDocument/2006/relationships/oleObject" Target="../embeddings/oleObject23.bin"/><Relationship Id="rId17" Type="http://schemas.openxmlformats.org/officeDocument/2006/relationships/image" Target="../media/image25.wmf"/><Relationship Id="rId2" Type="http://schemas.openxmlformats.org/officeDocument/2006/relationships/oleObject" Target="../embeddings/oleObject2.bin"/><Relationship Id="rId16" Type="http://schemas.openxmlformats.org/officeDocument/2006/relationships/oleObject" Target="../embeddings/oleObject25.bin"/><Relationship Id="rId20" Type="http://schemas.openxmlformats.org/officeDocument/2006/relationships/oleObject" Target="../embeddings/oleObject27.bin"/><Relationship Id="rId1" Type="http://schemas.openxmlformats.org/officeDocument/2006/relationships/slideLayout" Target="../slideLayouts/slideLayout4.xml"/><Relationship Id="rId6" Type="http://schemas.openxmlformats.org/officeDocument/2006/relationships/oleObject" Target="../embeddings/oleObject20.bin"/><Relationship Id="rId11" Type="http://schemas.openxmlformats.org/officeDocument/2006/relationships/image" Target="../media/image22.wmf"/><Relationship Id="rId5" Type="http://schemas.openxmlformats.org/officeDocument/2006/relationships/image" Target="../media/image19.wmf"/><Relationship Id="rId15" Type="http://schemas.openxmlformats.org/officeDocument/2006/relationships/image" Target="../media/image24.wmf"/><Relationship Id="rId23" Type="http://schemas.openxmlformats.org/officeDocument/2006/relationships/image" Target="../media/image8.wmf"/><Relationship Id="rId10" Type="http://schemas.openxmlformats.org/officeDocument/2006/relationships/oleObject" Target="../embeddings/oleObject22.bin"/><Relationship Id="rId19" Type="http://schemas.openxmlformats.org/officeDocument/2006/relationships/image" Target="../media/image26.wmf"/><Relationship Id="rId4" Type="http://schemas.openxmlformats.org/officeDocument/2006/relationships/oleObject" Target="../embeddings/oleObject19.bin"/><Relationship Id="rId9" Type="http://schemas.openxmlformats.org/officeDocument/2006/relationships/image" Target="../media/image21.wmf"/><Relationship Id="rId14" Type="http://schemas.openxmlformats.org/officeDocument/2006/relationships/oleObject" Target="../embeddings/oleObject24.bin"/><Relationship Id="rId22" Type="http://schemas.openxmlformats.org/officeDocument/2006/relationships/oleObject" Target="../embeddings/oleObject8.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30.bin"/><Relationship Id="rId13" Type="http://schemas.openxmlformats.org/officeDocument/2006/relationships/image" Target="../media/image32.wmf"/><Relationship Id="rId3" Type="http://schemas.openxmlformats.org/officeDocument/2006/relationships/image" Target="../media/image2.wmf"/><Relationship Id="rId7" Type="http://schemas.openxmlformats.org/officeDocument/2006/relationships/image" Target="../media/image29.wmf"/><Relationship Id="rId12" Type="http://schemas.openxmlformats.org/officeDocument/2006/relationships/oleObject" Target="../embeddings/oleObject32.bin"/><Relationship Id="rId17" Type="http://schemas.openxmlformats.org/officeDocument/2006/relationships/image" Target="../media/image34.wmf"/><Relationship Id="rId2" Type="http://schemas.openxmlformats.org/officeDocument/2006/relationships/oleObject" Target="../embeddings/oleObject2.bin"/><Relationship Id="rId16" Type="http://schemas.openxmlformats.org/officeDocument/2006/relationships/oleObject" Target="../embeddings/oleObject34.bin"/><Relationship Id="rId1" Type="http://schemas.openxmlformats.org/officeDocument/2006/relationships/slideLayout" Target="../slideLayouts/slideLayout4.xml"/><Relationship Id="rId6" Type="http://schemas.openxmlformats.org/officeDocument/2006/relationships/oleObject" Target="../embeddings/oleObject29.bin"/><Relationship Id="rId11" Type="http://schemas.openxmlformats.org/officeDocument/2006/relationships/image" Target="../media/image31.wmf"/><Relationship Id="rId5" Type="http://schemas.openxmlformats.org/officeDocument/2006/relationships/image" Target="../media/image28.wmf"/><Relationship Id="rId15" Type="http://schemas.openxmlformats.org/officeDocument/2006/relationships/image" Target="../media/image33.wmf"/><Relationship Id="rId10" Type="http://schemas.openxmlformats.org/officeDocument/2006/relationships/oleObject" Target="../embeddings/oleObject31.bin"/><Relationship Id="rId4" Type="http://schemas.openxmlformats.org/officeDocument/2006/relationships/oleObject" Target="../embeddings/oleObject28.bin"/><Relationship Id="rId9" Type="http://schemas.openxmlformats.org/officeDocument/2006/relationships/image" Target="../media/image30.wmf"/><Relationship Id="rId14" Type="http://schemas.openxmlformats.org/officeDocument/2006/relationships/oleObject" Target="../embeddings/oleObject33.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image" Target="../media/image2.wmf"/><Relationship Id="rId7" Type="http://schemas.openxmlformats.org/officeDocument/2006/relationships/image" Target="../media/image36.wmf"/><Relationship Id="rId2" Type="http://schemas.openxmlformats.org/officeDocument/2006/relationships/oleObject" Target="../embeddings/oleObject2.bin"/><Relationship Id="rId1" Type="http://schemas.openxmlformats.org/officeDocument/2006/relationships/slideLayout" Target="../slideLayouts/slideLayout4.xml"/><Relationship Id="rId6" Type="http://schemas.openxmlformats.org/officeDocument/2006/relationships/oleObject" Target="../embeddings/oleObject36.bin"/><Relationship Id="rId5" Type="http://schemas.openxmlformats.org/officeDocument/2006/relationships/image" Target="../media/image35.wmf"/><Relationship Id="rId4" Type="http://schemas.openxmlformats.org/officeDocument/2006/relationships/oleObject" Target="../embeddings/oleObject35.bin"/><Relationship Id="rId9" Type="http://schemas.openxmlformats.org/officeDocument/2006/relationships/image" Target="../media/image37.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Freeform 9">
            <a:extLst>
              <a:ext uri="{FF2B5EF4-FFF2-40B4-BE49-F238E27FC236}">
                <a16:creationId xmlns:a16="http://schemas.microsoft.com/office/drawing/2014/main" id="{CF82F7C9-E76F-44A6-8028-2DF626E91C6D}"/>
              </a:ext>
            </a:extLst>
          </p:cNvPr>
          <p:cNvSpPr>
            <a:spLocks/>
          </p:cNvSpPr>
          <p:nvPr/>
        </p:nvSpPr>
        <p:spPr bwMode="auto">
          <a:xfrm>
            <a:off x="6924660" y="-2371"/>
            <a:ext cx="2219340" cy="3147527"/>
          </a:xfrm>
          <a:custGeom>
            <a:avLst/>
            <a:gdLst>
              <a:gd name="T0" fmla="*/ 350 w 350"/>
              <a:gd name="T1" fmla="*/ 0 h 499"/>
              <a:gd name="T2" fmla="*/ 12 w 350"/>
              <a:gd name="T3" fmla="*/ 338 h 499"/>
              <a:gd name="T4" fmla="*/ 12 w 350"/>
              <a:gd name="T5" fmla="*/ 383 h 499"/>
              <a:gd name="T6" fmla="*/ 117 w 350"/>
              <a:gd name="T7" fmla="*/ 487 h 499"/>
              <a:gd name="T8" fmla="*/ 161 w 350"/>
              <a:gd name="T9" fmla="*/ 487 h 499"/>
              <a:gd name="T10" fmla="*/ 350 w 350"/>
              <a:gd name="T11" fmla="*/ 298 h 499"/>
              <a:gd name="T12" fmla="*/ 350 w 350"/>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350" h="499">
                <a:moveTo>
                  <a:pt x="350" y="0"/>
                </a:moveTo>
                <a:cubicBezTo>
                  <a:pt x="12" y="338"/>
                  <a:pt x="12" y="338"/>
                  <a:pt x="12" y="338"/>
                </a:cubicBezTo>
                <a:cubicBezTo>
                  <a:pt x="0" y="350"/>
                  <a:pt x="0" y="370"/>
                  <a:pt x="12" y="383"/>
                </a:cubicBezTo>
                <a:cubicBezTo>
                  <a:pt x="117" y="487"/>
                  <a:pt x="117" y="487"/>
                  <a:pt x="117" y="487"/>
                </a:cubicBezTo>
                <a:cubicBezTo>
                  <a:pt x="129" y="499"/>
                  <a:pt x="149" y="499"/>
                  <a:pt x="161" y="487"/>
                </a:cubicBezTo>
                <a:cubicBezTo>
                  <a:pt x="350" y="298"/>
                  <a:pt x="350" y="298"/>
                  <a:pt x="350" y="298"/>
                </a:cubicBezTo>
                <a:lnTo>
                  <a:pt x="350" y="0"/>
                </a:lnTo>
                <a:close/>
              </a:path>
            </a:pathLst>
          </a:custGeom>
          <a:gradFill>
            <a:gsLst>
              <a:gs pos="100000">
                <a:srgbClr val="09193C"/>
              </a:gs>
              <a:gs pos="0">
                <a:srgbClr val="003CA3"/>
              </a:gs>
            </a:gsLst>
            <a:lin ang="5400000" scaled="1"/>
          </a:gradFill>
          <a:ln>
            <a:noFill/>
          </a:ln>
        </p:spPr>
        <p:txBody>
          <a:bodyPr vert="horz" wrap="square" lIns="68580" tIns="34290" rIns="68580" bIns="34290" numCol="1" anchor="t" anchorCtr="0" compatLnSpc="1">
            <a:prstTxWarp prst="textNoShape">
              <a:avLst/>
            </a:prstTxWarp>
          </a:bodyPr>
          <a:lstStyle/>
          <a:p>
            <a:endParaRPr lang="id-ID" sz="1013"/>
          </a:p>
        </p:txBody>
      </p:sp>
      <p:sp>
        <p:nvSpPr>
          <p:cNvPr id="22" name="Freeform: Shape 21">
            <a:extLst>
              <a:ext uri="{FF2B5EF4-FFF2-40B4-BE49-F238E27FC236}">
                <a16:creationId xmlns:a16="http://schemas.microsoft.com/office/drawing/2014/main" id="{F676D53E-7427-4631-81F2-DB85070D41B3}"/>
              </a:ext>
            </a:extLst>
          </p:cNvPr>
          <p:cNvSpPr/>
          <p:nvPr/>
        </p:nvSpPr>
        <p:spPr>
          <a:xfrm>
            <a:off x="4692545" y="1730924"/>
            <a:ext cx="4451457" cy="3407836"/>
          </a:xfrm>
          <a:custGeom>
            <a:avLst/>
            <a:gdLst>
              <a:gd name="connsiteX0" fmla="*/ 4856875 w 5935276"/>
              <a:gd name="connsiteY0" fmla="*/ 0 h 4543781"/>
              <a:gd name="connsiteX1" fmla="*/ 5935276 w 5935276"/>
              <a:gd name="connsiteY1" fmla="*/ 0 h 4543781"/>
              <a:gd name="connsiteX2" fmla="*/ 5935276 w 5935276"/>
              <a:gd name="connsiteY2" fmla="*/ 4543781 h 4543781"/>
              <a:gd name="connsiteX3" fmla="*/ 702490 w 5935276"/>
              <a:gd name="connsiteY3" fmla="*/ 4543781 h 4543781"/>
              <a:gd name="connsiteX4" fmla="*/ 0 w 5935276"/>
              <a:gd name="connsiteY4" fmla="*/ 4542809 h 4543781"/>
              <a:gd name="connsiteX5" fmla="*/ 4026531 w 5935276"/>
              <a:gd name="connsiteY5" fmla="*/ 354794 h 4543781"/>
              <a:gd name="connsiteX6" fmla="*/ 4856875 w 5935276"/>
              <a:gd name="connsiteY6" fmla="*/ 0 h 454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35276" h="4543781">
                <a:moveTo>
                  <a:pt x="4856875" y="0"/>
                </a:moveTo>
                <a:lnTo>
                  <a:pt x="5935276" y="0"/>
                </a:lnTo>
                <a:lnTo>
                  <a:pt x="5935276" y="4543781"/>
                </a:lnTo>
                <a:lnTo>
                  <a:pt x="702490" y="4543781"/>
                </a:lnTo>
                <a:lnTo>
                  <a:pt x="0" y="4542809"/>
                </a:lnTo>
                <a:lnTo>
                  <a:pt x="4026531" y="354794"/>
                </a:lnTo>
                <a:cubicBezTo>
                  <a:pt x="4254291" y="129925"/>
                  <a:pt x="4549927" y="0"/>
                  <a:pt x="4856875" y="0"/>
                </a:cubicBezTo>
                <a:close/>
              </a:path>
            </a:pathLst>
          </a:custGeom>
          <a:gradFill>
            <a:gsLst>
              <a:gs pos="26000">
                <a:srgbClr val="09193C"/>
              </a:gs>
              <a:gs pos="100000">
                <a:srgbClr val="003CA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3"/>
          </a:p>
        </p:txBody>
      </p:sp>
      <p:sp>
        <p:nvSpPr>
          <p:cNvPr id="20" name="Freeform: Shape 19">
            <a:extLst>
              <a:ext uri="{FF2B5EF4-FFF2-40B4-BE49-F238E27FC236}">
                <a16:creationId xmlns:a16="http://schemas.microsoft.com/office/drawing/2014/main" id="{2156E7ED-E596-4DB3-AC2C-2843D3AB5BA8}"/>
              </a:ext>
            </a:extLst>
          </p:cNvPr>
          <p:cNvSpPr/>
          <p:nvPr/>
        </p:nvSpPr>
        <p:spPr>
          <a:xfrm>
            <a:off x="5477859" y="2245417"/>
            <a:ext cx="3666145" cy="2898083"/>
          </a:xfrm>
          <a:custGeom>
            <a:avLst/>
            <a:gdLst>
              <a:gd name="connsiteX0" fmla="*/ 4248543 w 4888193"/>
              <a:gd name="connsiteY0" fmla="*/ 0 h 3864111"/>
              <a:gd name="connsiteX1" fmla="*/ 4888193 w 4888193"/>
              <a:gd name="connsiteY1" fmla="*/ 0 h 3864111"/>
              <a:gd name="connsiteX2" fmla="*/ 4888193 w 4888193"/>
              <a:gd name="connsiteY2" fmla="*/ 3864111 h 3864111"/>
              <a:gd name="connsiteX3" fmla="*/ 0 w 4888193"/>
              <a:gd name="connsiteY3" fmla="*/ 3864111 h 3864111"/>
              <a:gd name="connsiteX4" fmla="*/ 3343188 w 4888193"/>
              <a:gd name="connsiteY4" fmla="*/ 386844 h 3864111"/>
              <a:gd name="connsiteX5" fmla="*/ 4248543 w 4888193"/>
              <a:gd name="connsiteY5" fmla="*/ 0 h 3864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88193" h="3864111">
                <a:moveTo>
                  <a:pt x="4248543" y="0"/>
                </a:moveTo>
                <a:lnTo>
                  <a:pt x="4888193" y="0"/>
                </a:lnTo>
                <a:lnTo>
                  <a:pt x="4888193" y="3864111"/>
                </a:lnTo>
                <a:lnTo>
                  <a:pt x="0" y="3864111"/>
                </a:lnTo>
                <a:lnTo>
                  <a:pt x="3343188" y="386844"/>
                </a:lnTo>
                <a:cubicBezTo>
                  <a:pt x="3591523" y="141661"/>
                  <a:pt x="3913866" y="0"/>
                  <a:pt x="4248543" y="0"/>
                </a:cubicBezTo>
                <a:close/>
              </a:path>
            </a:pathLst>
          </a:custGeom>
          <a:gradFill>
            <a:gsLst>
              <a:gs pos="61000">
                <a:srgbClr val="09193C"/>
              </a:gs>
              <a:gs pos="0">
                <a:srgbClr val="003CA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3"/>
          </a:p>
        </p:txBody>
      </p:sp>
      <p:sp>
        <p:nvSpPr>
          <p:cNvPr id="14" name="Title 1">
            <a:extLst>
              <a:ext uri="{FF2B5EF4-FFF2-40B4-BE49-F238E27FC236}">
                <a16:creationId xmlns:a16="http://schemas.microsoft.com/office/drawing/2014/main" id="{EC7DE09E-54A6-4A32-AD88-7408F7286AD3}"/>
              </a:ext>
            </a:extLst>
          </p:cNvPr>
          <p:cNvSpPr txBox="1">
            <a:spLocks/>
          </p:cNvSpPr>
          <p:nvPr/>
        </p:nvSpPr>
        <p:spPr>
          <a:xfrm>
            <a:off x="1664858" y="3434842"/>
            <a:ext cx="3002835" cy="15444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id-ID" sz="2000" spc="225" dirty="0">
              <a:latin typeface="+mn-lt"/>
              <a:ea typeface="Open Sans" panose="020B0606030504020204" pitchFamily="34" charset="0"/>
              <a:cs typeface="Open Sans" panose="020B0606030504020204" pitchFamily="34" charset="0"/>
            </a:endParaRPr>
          </a:p>
        </p:txBody>
      </p:sp>
      <p:sp>
        <p:nvSpPr>
          <p:cNvPr id="17" name="TextBox 16">
            <a:extLst>
              <a:ext uri="{FF2B5EF4-FFF2-40B4-BE49-F238E27FC236}">
                <a16:creationId xmlns:a16="http://schemas.microsoft.com/office/drawing/2014/main" id="{78CDE5D4-BED1-4679-97DB-6E2E6F8D48DB}"/>
              </a:ext>
            </a:extLst>
          </p:cNvPr>
          <p:cNvSpPr txBox="1"/>
          <p:nvPr/>
        </p:nvSpPr>
        <p:spPr>
          <a:xfrm>
            <a:off x="321589" y="473404"/>
            <a:ext cx="6875990" cy="2739211"/>
          </a:xfrm>
          <a:prstGeom prst="rect">
            <a:avLst/>
          </a:prstGeom>
          <a:noFill/>
        </p:spPr>
        <p:txBody>
          <a:bodyPr wrap="square" lIns="91440" tIns="45720" rIns="91440" bIns="45720" rtlCol="0" anchor="t">
            <a:spAutoFit/>
          </a:bodyPr>
          <a:lstStyle/>
          <a:p>
            <a:pPr algn="ctr"/>
            <a:r>
              <a:rPr lang="es-ES" sz="4800" b="1" spc="300" dirty="0">
                <a:latin typeface="Raleway"/>
              </a:rPr>
              <a:t>Deep Neural Networks</a:t>
            </a:r>
          </a:p>
          <a:p>
            <a:pPr algn="ctr"/>
            <a:endParaRPr lang="es-ES" sz="4800" b="1" spc="300" dirty="0">
              <a:latin typeface="Raleway"/>
            </a:endParaRPr>
          </a:p>
          <a:p>
            <a:pPr algn="ctr"/>
            <a:r>
              <a:rPr lang="es-ES" sz="2800" b="1" spc="300" dirty="0" err="1">
                <a:latin typeface="Raleway"/>
              </a:rPr>
              <a:t>January</a:t>
            </a:r>
            <a:r>
              <a:rPr lang="es-ES" sz="2800" b="1" spc="300" dirty="0">
                <a:latin typeface="Raleway"/>
              </a:rPr>
              <a:t> 2026</a:t>
            </a:r>
          </a:p>
        </p:txBody>
      </p:sp>
    </p:spTree>
    <p:extLst>
      <p:ext uri="{BB962C8B-B14F-4D97-AF65-F5344CB8AC3E}">
        <p14:creationId xmlns:p14="http://schemas.microsoft.com/office/powerpoint/2010/main" val="1433306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par>
                          <p:cTn id="8" fill="hold">
                            <p:stCondLst>
                              <p:cond delay="500"/>
                            </p:stCondLst>
                            <p:childTnLst>
                              <p:par>
                                <p:cTn id="9" presetID="22" presetClass="entr" presetSubtype="8" fill="hold" grpId="0" nodeType="afterEffect" nodePh="1">
                                  <p:stCondLst>
                                    <p:cond delay="0"/>
                                  </p:stCondLst>
                                  <p:endCondLst>
                                    <p:cond evt="begin" delay="0">
                                      <p:tn val="9"/>
                                    </p:cond>
                                  </p:end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par>
                                <p:cTn id="12" presetID="22" presetClass="entr" presetSubtype="2"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right)">
                                      <p:cBhvr>
                                        <p:cTn id="14" dur="500"/>
                                        <p:tgtEl>
                                          <p:spTgt spid="11"/>
                                        </p:tgtEl>
                                      </p:cBhvr>
                                    </p:animEffect>
                                  </p:childTnLst>
                                </p:cTn>
                              </p:par>
                              <p:par>
                                <p:cTn id="15" presetID="22" presetClass="entr" presetSubtype="2"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right)">
                                      <p:cBhvr>
                                        <p:cTn id="17" dur="500"/>
                                        <p:tgtEl>
                                          <p:spTgt spid="20"/>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wipe(up)">
                                      <p:cBhvr>
                                        <p:cTn id="2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2" grpId="0" animBg="1"/>
      <p:bldP spid="20" grpId="0" animBg="1"/>
      <p:bldP spid="14" grpId="0"/>
      <p:bldP spid="1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812B0-87F6-84C7-1B57-A2BFEF1CDB32}"/>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5022D1E3-1313-9BB8-AF08-FF8C813234F9}"/>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EC99A055-C22D-BB45-4648-0F33AE28B69F}"/>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C9B4FDB0-B889-6FAA-123D-C925303354AE}"/>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9989BC41-E11F-CF5C-2D7D-8C91102FCDB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2A7A5529-7021-BAD2-DAC5-E597EEB05092}"/>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ANN and </a:t>
            </a:r>
            <a:r>
              <a:rPr lang="es-MX" sz="2400" b="1" dirty="0" err="1">
                <a:solidFill>
                  <a:srgbClr val="002060"/>
                </a:solidFill>
                <a:latin typeface="Raleway" pitchFamily="2" charset="0"/>
                <a:ea typeface="+mn-ea"/>
                <a:cs typeface="+mn-cs"/>
              </a:rPr>
              <a:t>its</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Layers</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Feedforward</a:t>
            </a:r>
            <a:r>
              <a:rPr lang="es-MX" sz="2400" b="1" dirty="0">
                <a:solidFill>
                  <a:srgbClr val="002060"/>
                </a:solidFill>
                <a:latin typeface="Raleway" pitchFamily="2" charset="0"/>
                <a:ea typeface="+mn-ea"/>
                <a:cs typeface="+mn-cs"/>
              </a:rPr>
              <a:t>)</a:t>
            </a:r>
          </a:p>
        </p:txBody>
      </p:sp>
      <p:sp>
        <p:nvSpPr>
          <p:cNvPr id="4" name="CuadroTexto 3">
            <a:extLst>
              <a:ext uri="{FF2B5EF4-FFF2-40B4-BE49-F238E27FC236}">
                <a16:creationId xmlns:a16="http://schemas.microsoft.com/office/drawing/2014/main" id="{E320F5B5-2ADD-13AA-479B-5FB387ECC2C5}"/>
              </a:ext>
            </a:extLst>
          </p:cNvPr>
          <p:cNvSpPr txBox="1"/>
          <p:nvPr/>
        </p:nvSpPr>
        <p:spPr>
          <a:xfrm>
            <a:off x="534010" y="646658"/>
            <a:ext cx="8193024" cy="4154984"/>
          </a:xfrm>
          <a:prstGeom prst="rect">
            <a:avLst/>
          </a:prstGeom>
          <a:noFill/>
        </p:spPr>
        <p:txBody>
          <a:bodyPr wrap="square">
            <a:spAutoFit/>
          </a:bodyPr>
          <a:lstStyle/>
          <a:p>
            <a:pPr algn="just"/>
            <a:r>
              <a:rPr lang="en-US" sz="2400" dirty="0">
                <a:latin typeface="+mj-lt"/>
              </a:rPr>
              <a:t>While neurons are really cool, we cannot just use a single neuron to perform complex tasks. This is the reason our brain has billions of neurons, stacked in layers, forming a network. Similarly, artificial neurons are arranged in layers. Each and every layer will be connected in such a way that information is passed from one layer to another. </a:t>
            </a:r>
          </a:p>
          <a:p>
            <a:pPr algn="just"/>
            <a:endParaRPr lang="en-US" sz="2400" dirty="0">
              <a:latin typeface="+mj-lt"/>
            </a:endParaRPr>
          </a:p>
          <a:p>
            <a:pPr algn="just"/>
            <a:r>
              <a:rPr lang="en-US" sz="2400" dirty="0">
                <a:latin typeface="+mj-lt"/>
              </a:rPr>
              <a:t>A typical ANN consists of the following layers: </a:t>
            </a:r>
          </a:p>
          <a:p>
            <a:pPr algn="just"/>
            <a:r>
              <a:rPr lang="en-US" sz="2400" dirty="0">
                <a:latin typeface="+mj-lt"/>
              </a:rPr>
              <a:t>- Input layer </a:t>
            </a:r>
          </a:p>
          <a:p>
            <a:pPr algn="just"/>
            <a:r>
              <a:rPr lang="en-US" sz="2400" dirty="0">
                <a:latin typeface="+mj-lt"/>
              </a:rPr>
              <a:t>- Hidden layer </a:t>
            </a:r>
          </a:p>
          <a:p>
            <a:pPr algn="just"/>
            <a:r>
              <a:rPr lang="en-US" sz="2400" dirty="0">
                <a:latin typeface="+mj-lt"/>
              </a:rPr>
              <a:t>- Output layer </a:t>
            </a:r>
            <a:endParaRPr lang="es-MX" sz="2400" dirty="0">
              <a:latin typeface="+mj-lt"/>
            </a:endParaRPr>
          </a:p>
        </p:txBody>
      </p:sp>
    </p:spTree>
    <p:extLst>
      <p:ext uri="{BB962C8B-B14F-4D97-AF65-F5344CB8AC3E}">
        <p14:creationId xmlns:p14="http://schemas.microsoft.com/office/powerpoint/2010/main" val="268863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E00DA-41D3-DF1B-7AE8-520393B6639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1C9A0D59-8D45-1986-AAB1-70BCBBB07F08}"/>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E7242C18-EA91-305B-6CDE-D7C69A1E17A2}"/>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C3019A42-4713-2CAF-A9DD-3A3F01172FD1}"/>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9FD35BD4-5A5F-E8CF-5201-002C49B79AB0}"/>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D3D760F4-E2D2-878F-15BD-891EBCFC3D18}"/>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ANN and </a:t>
            </a:r>
            <a:r>
              <a:rPr lang="es-MX" sz="2400" b="1" dirty="0" err="1">
                <a:solidFill>
                  <a:srgbClr val="002060"/>
                </a:solidFill>
                <a:latin typeface="Raleway" pitchFamily="2" charset="0"/>
                <a:ea typeface="+mn-ea"/>
                <a:cs typeface="+mn-cs"/>
              </a:rPr>
              <a:t>its</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Layers</a:t>
            </a:r>
            <a:endParaRPr lang="es-MX" sz="2400" b="1" dirty="0">
              <a:solidFill>
                <a:srgbClr val="002060"/>
              </a:solidFill>
              <a:latin typeface="Raleway" pitchFamily="2" charset="0"/>
              <a:ea typeface="+mn-ea"/>
              <a:cs typeface="+mn-cs"/>
            </a:endParaRPr>
          </a:p>
        </p:txBody>
      </p:sp>
      <p:sp>
        <p:nvSpPr>
          <p:cNvPr id="2" name="CuadroTexto 1">
            <a:extLst>
              <a:ext uri="{FF2B5EF4-FFF2-40B4-BE49-F238E27FC236}">
                <a16:creationId xmlns:a16="http://schemas.microsoft.com/office/drawing/2014/main" id="{7EB6340A-7449-6E7E-3771-CC17E41BDFB5}"/>
              </a:ext>
            </a:extLst>
          </p:cNvPr>
          <p:cNvSpPr txBox="1"/>
          <p:nvPr/>
        </p:nvSpPr>
        <p:spPr>
          <a:xfrm>
            <a:off x="266030" y="1140589"/>
            <a:ext cx="5704027" cy="2862322"/>
          </a:xfrm>
          <a:prstGeom prst="rect">
            <a:avLst/>
          </a:prstGeom>
          <a:noFill/>
        </p:spPr>
        <p:txBody>
          <a:bodyPr wrap="square">
            <a:spAutoFit/>
          </a:bodyPr>
          <a:lstStyle/>
          <a:p>
            <a:pPr algn="just"/>
            <a:r>
              <a:rPr lang="en-US" sz="2000" dirty="0">
                <a:latin typeface="+mj-lt"/>
              </a:rPr>
              <a:t>Each layer has a collection of neurons, and the neurons in one layer interact with all the neurons in the other layers. However, neurons in the same layer will not interact with one another. This is simply because neurons from the adjacent layers have connections or edges between them; however, neurons in the same layer do not have any connections. We use the term nodes or units to represent the neurons in the artificial neural network.</a:t>
            </a:r>
            <a:endParaRPr lang="es-MX" sz="2000" dirty="0">
              <a:latin typeface="+mj-lt"/>
            </a:endParaRPr>
          </a:p>
        </p:txBody>
      </p:sp>
      <p:graphicFrame>
        <p:nvGraphicFramePr>
          <p:cNvPr id="3" name="Objeto 2">
            <a:extLst>
              <a:ext uri="{FF2B5EF4-FFF2-40B4-BE49-F238E27FC236}">
                <a16:creationId xmlns:a16="http://schemas.microsoft.com/office/drawing/2014/main" id="{3F644D47-85F6-73A8-153B-F90A209F2B35}"/>
              </a:ext>
            </a:extLst>
          </p:cNvPr>
          <p:cNvGraphicFramePr>
            <a:graphicFrameLocks noChangeAspect="1"/>
          </p:cNvGraphicFramePr>
          <p:nvPr>
            <p:extLst>
              <p:ext uri="{D42A27DB-BD31-4B8C-83A1-F6EECF244321}">
                <p14:modId xmlns:p14="http://schemas.microsoft.com/office/powerpoint/2010/main" val="1625666905"/>
              </p:ext>
            </p:extLst>
          </p:nvPr>
        </p:nvGraphicFramePr>
        <p:xfrm>
          <a:off x="6039947" y="1215918"/>
          <a:ext cx="2838023" cy="2597059"/>
        </p:xfrm>
        <a:graphic>
          <a:graphicData uri="http://schemas.openxmlformats.org/presentationml/2006/ole">
            <mc:AlternateContent xmlns:mc="http://schemas.openxmlformats.org/markup-compatibility/2006">
              <mc:Choice xmlns:v="urn:schemas-microsoft-com:vml" Requires="v">
                <p:oleObj name="Imagen de mapa de bits" r:id="rId2" imgW="4038480" imgH="3695760" progId="Paint.Picture">
                  <p:embed/>
                </p:oleObj>
              </mc:Choice>
              <mc:Fallback>
                <p:oleObj name="Imagen de mapa de bits" r:id="rId2" imgW="4038480" imgH="3695760" progId="Paint.Picture">
                  <p:embed/>
                  <p:pic>
                    <p:nvPicPr>
                      <p:cNvPr id="3" name="Objeto 2">
                        <a:extLst>
                          <a:ext uri="{FF2B5EF4-FFF2-40B4-BE49-F238E27FC236}">
                            <a16:creationId xmlns:a16="http://schemas.microsoft.com/office/drawing/2014/main" id="{3F644D47-85F6-73A8-153B-F90A209F2B35}"/>
                          </a:ext>
                        </a:extLst>
                      </p:cNvPr>
                      <p:cNvPicPr/>
                      <p:nvPr/>
                    </p:nvPicPr>
                    <p:blipFill>
                      <a:blip r:embed="rId3"/>
                      <a:stretch>
                        <a:fillRect/>
                      </a:stretch>
                    </p:blipFill>
                    <p:spPr>
                      <a:xfrm>
                        <a:off x="6039947" y="1215918"/>
                        <a:ext cx="2838023" cy="2597059"/>
                      </a:xfrm>
                      <a:prstGeom prst="rect">
                        <a:avLst/>
                      </a:prstGeom>
                    </p:spPr>
                  </p:pic>
                </p:oleObj>
              </mc:Fallback>
            </mc:AlternateContent>
          </a:graphicData>
        </a:graphic>
      </p:graphicFrame>
    </p:spTree>
    <p:extLst>
      <p:ext uri="{BB962C8B-B14F-4D97-AF65-F5344CB8AC3E}">
        <p14:creationId xmlns:p14="http://schemas.microsoft.com/office/powerpoint/2010/main" val="1379114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35384-A860-D784-49F3-DC499ED5F0A8}"/>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E4BA7D23-44B2-93B2-B64C-15DC7D48DF94}"/>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C6126F62-E97B-8D67-A5FE-9A67EA61E142}"/>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9E89D1C5-AE33-A599-66DB-35AAED9D8267}"/>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0A41A725-E208-8B22-C0E4-323F0F8D6BFD}"/>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AF927C65-8FB8-A938-22FF-25EBC5C283B4}"/>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ANN and </a:t>
            </a:r>
            <a:r>
              <a:rPr lang="es-MX" sz="2400" b="1" dirty="0" err="1">
                <a:solidFill>
                  <a:srgbClr val="002060"/>
                </a:solidFill>
                <a:latin typeface="Raleway" pitchFamily="2" charset="0"/>
                <a:ea typeface="+mn-ea"/>
                <a:cs typeface="+mn-cs"/>
              </a:rPr>
              <a:t>its</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Layers</a:t>
            </a:r>
            <a:endParaRPr lang="es-MX" sz="2400" b="1" dirty="0">
              <a:solidFill>
                <a:srgbClr val="002060"/>
              </a:solidFill>
              <a:latin typeface="Raleway" pitchFamily="2" charset="0"/>
              <a:ea typeface="+mn-ea"/>
              <a:cs typeface="+mn-cs"/>
            </a:endParaRPr>
          </a:p>
        </p:txBody>
      </p:sp>
      <p:graphicFrame>
        <p:nvGraphicFramePr>
          <p:cNvPr id="3" name="Objeto 2">
            <a:extLst>
              <a:ext uri="{FF2B5EF4-FFF2-40B4-BE49-F238E27FC236}">
                <a16:creationId xmlns:a16="http://schemas.microsoft.com/office/drawing/2014/main" id="{F4365C82-B2BE-F7C6-7618-B2EFBDA50A3E}"/>
              </a:ext>
            </a:extLst>
          </p:cNvPr>
          <p:cNvGraphicFramePr>
            <a:graphicFrameLocks noChangeAspect="1"/>
          </p:cNvGraphicFramePr>
          <p:nvPr>
            <p:extLst>
              <p:ext uri="{D42A27DB-BD31-4B8C-83A1-F6EECF244321}">
                <p14:modId xmlns:p14="http://schemas.microsoft.com/office/powerpoint/2010/main" val="3497518328"/>
              </p:ext>
            </p:extLst>
          </p:nvPr>
        </p:nvGraphicFramePr>
        <p:xfrm>
          <a:off x="6694762" y="1494384"/>
          <a:ext cx="2344142" cy="2145111"/>
        </p:xfrm>
        <a:graphic>
          <a:graphicData uri="http://schemas.openxmlformats.org/presentationml/2006/ole">
            <mc:AlternateContent xmlns:mc="http://schemas.openxmlformats.org/markup-compatibility/2006">
              <mc:Choice xmlns:v="urn:schemas-microsoft-com:vml" Requires="v">
                <p:oleObj name="Imagen de mapa de bits" r:id="rId2" imgW="4038480" imgH="3695760" progId="Paint.Picture">
                  <p:embed/>
                </p:oleObj>
              </mc:Choice>
              <mc:Fallback>
                <p:oleObj name="Imagen de mapa de bits" r:id="rId2" imgW="4038480" imgH="3695760" progId="Paint.Picture">
                  <p:embed/>
                  <p:pic>
                    <p:nvPicPr>
                      <p:cNvPr id="3" name="Objeto 2">
                        <a:extLst>
                          <a:ext uri="{FF2B5EF4-FFF2-40B4-BE49-F238E27FC236}">
                            <a16:creationId xmlns:a16="http://schemas.microsoft.com/office/drawing/2014/main" id="{F4365C82-B2BE-F7C6-7618-B2EFBDA50A3E}"/>
                          </a:ext>
                        </a:extLst>
                      </p:cNvPr>
                      <p:cNvPicPr/>
                      <p:nvPr/>
                    </p:nvPicPr>
                    <p:blipFill>
                      <a:blip r:embed="rId3"/>
                      <a:stretch>
                        <a:fillRect/>
                      </a:stretch>
                    </p:blipFill>
                    <p:spPr>
                      <a:xfrm>
                        <a:off x="6694762" y="1494384"/>
                        <a:ext cx="2344142" cy="2145111"/>
                      </a:xfrm>
                      <a:prstGeom prst="rect">
                        <a:avLst/>
                      </a:prstGeom>
                    </p:spPr>
                  </p:pic>
                </p:oleObj>
              </mc:Fallback>
            </mc:AlternateContent>
          </a:graphicData>
        </a:graphic>
      </p:graphicFrame>
      <p:sp>
        <p:nvSpPr>
          <p:cNvPr id="4" name="CuadroTexto 3">
            <a:extLst>
              <a:ext uri="{FF2B5EF4-FFF2-40B4-BE49-F238E27FC236}">
                <a16:creationId xmlns:a16="http://schemas.microsoft.com/office/drawing/2014/main" id="{252DADBA-88C5-4501-D290-0488E70F19F4}"/>
              </a:ext>
            </a:extLst>
          </p:cNvPr>
          <p:cNvSpPr txBox="1"/>
          <p:nvPr/>
        </p:nvSpPr>
        <p:spPr>
          <a:xfrm>
            <a:off x="207508" y="740614"/>
            <a:ext cx="7320872" cy="954107"/>
          </a:xfrm>
          <a:prstGeom prst="rect">
            <a:avLst/>
          </a:prstGeom>
          <a:noFill/>
        </p:spPr>
        <p:txBody>
          <a:bodyPr wrap="square">
            <a:spAutoFit/>
          </a:bodyPr>
          <a:lstStyle/>
          <a:p>
            <a:pPr algn="just"/>
            <a:r>
              <a:rPr lang="en-US" sz="1400" b="1" dirty="0">
                <a:latin typeface="+mj-lt"/>
              </a:rPr>
              <a:t>Input layer: </a:t>
            </a:r>
            <a:r>
              <a:rPr lang="en-US" sz="1400" dirty="0">
                <a:latin typeface="+mj-lt"/>
              </a:rPr>
              <a:t>The input layer is where we feed input to the network. The number of neurons in the input layer is the number of inputs we feed to the network. Each input will have some influence on predicting the output. However, no computation is performed in the input layer; it is just used for passing information from the outside world to the network.</a:t>
            </a:r>
            <a:endParaRPr lang="es-MX" sz="1400" dirty="0">
              <a:latin typeface="+mj-lt"/>
            </a:endParaRPr>
          </a:p>
        </p:txBody>
      </p:sp>
      <p:sp>
        <p:nvSpPr>
          <p:cNvPr id="7" name="CuadroTexto 6">
            <a:extLst>
              <a:ext uri="{FF2B5EF4-FFF2-40B4-BE49-F238E27FC236}">
                <a16:creationId xmlns:a16="http://schemas.microsoft.com/office/drawing/2014/main" id="{3153E7EE-8EE6-3D14-BD12-EB56ED8D394A}"/>
              </a:ext>
            </a:extLst>
          </p:cNvPr>
          <p:cNvSpPr txBox="1"/>
          <p:nvPr/>
        </p:nvSpPr>
        <p:spPr>
          <a:xfrm>
            <a:off x="207509" y="1694721"/>
            <a:ext cx="6434693" cy="1169551"/>
          </a:xfrm>
          <a:prstGeom prst="rect">
            <a:avLst/>
          </a:prstGeom>
          <a:noFill/>
        </p:spPr>
        <p:txBody>
          <a:bodyPr wrap="square">
            <a:spAutoFit/>
          </a:bodyPr>
          <a:lstStyle/>
          <a:p>
            <a:pPr algn="just"/>
            <a:r>
              <a:rPr lang="en-US" sz="1400" b="1" dirty="0">
                <a:latin typeface="+mj-lt"/>
              </a:rPr>
              <a:t>Hidden layer: </a:t>
            </a:r>
            <a:r>
              <a:rPr lang="en-US" sz="1400" dirty="0">
                <a:latin typeface="+mj-lt"/>
              </a:rPr>
              <a:t>Any layer between the input layer and the output layer is called a hidden layer. It processes the input received from the input layer. The hidden layer is responsible for deriving complex relationships between input and output. That is, the hidden layer identifies the pattern in the dataset. It is majorly responsible for learning the data representation and for extracting the features. </a:t>
            </a:r>
            <a:endParaRPr lang="es-MX" sz="1400" dirty="0">
              <a:latin typeface="+mj-lt"/>
            </a:endParaRPr>
          </a:p>
        </p:txBody>
      </p:sp>
      <p:sp>
        <p:nvSpPr>
          <p:cNvPr id="8" name="CuadroTexto 7">
            <a:extLst>
              <a:ext uri="{FF2B5EF4-FFF2-40B4-BE49-F238E27FC236}">
                <a16:creationId xmlns:a16="http://schemas.microsoft.com/office/drawing/2014/main" id="{59915AEB-D284-6E69-826A-45EFBFB4FCBA}"/>
              </a:ext>
            </a:extLst>
          </p:cNvPr>
          <p:cNvSpPr txBox="1"/>
          <p:nvPr/>
        </p:nvSpPr>
        <p:spPr>
          <a:xfrm>
            <a:off x="207509" y="2928019"/>
            <a:ext cx="6727302" cy="1815882"/>
          </a:xfrm>
          <a:prstGeom prst="rect">
            <a:avLst/>
          </a:prstGeom>
          <a:noFill/>
        </p:spPr>
        <p:txBody>
          <a:bodyPr wrap="square" rtlCol="0">
            <a:spAutoFit/>
          </a:bodyPr>
          <a:lstStyle/>
          <a:p>
            <a:r>
              <a:rPr lang="en-US" sz="1400" b="1" dirty="0">
                <a:latin typeface="+mj-lt"/>
              </a:rPr>
              <a:t>Output layer: </a:t>
            </a:r>
            <a:r>
              <a:rPr lang="en-US" sz="1400" dirty="0">
                <a:latin typeface="+mj-lt"/>
              </a:rPr>
              <a:t>After processing the input, the hidden layer sends its result to the output layer. As the name suggests, the output layer emits the output. The number of neurons in the output layer is based on the type of problem we want our network to solve. If it is a binary classification, then the number of neurons in the output layer is one that tells us which class the input belongs to. If it is a multi-class classification say, with five classes, and if we want to get the probability of each class as an output, then the number of neurons in the output layer is five, each emitting the probability. If it is a regression problem, then we have one neuron in the output layer. </a:t>
            </a:r>
            <a:endParaRPr lang="es-MX" sz="1400" dirty="0">
              <a:latin typeface="+mj-lt"/>
            </a:endParaRPr>
          </a:p>
        </p:txBody>
      </p:sp>
    </p:spTree>
    <p:extLst>
      <p:ext uri="{BB962C8B-B14F-4D97-AF65-F5344CB8AC3E}">
        <p14:creationId xmlns:p14="http://schemas.microsoft.com/office/powerpoint/2010/main" val="2628615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B6A85-C843-EBAC-57C4-E34F785F07C4}"/>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2FC49EB2-01CC-3B19-8943-79744F4E7FD4}"/>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90E68507-6209-1AFA-4F64-D16E2A40C038}"/>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26EF2E7A-6721-165B-41BB-5D027A035B56}"/>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DEB749D3-68DE-F85B-CB18-9B43C81A3AA4}"/>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CuadroTexto 1">
            <a:extLst>
              <a:ext uri="{FF2B5EF4-FFF2-40B4-BE49-F238E27FC236}">
                <a16:creationId xmlns:a16="http://schemas.microsoft.com/office/drawing/2014/main" id="{631A56DA-3187-31D7-081E-4254B34F5621}"/>
              </a:ext>
            </a:extLst>
          </p:cNvPr>
          <p:cNvSpPr txBox="1"/>
          <p:nvPr/>
        </p:nvSpPr>
        <p:spPr>
          <a:xfrm>
            <a:off x="159380" y="1074946"/>
            <a:ext cx="4917239" cy="2554545"/>
          </a:xfrm>
          <a:prstGeom prst="rect">
            <a:avLst/>
          </a:prstGeom>
          <a:noFill/>
        </p:spPr>
        <p:txBody>
          <a:bodyPr wrap="square">
            <a:spAutoFit/>
          </a:bodyPr>
          <a:lstStyle/>
          <a:p>
            <a:pPr algn="just"/>
            <a:r>
              <a:rPr lang="en-US" sz="2000" dirty="0">
                <a:latin typeface="+mj-lt"/>
              </a:rPr>
              <a:t>The number of layers in a network is equal to the number of hidden layers plus the number of output layers. We don't take the input layer into account when calculating the number of layers in a network. Consider a two-layer neural network with one input layer, , one hidden layer, , and one output layer, , as shown in the following diagram: </a:t>
            </a:r>
          </a:p>
        </p:txBody>
      </p:sp>
      <p:graphicFrame>
        <p:nvGraphicFramePr>
          <p:cNvPr id="9" name="Objeto 8">
            <a:extLst>
              <a:ext uri="{FF2B5EF4-FFF2-40B4-BE49-F238E27FC236}">
                <a16:creationId xmlns:a16="http://schemas.microsoft.com/office/drawing/2014/main" id="{D6A2FC69-48EF-4042-BB25-D8C3095D2815}"/>
              </a:ext>
            </a:extLst>
          </p:cNvPr>
          <p:cNvGraphicFramePr>
            <a:graphicFrameLocks noChangeAspect="1"/>
          </p:cNvGraphicFramePr>
          <p:nvPr>
            <p:extLst>
              <p:ext uri="{D42A27DB-BD31-4B8C-83A1-F6EECF244321}">
                <p14:modId xmlns:p14="http://schemas.microsoft.com/office/powerpoint/2010/main" val="611800487"/>
              </p:ext>
            </p:extLst>
          </p:nvPr>
        </p:nvGraphicFramePr>
        <p:xfrm>
          <a:off x="5076619" y="949837"/>
          <a:ext cx="3802853" cy="3243826"/>
        </p:xfrm>
        <a:graphic>
          <a:graphicData uri="http://schemas.openxmlformats.org/presentationml/2006/ole">
            <mc:AlternateContent xmlns:mc="http://schemas.openxmlformats.org/markup-compatibility/2006">
              <mc:Choice xmlns:v="urn:schemas-microsoft-com:vml" Requires="v">
                <p:oleObj name="Imagen de mapa de bits" r:id="rId2" imgW="4924440" imgH="4200480" progId="Paint.Picture">
                  <p:embed/>
                </p:oleObj>
              </mc:Choice>
              <mc:Fallback>
                <p:oleObj name="Imagen de mapa de bits" r:id="rId2" imgW="4924440" imgH="4200480" progId="Paint.Picture">
                  <p:embed/>
                  <p:pic>
                    <p:nvPicPr>
                      <p:cNvPr id="9" name="Objeto 8">
                        <a:extLst>
                          <a:ext uri="{FF2B5EF4-FFF2-40B4-BE49-F238E27FC236}">
                            <a16:creationId xmlns:a16="http://schemas.microsoft.com/office/drawing/2014/main" id="{D6A2FC69-48EF-4042-BB25-D8C3095D2815}"/>
                          </a:ext>
                        </a:extLst>
                      </p:cNvPr>
                      <p:cNvPicPr/>
                      <p:nvPr/>
                    </p:nvPicPr>
                    <p:blipFill>
                      <a:blip r:embed="rId3"/>
                      <a:stretch>
                        <a:fillRect/>
                      </a:stretch>
                    </p:blipFill>
                    <p:spPr>
                      <a:xfrm>
                        <a:off x="5076619" y="949837"/>
                        <a:ext cx="3802853" cy="3243826"/>
                      </a:xfrm>
                      <a:prstGeom prst="rect">
                        <a:avLst/>
                      </a:prstGeom>
                    </p:spPr>
                  </p:pic>
                </p:oleObj>
              </mc:Fallback>
            </mc:AlternateContent>
          </a:graphicData>
        </a:graphic>
      </p:graphicFrame>
      <p:sp>
        <p:nvSpPr>
          <p:cNvPr id="15" name="Título 3">
            <a:extLst>
              <a:ext uri="{FF2B5EF4-FFF2-40B4-BE49-F238E27FC236}">
                <a16:creationId xmlns:a16="http://schemas.microsoft.com/office/drawing/2014/main" id="{96FD6BE6-01A8-293D-BDB1-5829AEA160B4}"/>
              </a:ext>
            </a:extLst>
          </p:cNvPr>
          <p:cNvSpPr txBox="1">
            <a:spLocks/>
          </p:cNvSpPr>
          <p:nvPr/>
        </p:nvSpPr>
        <p:spPr>
          <a:xfrm>
            <a:off x="1049792" y="-253558"/>
            <a:ext cx="7886700" cy="99417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400" b="1">
                <a:solidFill>
                  <a:srgbClr val="002060"/>
                </a:solidFill>
                <a:latin typeface="Raleway" pitchFamily="2" charset="0"/>
                <a:ea typeface="+mn-ea"/>
                <a:cs typeface="+mn-cs"/>
              </a:rPr>
              <a:t>ANN and its Layers</a:t>
            </a:r>
            <a:endParaRPr lang="es-MX" sz="2400" b="1" dirty="0">
              <a:solidFill>
                <a:srgbClr val="002060"/>
              </a:solidFill>
              <a:latin typeface="Raleway" pitchFamily="2" charset="0"/>
              <a:ea typeface="+mn-ea"/>
              <a:cs typeface="+mn-cs"/>
            </a:endParaRPr>
          </a:p>
        </p:txBody>
      </p:sp>
    </p:spTree>
    <p:extLst>
      <p:ext uri="{BB962C8B-B14F-4D97-AF65-F5344CB8AC3E}">
        <p14:creationId xmlns:p14="http://schemas.microsoft.com/office/powerpoint/2010/main" val="4119268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41193-DFF1-1956-FDF1-263ECF5C4E4C}"/>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A546669-11A6-C767-3713-E558A8FB470E}"/>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2A099A19-9BDB-4D01-FB14-F0C2AF983138}"/>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09493457-7A2C-9964-90EA-7C437B7B8E53}"/>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17E43B07-99A2-34A7-79BE-BD798C723E93}"/>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9" name="Objeto 8">
            <a:extLst>
              <a:ext uri="{FF2B5EF4-FFF2-40B4-BE49-F238E27FC236}">
                <a16:creationId xmlns:a16="http://schemas.microsoft.com/office/drawing/2014/main" id="{E018842C-EE0E-A4D4-DB47-5E4D6B9A7BE0}"/>
              </a:ext>
            </a:extLst>
          </p:cNvPr>
          <p:cNvGraphicFramePr>
            <a:graphicFrameLocks noChangeAspect="1"/>
          </p:cNvGraphicFramePr>
          <p:nvPr>
            <p:extLst>
              <p:ext uri="{D42A27DB-BD31-4B8C-83A1-F6EECF244321}">
                <p14:modId xmlns:p14="http://schemas.microsoft.com/office/powerpoint/2010/main" val="1668144694"/>
              </p:ext>
            </p:extLst>
          </p:nvPr>
        </p:nvGraphicFramePr>
        <p:xfrm>
          <a:off x="5076619" y="1111196"/>
          <a:ext cx="3802853" cy="3243826"/>
        </p:xfrm>
        <a:graphic>
          <a:graphicData uri="http://schemas.openxmlformats.org/presentationml/2006/ole">
            <mc:AlternateContent xmlns:mc="http://schemas.openxmlformats.org/markup-compatibility/2006">
              <mc:Choice xmlns:v="urn:schemas-microsoft-com:vml" Requires="v">
                <p:oleObj name="Imagen de mapa de bits" r:id="rId2" imgW="4924440" imgH="4200480" progId="Paint.Picture">
                  <p:embed/>
                </p:oleObj>
              </mc:Choice>
              <mc:Fallback>
                <p:oleObj name="Imagen de mapa de bits" r:id="rId2" imgW="4924440" imgH="4200480" progId="Paint.Picture">
                  <p:embed/>
                  <p:pic>
                    <p:nvPicPr>
                      <p:cNvPr id="9" name="Objeto 8">
                        <a:extLst>
                          <a:ext uri="{FF2B5EF4-FFF2-40B4-BE49-F238E27FC236}">
                            <a16:creationId xmlns:a16="http://schemas.microsoft.com/office/drawing/2014/main" id="{E018842C-EE0E-A4D4-DB47-5E4D6B9A7BE0}"/>
                          </a:ext>
                        </a:extLst>
                      </p:cNvPr>
                      <p:cNvPicPr/>
                      <p:nvPr/>
                    </p:nvPicPr>
                    <p:blipFill>
                      <a:blip r:embed="rId3"/>
                      <a:stretch>
                        <a:fillRect/>
                      </a:stretch>
                    </p:blipFill>
                    <p:spPr>
                      <a:xfrm>
                        <a:off x="5076619" y="1111196"/>
                        <a:ext cx="3802853" cy="3243826"/>
                      </a:xfrm>
                      <a:prstGeom prst="rect">
                        <a:avLst/>
                      </a:prstGeom>
                    </p:spPr>
                  </p:pic>
                </p:oleObj>
              </mc:Fallback>
            </mc:AlternateContent>
          </a:graphicData>
        </a:graphic>
      </p:graphicFrame>
      <p:sp>
        <p:nvSpPr>
          <p:cNvPr id="3" name="CuadroTexto 2">
            <a:extLst>
              <a:ext uri="{FF2B5EF4-FFF2-40B4-BE49-F238E27FC236}">
                <a16:creationId xmlns:a16="http://schemas.microsoft.com/office/drawing/2014/main" id="{68B23A99-1A93-9CE2-68D7-9DEC57339181}"/>
              </a:ext>
            </a:extLst>
          </p:cNvPr>
          <p:cNvSpPr txBox="1"/>
          <p:nvPr/>
        </p:nvSpPr>
        <p:spPr>
          <a:xfrm>
            <a:off x="188210" y="994172"/>
            <a:ext cx="4888409" cy="3477875"/>
          </a:xfrm>
          <a:prstGeom prst="rect">
            <a:avLst/>
          </a:prstGeom>
          <a:noFill/>
        </p:spPr>
        <p:txBody>
          <a:bodyPr wrap="square">
            <a:spAutoFit/>
          </a:bodyPr>
          <a:lstStyle/>
          <a:p>
            <a:pPr algn="just"/>
            <a:r>
              <a:rPr lang="en-US" sz="2000" dirty="0">
                <a:latin typeface="+mj-lt"/>
              </a:rPr>
              <a:t>Let's consider we have two inputs, and , and we have to predict the output, . Since we have two inputs, the number of neurons in the input layer will be two. We set the number of neurons in the hidden layer to four, and, the number of neurons in the output layer to one. Now, the inputs will be multiplied by weights, and then we add bias and propagate the resultant value to the hidden layer where the activation function will be applied.</a:t>
            </a:r>
          </a:p>
        </p:txBody>
      </p:sp>
      <p:sp>
        <p:nvSpPr>
          <p:cNvPr id="8" name="Título 3">
            <a:extLst>
              <a:ext uri="{FF2B5EF4-FFF2-40B4-BE49-F238E27FC236}">
                <a16:creationId xmlns:a16="http://schemas.microsoft.com/office/drawing/2014/main" id="{8B0D1A6E-A557-FD74-47E6-D0627608E955}"/>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Forward </a:t>
            </a:r>
            <a:r>
              <a:rPr lang="es-MX" sz="2400" b="1" dirty="0" err="1">
                <a:solidFill>
                  <a:srgbClr val="002060"/>
                </a:solidFill>
                <a:latin typeface="Raleway" pitchFamily="2" charset="0"/>
                <a:ea typeface="+mn-ea"/>
                <a:cs typeface="+mn-cs"/>
              </a:rPr>
              <a:t>Propagation</a:t>
            </a:r>
            <a:r>
              <a:rPr lang="es-MX" sz="2400" b="1" dirty="0">
                <a:solidFill>
                  <a:srgbClr val="002060"/>
                </a:solidFill>
                <a:latin typeface="Raleway" pitchFamily="2" charset="0"/>
                <a:ea typeface="+mn-ea"/>
                <a:cs typeface="+mn-cs"/>
              </a:rPr>
              <a:t> in ANN </a:t>
            </a:r>
          </a:p>
        </p:txBody>
      </p:sp>
    </p:spTree>
    <p:extLst>
      <p:ext uri="{BB962C8B-B14F-4D97-AF65-F5344CB8AC3E}">
        <p14:creationId xmlns:p14="http://schemas.microsoft.com/office/powerpoint/2010/main" val="3678263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AADB4-FAB7-FF0C-1245-4128B6352A2B}"/>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3DC7A47D-1DD8-1EF5-607D-36A2CF1AC448}"/>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E4C199E4-480C-510B-CA7D-9F9B97EB982B}"/>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BC2C0E23-A077-51E8-9BBC-DD85F37B2CA9}"/>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1637C758-ADFD-703A-ECC7-512E0D15ED5F}"/>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9" name="Objeto 8">
            <a:extLst>
              <a:ext uri="{FF2B5EF4-FFF2-40B4-BE49-F238E27FC236}">
                <a16:creationId xmlns:a16="http://schemas.microsoft.com/office/drawing/2014/main" id="{8EE5F4F2-ABBA-A0AF-80B2-45322A733620}"/>
              </a:ext>
            </a:extLst>
          </p:cNvPr>
          <p:cNvGraphicFramePr>
            <a:graphicFrameLocks noChangeAspect="1"/>
          </p:cNvGraphicFramePr>
          <p:nvPr/>
        </p:nvGraphicFramePr>
        <p:xfrm>
          <a:off x="5076619" y="1111196"/>
          <a:ext cx="3802853" cy="3243826"/>
        </p:xfrm>
        <a:graphic>
          <a:graphicData uri="http://schemas.openxmlformats.org/presentationml/2006/ole">
            <mc:AlternateContent xmlns:mc="http://schemas.openxmlformats.org/markup-compatibility/2006">
              <mc:Choice xmlns:v="urn:schemas-microsoft-com:vml" Requires="v">
                <p:oleObj name="Imagen de mapa de bits" r:id="rId2" imgW="4924440" imgH="4200480" progId="Paint.Picture">
                  <p:embed/>
                </p:oleObj>
              </mc:Choice>
              <mc:Fallback>
                <p:oleObj name="Imagen de mapa de bits" r:id="rId2" imgW="4924440" imgH="4200480" progId="Paint.Picture">
                  <p:embed/>
                  <p:pic>
                    <p:nvPicPr>
                      <p:cNvPr id="9" name="Objeto 8">
                        <a:extLst>
                          <a:ext uri="{FF2B5EF4-FFF2-40B4-BE49-F238E27FC236}">
                            <a16:creationId xmlns:a16="http://schemas.microsoft.com/office/drawing/2014/main" id="{8EE5F4F2-ABBA-A0AF-80B2-45322A733620}"/>
                          </a:ext>
                        </a:extLst>
                      </p:cNvPr>
                      <p:cNvPicPr/>
                      <p:nvPr/>
                    </p:nvPicPr>
                    <p:blipFill>
                      <a:blip r:embed="rId3"/>
                      <a:stretch>
                        <a:fillRect/>
                      </a:stretch>
                    </p:blipFill>
                    <p:spPr>
                      <a:xfrm>
                        <a:off x="5076619" y="1111196"/>
                        <a:ext cx="3802853" cy="3243826"/>
                      </a:xfrm>
                      <a:prstGeom prst="rect">
                        <a:avLst/>
                      </a:prstGeom>
                    </p:spPr>
                  </p:pic>
                </p:oleObj>
              </mc:Fallback>
            </mc:AlternateContent>
          </a:graphicData>
        </a:graphic>
      </p:graphicFrame>
      <p:sp>
        <p:nvSpPr>
          <p:cNvPr id="2" name="CuadroTexto 1">
            <a:extLst>
              <a:ext uri="{FF2B5EF4-FFF2-40B4-BE49-F238E27FC236}">
                <a16:creationId xmlns:a16="http://schemas.microsoft.com/office/drawing/2014/main" id="{60D81C45-DCD9-FAEF-CD30-A9573FDDE852}"/>
              </a:ext>
            </a:extLst>
          </p:cNvPr>
          <p:cNvSpPr txBox="1"/>
          <p:nvPr/>
        </p:nvSpPr>
        <p:spPr>
          <a:xfrm>
            <a:off x="346213" y="682625"/>
            <a:ext cx="4639692" cy="4401205"/>
          </a:xfrm>
          <a:prstGeom prst="rect">
            <a:avLst/>
          </a:prstGeom>
          <a:noFill/>
        </p:spPr>
        <p:txBody>
          <a:bodyPr wrap="square">
            <a:spAutoFit/>
          </a:bodyPr>
          <a:lstStyle/>
          <a:p>
            <a:pPr algn="just"/>
            <a:r>
              <a:rPr lang="en-US" sz="2000" dirty="0">
                <a:latin typeface="+mj-lt"/>
              </a:rPr>
              <a:t>Before that, we need to initialize the weight matrix. In the real world, we don't know which input is more important than the other so that we can weight them and compute the output. Therefore, we will randomly initialize weights and the bias value. The weight and the bias value between the input to the hidden layer are represented by and , respectively. What about the dimensions of the weight matrix? The dimensions of the weight matrix must be number of neurons in the current layer x number of neurons in the next layer. Why is that?</a:t>
            </a:r>
          </a:p>
        </p:txBody>
      </p:sp>
      <p:sp>
        <p:nvSpPr>
          <p:cNvPr id="8" name="Título 3">
            <a:extLst>
              <a:ext uri="{FF2B5EF4-FFF2-40B4-BE49-F238E27FC236}">
                <a16:creationId xmlns:a16="http://schemas.microsoft.com/office/drawing/2014/main" id="{CB9326CF-2E5A-FDA3-F4C9-7C4C2ECFF5DA}"/>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Forward </a:t>
            </a:r>
            <a:r>
              <a:rPr lang="es-MX" sz="2400" b="1" dirty="0" err="1">
                <a:solidFill>
                  <a:srgbClr val="002060"/>
                </a:solidFill>
                <a:latin typeface="Raleway" pitchFamily="2" charset="0"/>
                <a:ea typeface="+mn-ea"/>
                <a:cs typeface="+mn-cs"/>
              </a:rPr>
              <a:t>Propagation</a:t>
            </a:r>
            <a:r>
              <a:rPr lang="es-MX" sz="2400" b="1" dirty="0">
                <a:solidFill>
                  <a:srgbClr val="002060"/>
                </a:solidFill>
                <a:latin typeface="Raleway" pitchFamily="2" charset="0"/>
                <a:ea typeface="+mn-ea"/>
                <a:cs typeface="+mn-cs"/>
              </a:rPr>
              <a:t> in ANN </a:t>
            </a:r>
          </a:p>
        </p:txBody>
      </p:sp>
    </p:spTree>
    <p:extLst>
      <p:ext uri="{BB962C8B-B14F-4D97-AF65-F5344CB8AC3E}">
        <p14:creationId xmlns:p14="http://schemas.microsoft.com/office/powerpoint/2010/main" val="2634923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12063-D184-3F2B-502D-71CCB05EE687}"/>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BBA111D7-B3DE-83AA-0C9F-158EF0E0F418}"/>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A7513EAE-A969-D800-C657-040E049B7121}"/>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C394C834-FF4F-E218-F942-E09AB112E19D}"/>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1C174075-C194-4116-4A5D-76A2EE42E22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9" name="Objeto 8">
            <a:extLst>
              <a:ext uri="{FF2B5EF4-FFF2-40B4-BE49-F238E27FC236}">
                <a16:creationId xmlns:a16="http://schemas.microsoft.com/office/drawing/2014/main" id="{3FD706AE-52D4-21F1-873D-A5AF4320D70A}"/>
              </a:ext>
            </a:extLst>
          </p:cNvPr>
          <p:cNvGraphicFramePr>
            <a:graphicFrameLocks noChangeAspect="1"/>
          </p:cNvGraphicFramePr>
          <p:nvPr/>
        </p:nvGraphicFramePr>
        <p:xfrm>
          <a:off x="5076619" y="1111196"/>
          <a:ext cx="3802853" cy="3243826"/>
        </p:xfrm>
        <a:graphic>
          <a:graphicData uri="http://schemas.openxmlformats.org/presentationml/2006/ole">
            <mc:AlternateContent xmlns:mc="http://schemas.openxmlformats.org/markup-compatibility/2006">
              <mc:Choice xmlns:v="urn:schemas-microsoft-com:vml" Requires="v">
                <p:oleObj name="Imagen de mapa de bits" r:id="rId2" imgW="4924440" imgH="4200480" progId="Paint.Picture">
                  <p:embed/>
                </p:oleObj>
              </mc:Choice>
              <mc:Fallback>
                <p:oleObj name="Imagen de mapa de bits" r:id="rId2" imgW="4924440" imgH="4200480" progId="Paint.Picture">
                  <p:embed/>
                  <p:pic>
                    <p:nvPicPr>
                      <p:cNvPr id="9" name="Objeto 8">
                        <a:extLst>
                          <a:ext uri="{FF2B5EF4-FFF2-40B4-BE49-F238E27FC236}">
                            <a16:creationId xmlns:a16="http://schemas.microsoft.com/office/drawing/2014/main" id="{3FD706AE-52D4-21F1-873D-A5AF4320D70A}"/>
                          </a:ext>
                        </a:extLst>
                      </p:cNvPr>
                      <p:cNvPicPr/>
                      <p:nvPr/>
                    </p:nvPicPr>
                    <p:blipFill>
                      <a:blip r:embed="rId3"/>
                      <a:stretch>
                        <a:fillRect/>
                      </a:stretch>
                    </p:blipFill>
                    <p:spPr>
                      <a:xfrm>
                        <a:off x="5076619" y="1111196"/>
                        <a:ext cx="3802853" cy="3243826"/>
                      </a:xfrm>
                      <a:prstGeom prst="rect">
                        <a:avLst/>
                      </a:prstGeom>
                    </p:spPr>
                  </p:pic>
                </p:oleObj>
              </mc:Fallback>
            </mc:AlternateContent>
          </a:graphicData>
        </a:graphic>
      </p:graphicFrame>
      <p:sp>
        <p:nvSpPr>
          <p:cNvPr id="7" name="Título 3">
            <a:extLst>
              <a:ext uri="{FF2B5EF4-FFF2-40B4-BE49-F238E27FC236}">
                <a16:creationId xmlns:a16="http://schemas.microsoft.com/office/drawing/2014/main" id="{F43EAB9E-81A8-5D17-278D-E7853D0DF934}"/>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Forward </a:t>
            </a:r>
            <a:r>
              <a:rPr lang="es-MX" sz="2400" b="1" dirty="0" err="1">
                <a:solidFill>
                  <a:srgbClr val="002060"/>
                </a:solidFill>
                <a:latin typeface="Raleway" pitchFamily="2" charset="0"/>
                <a:ea typeface="+mn-ea"/>
                <a:cs typeface="+mn-cs"/>
              </a:rPr>
              <a:t>Propagation</a:t>
            </a:r>
            <a:r>
              <a:rPr lang="es-MX" sz="2400" b="1" dirty="0">
                <a:solidFill>
                  <a:srgbClr val="002060"/>
                </a:solidFill>
                <a:latin typeface="Raleway" pitchFamily="2" charset="0"/>
                <a:ea typeface="+mn-ea"/>
                <a:cs typeface="+mn-cs"/>
              </a:rPr>
              <a:t> in ANN </a:t>
            </a:r>
          </a:p>
        </p:txBody>
      </p:sp>
      <p:sp>
        <p:nvSpPr>
          <p:cNvPr id="8" name="CuadroTexto 7">
            <a:extLst>
              <a:ext uri="{FF2B5EF4-FFF2-40B4-BE49-F238E27FC236}">
                <a16:creationId xmlns:a16="http://schemas.microsoft.com/office/drawing/2014/main" id="{6D95F5F6-0AB9-43D0-714A-14337FC6670E}"/>
              </a:ext>
            </a:extLst>
          </p:cNvPr>
          <p:cNvSpPr txBox="1"/>
          <p:nvPr/>
        </p:nvSpPr>
        <p:spPr>
          <a:xfrm>
            <a:off x="434181" y="740614"/>
            <a:ext cx="4515204" cy="2554545"/>
          </a:xfrm>
          <a:prstGeom prst="rect">
            <a:avLst/>
          </a:prstGeom>
          <a:noFill/>
        </p:spPr>
        <p:txBody>
          <a:bodyPr wrap="square">
            <a:spAutoFit/>
          </a:bodyPr>
          <a:lstStyle/>
          <a:p>
            <a:pPr algn="just"/>
            <a:r>
              <a:rPr lang="en-US" sz="2000" dirty="0">
                <a:latin typeface="+mj-lt"/>
              </a:rPr>
              <a:t>Because it is a basic matrix multiplication rule. To multiply any two matrices, AB, the number of columns in matrix A must be equal to the number of rows in matrix B. So, the dimension of the weight matrix, , should be number of neurons in the input layer x number of neurons in the hidden layer, that is, 2 x 4:</a:t>
            </a:r>
          </a:p>
        </p:txBody>
      </p:sp>
      <p:graphicFrame>
        <p:nvGraphicFramePr>
          <p:cNvPr id="10" name="Objeto 9">
            <a:extLst>
              <a:ext uri="{FF2B5EF4-FFF2-40B4-BE49-F238E27FC236}">
                <a16:creationId xmlns:a16="http://schemas.microsoft.com/office/drawing/2014/main" id="{26DED891-5B46-47B5-5FC8-A2EDD26C38D0}"/>
              </a:ext>
            </a:extLst>
          </p:cNvPr>
          <p:cNvGraphicFramePr>
            <a:graphicFrameLocks noChangeAspect="1"/>
          </p:cNvGraphicFramePr>
          <p:nvPr>
            <p:extLst>
              <p:ext uri="{D42A27DB-BD31-4B8C-83A1-F6EECF244321}">
                <p14:modId xmlns:p14="http://schemas.microsoft.com/office/powerpoint/2010/main" val="487373974"/>
              </p:ext>
            </p:extLst>
          </p:nvPr>
        </p:nvGraphicFramePr>
        <p:xfrm>
          <a:off x="1605643" y="3719658"/>
          <a:ext cx="2038350" cy="400050"/>
        </p:xfrm>
        <a:graphic>
          <a:graphicData uri="http://schemas.openxmlformats.org/presentationml/2006/ole">
            <mc:AlternateContent xmlns:mc="http://schemas.openxmlformats.org/markup-compatibility/2006">
              <mc:Choice xmlns:v="urn:schemas-microsoft-com:vml" Requires="v">
                <p:oleObj name="Imagen de mapa de bits" r:id="rId4" imgW="2038320" imgH="399960" progId="Paint.Picture">
                  <p:embed/>
                </p:oleObj>
              </mc:Choice>
              <mc:Fallback>
                <p:oleObj name="Imagen de mapa de bits" r:id="rId4" imgW="2038320" imgH="399960" progId="Paint.Picture">
                  <p:embed/>
                  <p:pic>
                    <p:nvPicPr>
                      <p:cNvPr id="10" name="Objeto 9">
                        <a:extLst>
                          <a:ext uri="{FF2B5EF4-FFF2-40B4-BE49-F238E27FC236}">
                            <a16:creationId xmlns:a16="http://schemas.microsoft.com/office/drawing/2014/main" id="{26DED891-5B46-47B5-5FC8-A2EDD26C38D0}"/>
                          </a:ext>
                        </a:extLst>
                      </p:cNvPr>
                      <p:cNvPicPr/>
                      <p:nvPr/>
                    </p:nvPicPr>
                    <p:blipFill>
                      <a:blip r:embed="rId5"/>
                      <a:stretch>
                        <a:fillRect/>
                      </a:stretch>
                    </p:blipFill>
                    <p:spPr>
                      <a:xfrm>
                        <a:off x="1605643" y="3719658"/>
                        <a:ext cx="2038350" cy="400050"/>
                      </a:xfrm>
                      <a:prstGeom prst="rect">
                        <a:avLst/>
                      </a:prstGeom>
                    </p:spPr>
                  </p:pic>
                </p:oleObj>
              </mc:Fallback>
            </mc:AlternateContent>
          </a:graphicData>
        </a:graphic>
      </p:graphicFrame>
    </p:spTree>
    <p:extLst>
      <p:ext uri="{BB962C8B-B14F-4D97-AF65-F5344CB8AC3E}">
        <p14:creationId xmlns:p14="http://schemas.microsoft.com/office/powerpoint/2010/main" val="276472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0FE9D-0DAC-B6B7-2E9F-8D5D4648C21B}"/>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7C87F8E2-9343-6EF6-D5B3-A6E4ABAC7B41}"/>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9876345D-8488-4635-CEF9-25F4CEE0DCDF}"/>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038983BD-7D37-358F-66E8-630037FBE3F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E4BDB66B-3591-70DD-632E-A338DE90C447}"/>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9" name="Objeto 8">
            <a:extLst>
              <a:ext uri="{FF2B5EF4-FFF2-40B4-BE49-F238E27FC236}">
                <a16:creationId xmlns:a16="http://schemas.microsoft.com/office/drawing/2014/main" id="{991E98D3-F3FA-6309-5DA3-9403D48EFA9B}"/>
              </a:ext>
            </a:extLst>
          </p:cNvPr>
          <p:cNvGraphicFramePr>
            <a:graphicFrameLocks noChangeAspect="1"/>
          </p:cNvGraphicFramePr>
          <p:nvPr/>
        </p:nvGraphicFramePr>
        <p:xfrm>
          <a:off x="5076619" y="1111196"/>
          <a:ext cx="3802853" cy="3243826"/>
        </p:xfrm>
        <a:graphic>
          <a:graphicData uri="http://schemas.openxmlformats.org/presentationml/2006/ole">
            <mc:AlternateContent xmlns:mc="http://schemas.openxmlformats.org/markup-compatibility/2006">
              <mc:Choice xmlns:v="urn:schemas-microsoft-com:vml" Requires="v">
                <p:oleObj name="Imagen de mapa de bits" r:id="rId2" imgW="4924440" imgH="4200480" progId="Paint.Picture">
                  <p:embed/>
                </p:oleObj>
              </mc:Choice>
              <mc:Fallback>
                <p:oleObj name="Imagen de mapa de bits" r:id="rId2" imgW="4924440" imgH="4200480" progId="Paint.Picture">
                  <p:embed/>
                  <p:pic>
                    <p:nvPicPr>
                      <p:cNvPr id="9" name="Objeto 8">
                        <a:extLst>
                          <a:ext uri="{FF2B5EF4-FFF2-40B4-BE49-F238E27FC236}">
                            <a16:creationId xmlns:a16="http://schemas.microsoft.com/office/drawing/2014/main" id="{991E98D3-F3FA-6309-5DA3-9403D48EFA9B}"/>
                          </a:ext>
                        </a:extLst>
                      </p:cNvPr>
                      <p:cNvPicPr/>
                      <p:nvPr/>
                    </p:nvPicPr>
                    <p:blipFill>
                      <a:blip r:embed="rId3"/>
                      <a:stretch>
                        <a:fillRect/>
                      </a:stretch>
                    </p:blipFill>
                    <p:spPr>
                      <a:xfrm>
                        <a:off x="5076619" y="1111196"/>
                        <a:ext cx="3802853" cy="3243826"/>
                      </a:xfrm>
                      <a:prstGeom prst="rect">
                        <a:avLst/>
                      </a:prstGeom>
                    </p:spPr>
                  </p:pic>
                </p:oleObj>
              </mc:Fallback>
            </mc:AlternateContent>
          </a:graphicData>
        </a:graphic>
      </p:graphicFrame>
      <p:sp>
        <p:nvSpPr>
          <p:cNvPr id="7" name="Título 3">
            <a:extLst>
              <a:ext uri="{FF2B5EF4-FFF2-40B4-BE49-F238E27FC236}">
                <a16:creationId xmlns:a16="http://schemas.microsoft.com/office/drawing/2014/main" id="{8A682115-6AD0-91A8-E201-D4462126BA2D}"/>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Forward </a:t>
            </a:r>
            <a:r>
              <a:rPr lang="es-MX" sz="2400" b="1" dirty="0" err="1">
                <a:solidFill>
                  <a:srgbClr val="002060"/>
                </a:solidFill>
                <a:latin typeface="Raleway" pitchFamily="2" charset="0"/>
                <a:ea typeface="+mn-ea"/>
                <a:cs typeface="+mn-cs"/>
              </a:rPr>
              <a:t>Propagation</a:t>
            </a:r>
            <a:r>
              <a:rPr lang="es-MX" sz="2400" b="1" dirty="0">
                <a:solidFill>
                  <a:srgbClr val="002060"/>
                </a:solidFill>
                <a:latin typeface="Raleway" pitchFamily="2" charset="0"/>
                <a:ea typeface="+mn-ea"/>
                <a:cs typeface="+mn-cs"/>
              </a:rPr>
              <a:t> in ANN </a:t>
            </a:r>
          </a:p>
        </p:txBody>
      </p:sp>
      <p:sp>
        <p:nvSpPr>
          <p:cNvPr id="2" name="CuadroTexto 1">
            <a:extLst>
              <a:ext uri="{FF2B5EF4-FFF2-40B4-BE49-F238E27FC236}">
                <a16:creationId xmlns:a16="http://schemas.microsoft.com/office/drawing/2014/main" id="{11CFCABD-5F60-49BC-10C5-352BA8BE5A9E}"/>
              </a:ext>
            </a:extLst>
          </p:cNvPr>
          <p:cNvSpPr txBox="1"/>
          <p:nvPr/>
        </p:nvSpPr>
        <p:spPr>
          <a:xfrm>
            <a:off x="447248" y="740614"/>
            <a:ext cx="4453262" cy="2677656"/>
          </a:xfrm>
          <a:prstGeom prst="rect">
            <a:avLst/>
          </a:prstGeom>
          <a:noFill/>
        </p:spPr>
        <p:txBody>
          <a:bodyPr wrap="square">
            <a:spAutoFit/>
          </a:bodyPr>
          <a:lstStyle/>
          <a:p>
            <a:pPr algn="just"/>
            <a:r>
              <a:rPr lang="en-US" sz="2400" dirty="0">
                <a:latin typeface="+mj-lt"/>
              </a:rPr>
              <a:t>The preceding equation represents, . Now, this is passed to the hidden layer. In the hidden layer, we apply an activation function to . Let's use the sigmoid activation function. Then, we can write:</a:t>
            </a:r>
          </a:p>
        </p:txBody>
      </p:sp>
      <p:graphicFrame>
        <p:nvGraphicFramePr>
          <p:cNvPr id="3" name="Objeto 2">
            <a:extLst>
              <a:ext uri="{FF2B5EF4-FFF2-40B4-BE49-F238E27FC236}">
                <a16:creationId xmlns:a16="http://schemas.microsoft.com/office/drawing/2014/main" id="{6A50C44E-51D3-EA3E-5D3D-898936E2132B}"/>
              </a:ext>
            </a:extLst>
          </p:cNvPr>
          <p:cNvGraphicFramePr>
            <a:graphicFrameLocks noChangeAspect="1"/>
          </p:cNvGraphicFramePr>
          <p:nvPr>
            <p:extLst>
              <p:ext uri="{D42A27DB-BD31-4B8C-83A1-F6EECF244321}">
                <p14:modId xmlns:p14="http://schemas.microsoft.com/office/powerpoint/2010/main" val="3564257624"/>
              </p:ext>
            </p:extLst>
          </p:nvPr>
        </p:nvGraphicFramePr>
        <p:xfrm>
          <a:off x="1964266" y="3730582"/>
          <a:ext cx="1419225" cy="381000"/>
        </p:xfrm>
        <a:graphic>
          <a:graphicData uri="http://schemas.openxmlformats.org/presentationml/2006/ole">
            <mc:AlternateContent xmlns:mc="http://schemas.openxmlformats.org/markup-compatibility/2006">
              <mc:Choice xmlns:v="urn:schemas-microsoft-com:vml" Requires="v">
                <p:oleObj name="Imagen de mapa de bits" r:id="rId4" imgW="1419120" imgH="380880" progId="Paint.Picture">
                  <p:embed/>
                </p:oleObj>
              </mc:Choice>
              <mc:Fallback>
                <p:oleObj name="Imagen de mapa de bits" r:id="rId4" imgW="1419120" imgH="380880" progId="Paint.Picture">
                  <p:embed/>
                  <p:pic>
                    <p:nvPicPr>
                      <p:cNvPr id="3" name="Objeto 2">
                        <a:extLst>
                          <a:ext uri="{FF2B5EF4-FFF2-40B4-BE49-F238E27FC236}">
                            <a16:creationId xmlns:a16="http://schemas.microsoft.com/office/drawing/2014/main" id="{6A50C44E-51D3-EA3E-5D3D-898936E2132B}"/>
                          </a:ext>
                        </a:extLst>
                      </p:cNvPr>
                      <p:cNvPicPr/>
                      <p:nvPr/>
                    </p:nvPicPr>
                    <p:blipFill>
                      <a:blip r:embed="rId5"/>
                      <a:stretch>
                        <a:fillRect/>
                      </a:stretch>
                    </p:blipFill>
                    <p:spPr>
                      <a:xfrm>
                        <a:off x="1964266" y="3730582"/>
                        <a:ext cx="1419225" cy="381000"/>
                      </a:xfrm>
                      <a:prstGeom prst="rect">
                        <a:avLst/>
                      </a:prstGeom>
                    </p:spPr>
                  </p:pic>
                </p:oleObj>
              </mc:Fallback>
            </mc:AlternateContent>
          </a:graphicData>
        </a:graphic>
      </p:graphicFrame>
    </p:spTree>
    <p:extLst>
      <p:ext uri="{BB962C8B-B14F-4D97-AF65-F5344CB8AC3E}">
        <p14:creationId xmlns:p14="http://schemas.microsoft.com/office/powerpoint/2010/main" val="3750647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B1714-206D-7445-5F98-1A76B1EB3A37}"/>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672AC02B-40BD-1964-96E1-787214C07CBA}"/>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DB5CFAFF-961A-D1B2-81C5-948D66EBDDC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8265F1AD-291C-2A7C-80AE-EA28D129DB64}"/>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5E9232F-8BC0-F748-B034-5E6FD5141DD3}"/>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ítulo 3">
            <a:extLst>
              <a:ext uri="{FF2B5EF4-FFF2-40B4-BE49-F238E27FC236}">
                <a16:creationId xmlns:a16="http://schemas.microsoft.com/office/drawing/2014/main" id="{EFF1FEE4-B963-0F0F-6428-90B80CD17A4A}"/>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Forward </a:t>
            </a:r>
            <a:r>
              <a:rPr lang="es-MX" sz="2400" b="1" dirty="0" err="1">
                <a:solidFill>
                  <a:srgbClr val="002060"/>
                </a:solidFill>
                <a:latin typeface="Raleway" pitchFamily="2" charset="0"/>
                <a:ea typeface="+mn-ea"/>
                <a:cs typeface="+mn-cs"/>
              </a:rPr>
              <a:t>Propagation</a:t>
            </a:r>
            <a:r>
              <a:rPr lang="es-MX" sz="2400" b="1" dirty="0">
                <a:solidFill>
                  <a:srgbClr val="002060"/>
                </a:solidFill>
                <a:latin typeface="Raleway" pitchFamily="2" charset="0"/>
                <a:ea typeface="+mn-ea"/>
                <a:cs typeface="+mn-cs"/>
              </a:rPr>
              <a:t> in ANN </a:t>
            </a:r>
          </a:p>
        </p:txBody>
      </p:sp>
      <p:sp>
        <p:nvSpPr>
          <p:cNvPr id="4" name="CuadroTexto 3">
            <a:extLst>
              <a:ext uri="{FF2B5EF4-FFF2-40B4-BE49-F238E27FC236}">
                <a16:creationId xmlns:a16="http://schemas.microsoft.com/office/drawing/2014/main" id="{EF7FF587-27EB-335A-A10E-DC2A790461F0}"/>
              </a:ext>
            </a:extLst>
          </p:cNvPr>
          <p:cNvSpPr txBox="1"/>
          <p:nvPr/>
        </p:nvSpPr>
        <p:spPr>
          <a:xfrm>
            <a:off x="588962" y="609556"/>
            <a:ext cx="8194974" cy="2554545"/>
          </a:xfrm>
          <a:prstGeom prst="rect">
            <a:avLst/>
          </a:prstGeom>
          <a:noFill/>
        </p:spPr>
        <p:txBody>
          <a:bodyPr wrap="square">
            <a:spAutoFit/>
          </a:bodyPr>
          <a:lstStyle/>
          <a:p>
            <a:pPr algn="just"/>
            <a:r>
              <a:rPr lang="en-US" sz="2000" dirty="0">
                <a:latin typeface="+mj-lt"/>
              </a:rPr>
              <a:t>After applying the activation function, we again multiply result by a new weight matrix and add a new bias value that is flowing between the hidden layer and the output layer. We can denote this weight matrix and bias as and , respectively. The dimension of the weight matrix, will be the number of neurons in the hidden layer x the number of neurons in the output layer. Since we have four neurons in the hidden layer and one neuron in the output layer, the matrix dimension will be 4 x 1. So, we multiply by the weight matrix, , and add bias, , and pass the result to the next layer, which is the output layer: </a:t>
            </a:r>
          </a:p>
        </p:txBody>
      </p:sp>
      <p:graphicFrame>
        <p:nvGraphicFramePr>
          <p:cNvPr id="5" name="Objeto 4">
            <a:extLst>
              <a:ext uri="{FF2B5EF4-FFF2-40B4-BE49-F238E27FC236}">
                <a16:creationId xmlns:a16="http://schemas.microsoft.com/office/drawing/2014/main" id="{8CCE4D6A-D84A-41F2-BE44-13492D1D05D5}"/>
              </a:ext>
            </a:extLst>
          </p:cNvPr>
          <p:cNvGraphicFramePr>
            <a:graphicFrameLocks noChangeAspect="1"/>
          </p:cNvGraphicFramePr>
          <p:nvPr>
            <p:extLst>
              <p:ext uri="{D42A27DB-BD31-4B8C-83A1-F6EECF244321}">
                <p14:modId xmlns:p14="http://schemas.microsoft.com/office/powerpoint/2010/main" val="2455585385"/>
              </p:ext>
            </p:extLst>
          </p:nvPr>
        </p:nvGraphicFramePr>
        <p:xfrm>
          <a:off x="3290392" y="3773657"/>
          <a:ext cx="2114550" cy="361950"/>
        </p:xfrm>
        <a:graphic>
          <a:graphicData uri="http://schemas.openxmlformats.org/presentationml/2006/ole">
            <mc:AlternateContent xmlns:mc="http://schemas.openxmlformats.org/markup-compatibility/2006">
              <mc:Choice xmlns:v="urn:schemas-microsoft-com:vml" Requires="v">
                <p:oleObj name="Imagen de mapa de bits" r:id="rId2" imgW="2114640" imgH="361800" progId="Paint.Picture">
                  <p:embed/>
                </p:oleObj>
              </mc:Choice>
              <mc:Fallback>
                <p:oleObj name="Imagen de mapa de bits" r:id="rId2" imgW="2114640" imgH="361800" progId="Paint.Picture">
                  <p:embed/>
                  <p:pic>
                    <p:nvPicPr>
                      <p:cNvPr id="5" name="Objeto 4">
                        <a:extLst>
                          <a:ext uri="{FF2B5EF4-FFF2-40B4-BE49-F238E27FC236}">
                            <a16:creationId xmlns:a16="http://schemas.microsoft.com/office/drawing/2014/main" id="{8CCE4D6A-D84A-41F2-BE44-13492D1D05D5}"/>
                          </a:ext>
                        </a:extLst>
                      </p:cNvPr>
                      <p:cNvPicPr/>
                      <p:nvPr/>
                    </p:nvPicPr>
                    <p:blipFill>
                      <a:blip r:embed="rId3"/>
                      <a:stretch>
                        <a:fillRect/>
                      </a:stretch>
                    </p:blipFill>
                    <p:spPr>
                      <a:xfrm>
                        <a:off x="3290392" y="3773657"/>
                        <a:ext cx="2114550" cy="361950"/>
                      </a:xfrm>
                      <a:prstGeom prst="rect">
                        <a:avLst/>
                      </a:prstGeom>
                    </p:spPr>
                  </p:pic>
                </p:oleObj>
              </mc:Fallback>
            </mc:AlternateContent>
          </a:graphicData>
        </a:graphic>
      </p:graphicFrame>
    </p:spTree>
    <p:extLst>
      <p:ext uri="{BB962C8B-B14F-4D97-AF65-F5344CB8AC3E}">
        <p14:creationId xmlns:p14="http://schemas.microsoft.com/office/powerpoint/2010/main" val="1363345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84EF6-41B0-6E50-E957-A0D42522E374}"/>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96EBB873-A231-D42C-6863-69092543D881}"/>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6CE8A99-3331-CA92-9A77-B6B1F34AEFC9}"/>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DEF6DC55-BCFE-7299-7EA4-6ECC0F864D95}"/>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05E215E1-B9FD-FBFE-5A6B-7703BDB2AFC2}"/>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ítulo 3">
            <a:extLst>
              <a:ext uri="{FF2B5EF4-FFF2-40B4-BE49-F238E27FC236}">
                <a16:creationId xmlns:a16="http://schemas.microsoft.com/office/drawing/2014/main" id="{3F4881C0-C1E6-9101-BF1E-204A24B6D0B7}"/>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Forward </a:t>
            </a:r>
            <a:r>
              <a:rPr lang="es-MX" sz="2400" b="1" dirty="0" err="1">
                <a:solidFill>
                  <a:srgbClr val="002060"/>
                </a:solidFill>
                <a:latin typeface="Raleway" pitchFamily="2" charset="0"/>
                <a:ea typeface="+mn-ea"/>
                <a:cs typeface="+mn-cs"/>
              </a:rPr>
              <a:t>Propagation</a:t>
            </a:r>
            <a:r>
              <a:rPr lang="es-MX" sz="2400" b="1" dirty="0">
                <a:solidFill>
                  <a:srgbClr val="002060"/>
                </a:solidFill>
                <a:latin typeface="Raleway" pitchFamily="2" charset="0"/>
                <a:ea typeface="+mn-ea"/>
                <a:cs typeface="+mn-cs"/>
              </a:rPr>
              <a:t> in ANN </a:t>
            </a:r>
          </a:p>
        </p:txBody>
      </p:sp>
      <p:sp>
        <p:nvSpPr>
          <p:cNvPr id="2" name="CuadroTexto 1">
            <a:extLst>
              <a:ext uri="{FF2B5EF4-FFF2-40B4-BE49-F238E27FC236}">
                <a16:creationId xmlns:a16="http://schemas.microsoft.com/office/drawing/2014/main" id="{FAD81E24-BDBE-925A-BC26-9AC23B2E0537}"/>
              </a:ext>
            </a:extLst>
          </p:cNvPr>
          <p:cNvSpPr txBox="1"/>
          <p:nvPr/>
        </p:nvSpPr>
        <p:spPr>
          <a:xfrm>
            <a:off x="494072" y="880613"/>
            <a:ext cx="4333315" cy="1200329"/>
          </a:xfrm>
          <a:prstGeom prst="rect">
            <a:avLst/>
          </a:prstGeom>
          <a:noFill/>
        </p:spPr>
        <p:txBody>
          <a:bodyPr wrap="square">
            <a:spAutoFit/>
          </a:bodyPr>
          <a:lstStyle/>
          <a:p>
            <a:pPr algn="just"/>
            <a:r>
              <a:rPr lang="en-US" sz="2400" dirty="0">
                <a:latin typeface="+mj-lt"/>
              </a:rPr>
              <a:t>Now, in the output layer, we apply a sigmoid function to , which will result an output value:</a:t>
            </a:r>
          </a:p>
        </p:txBody>
      </p:sp>
      <p:graphicFrame>
        <p:nvGraphicFramePr>
          <p:cNvPr id="3" name="Objeto 2">
            <a:extLst>
              <a:ext uri="{FF2B5EF4-FFF2-40B4-BE49-F238E27FC236}">
                <a16:creationId xmlns:a16="http://schemas.microsoft.com/office/drawing/2014/main" id="{6053BE97-C490-C6D5-723F-EB9096F51781}"/>
              </a:ext>
            </a:extLst>
          </p:cNvPr>
          <p:cNvGraphicFramePr>
            <a:graphicFrameLocks noChangeAspect="1"/>
          </p:cNvGraphicFramePr>
          <p:nvPr>
            <p:extLst>
              <p:ext uri="{D42A27DB-BD31-4B8C-83A1-F6EECF244321}">
                <p14:modId xmlns:p14="http://schemas.microsoft.com/office/powerpoint/2010/main" val="4118838948"/>
              </p:ext>
            </p:extLst>
          </p:nvPr>
        </p:nvGraphicFramePr>
        <p:xfrm>
          <a:off x="1793552" y="2857771"/>
          <a:ext cx="1266825" cy="409575"/>
        </p:xfrm>
        <a:graphic>
          <a:graphicData uri="http://schemas.openxmlformats.org/presentationml/2006/ole">
            <mc:AlternateContent xmlns:mc="http://schemas.openxmlformats.org/markup-compatibility/2006">
              <mc:Choice xmlns:v="urn:schemas-microsoft-com:vml" Requires="v">
                <p:oleObj name="Imagen de mapa de bits" r:id="rId2" imgW="1266840" imgH="409680" progId="Paint.Picture">
                  <p:embed/>
                </p:oleObj>
              </mc:Choice>
              <mc:Fallback>
                <p:oleObj name="Imagen de mapa de bits" r:id="rId2" imgW="1266840" imgH="409680" progId="Paint.Picture">
                  <p:embed/>
                  <p:pic>
                    <p:nvPicPr>
                      <p:cNvPr id="3" name="Objeto 2">
                        <a:extLst>
                          <a:ext uri="{FF2B5EF4-FFF2-40B4-BE49-F238E27FC236}">
                            <a16:creationId xmlns:a16="http://schemas.microsoft.com/office/drawing/2014/main" id="{6053BE97-C490-C6D5-723F-EB9096F51781}"/>
                          </a:ext>
                        </a:extLst>
                      </p:cNvPr>
                      <p:cNvPicPr/>
                      <p:nvPr/>
                    </p:nvPicPr>
                    <p:blipFill>
                      <a:blip r:embed="rId3"/>
                      <a:stretch>
                        <a:fillRect/>
                      </a:stretch>
                    </p:blipFill>
                    <p:spPr>
                      <a:xfrm>
                        <a:off x="1793552" y="2857771"/>
                        <a:ext cx="1266825" cy="409575"/>
                      </a:xfrm>
                      <a:prstGeom prst="rect">
                        <a:avLst/>
                      </a:prstGeom>
                    </p:spPr>
                  </p:pic>
                </p:oleObj>
              </mc:Fallback>
            </mc:AlternateContent>
          </a:graphicData>
        </a:graphic>
      </p:graphicFrame>
      <p:graphicFrame>
        <p:nvGraphicFramePr>
          <p:cNvPr id="8" name="Objeto 7">
            <a:extLst>
              <a:ext uri="{FF2B5EF4-FFF2-40B4-BE49-F238E27FC236}">
                <a16:creationId xmlns:a16="http://schemas.microsoft.com/office/drawing/2014/main" id="{6C852642-6809-EAEF-96A3-D31AB397E0CD}"/>
              </a:ext>
            </a:extLst>
          </p:cNvPr>
          <p:cNvGraphicFramePr>
            <a:graphicFrameLocks noChangeAspect="1"/>
          </p:cNvGraphicFramePr>
          <p:nvPr>
            <p:extLst>
              <p:ext uri="{D42A27DB-BD31-4B8C-83A1-F6EECF244321}">
                <p14:modId xmlns:p14="http://schemas.microsoft.com/office/powerpoint/2010/main" val="931062166"/>
              </p:ext>
            </p:extLst>
          </p:nvPr>
        </p:nvGraphicFramePr>
        <p:xfrm>
          <a:off x="4740206" y="782038"/>
          <a:ext cx="4196286" cy="3579424"/>
        </p:xfrm>
        <a:graphic>
          <a:graphicData uri="http://schemas.openxmlformats.org/presentationml/2006/ole">
            <mc:AlternateContent xmlns:mc="http://schemas.openxmlformats.org/markup-compatibility/2006">
              <mc:Choice xmlns:v="urn:schemas-microsoft-com:vml" Requires="v">
                <p:oleObj name="Imagen de mapa de bits" r:id="rId4" imgW="4924440" imgH="4200480" progId="Paint.Picture">
                  <p:embed/>
                </p:oleObj>
              </mc:Choice>
              <mc:Fallback>
                <p:oleObj name="Imagen de mapa de bits" r:id="rId4" imgW="4924440" imgH="4200480" progId="Paint.Picture">
                  <p:embed/>
                  <p:pic>
                    <p:nvPicPr>
                      <p:cNvPr id="8" name="Objeto 7">
                        <a:extLst>
                          <a:ext uri="{FF2B5EF4-FFF2-40B4-BE49-F238E27FC236}">
                            <a16:creationId xmlns:a16="http://schemas.microsoft.com/office/drawing/2014/main" id="{6C852642-6809-EAEF-96A3-D31AB397E0CD}"/>
                          </a:ext>
                        </a:extLst>
                      </p:cNvPr>
                      <p:cNvPicPr/>
                      <p:nvPr/>
                    </p:nvPicPr>
                    <p:blipFill>
                      <a:blip r:embed="rId5"/>
                      <a:stretch>
                        <a:fillRect/>
                      </a:stretch>
                    </p:blipFill>
                    <p:spPr>
                      <a:xfrm>
                        <a:off x="4740206" y="782038"/>
                        <a:ext cx="4196286" cy="3579424"/>
                      </a:xfrm>
                      <a:prstGeom prst="rect">
                        <a:avLst/>
                      </a:prstGeom>
                    </p:spPr>
                  </p:pic>
                </p:oleObj>
              </mc:Fallback>
            </mc:AlternateContent>
          </a:graphicData>
        </a:graphic>
      </p:graphicFrame>
    </p:spTree>
    <p:extLst>
      <p:ext uri="{BB962C8B-B14F-4D97-AF65-F5344CB8AC3E}">
        <p14:creationId xmlns:p14="http://schemas.microsoft.com/office/powerpoint/2010/main" val="2940205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C9A00-E753-B890-4174-AD3B9882E5D9}"/>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43BFB578-94AE-3C61-EABD-04735F698BD9}"/>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611ACD6B-6C80-8D27-9E35-980550AA7D23}"/>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F7B5AD76-2A8F-FDCA-FC58-2101C34F2ED7}"/>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217DFB12-97F2-6F20-4F5A-0FCE760F4E12}"/>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ítulo 3">
            <a:extLst>
              <a:ext uri="{FF2B5EF4-FFF2-40B4-BE49-F238E27FC236}">
                <a16:creationId xmlns:a16="http://schemas.microsoft.com/office/drawing/2014/main" id="{1D2874C6-1587-A736-6775-3A8AF5CCD4CA}"/>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Forward </a:t>
            </a:r>
            <a:r>
              <a:rPr lang="es-MX" sz="2400" b="1" dirty="0" err="1">
                <a:solidFill>
                  <a:srgbClr val="002060"/>
                </a:solidFill>
                <a:latin typeface="Raleway" pitchFamily="2" charset="0"/>
                <a:ea typeface="+mn-ea"/>
                <a:cs typeface="+mn-cs"/>
              </a:rPr>
              <a:t>Propagation</a:t>
            </a:r>
            <a:r>
              <a:rPr lang="es-MX" sz="2400" b="1" dirty="0">
                <a:solidFill>
                  <a:srgbClr val="002060"/>
                </a:solidFill>
                <a:latin typeface="Raleway" pitchFamily="2" charset="0"/>
                <a:ea typeface="+mn-ea"/>
                <a:cs typeface="+mn-cs"/>
              </a:rPr>
              <a:t> in ANN </a:t>
            </a:r>
          </a:p>
        </p:txBody>
      </p:sp>
      <p:sp>
        <p:nvSpPr>
          <p:cNvPr id="4" name="CuadroTexto 3">
            <a:extLst>
              <a:ext uri="{FF2B5EF4-FFF2-40B4-BE49-F238E27FC236}">
                <a16:creationId xmlns:a16="http://schemas.microsoft.com/office/drawing/2014/main" id="{73388C97-3AF4-C666-E197-B0525B46B69E}"/>
              </a:ext>
            </a:extLst>
          </p:cNvPr>
          <p:cNvSpPr txBox="1"/>
          <p:nvPr/>
        </p:nvSpPr>
        <p:spPr>
          <a:xfrm>
            <a:off x="330305" y="831324"/>
            <a:ext cx="5525620" cy="3785652"/>
          </a:xfrm>
          <a:prstGeom prst="rect">
            <a:avLst/>
          </a:prstGeom>
          <a:noFill/>
        </p:spPr>
        <p:txBody>
          <a:bodyPr wrap="square">
            <a:spAutoFit/>
          </a:bodyPr>
          <a:lstStyle/>
          <a:p>
            <a:pPr algn="just"/>
            <a:r>
              <a:rPr lang="en-US" sz="2400" dirty="0">
                <a:latin typeface="+mj-lt"/>
              </a:rPr>
              <a:t>This whole process from the input layer to the output layer is known as </a:t>
            </a:r>
            <a:r>
              <a:rPr lang="en-US" sz="2400" b="1" dirty="0">
                <a:latin typeface="+mj-lt"/>
              </a:rPr>
              <a:t>forward propagation</a:t>
            </a:r>
            <a:r>
              <a:rPr lang="en-US" sz="2400" dirty="0">
                <a:latin typeface="+mj-lt"/>
              </a:rPr>
              <a:t>. Thus, in order to predict the output value, inputs are propagated from the input layer to the output layer. During this propagation, they are multiplied by their respective weights on each layer and an activation function is applied on top of them. The complete forward propagation steps are given as follows:</a:t>
            </a:r>
            <a:endParaRPr lang="es-MX" sz="2400" dirty="0">
              <a:latin typeface="+mj-lt"/>
            </a:endParaRPr>
          </a:p>
        </p:txBody>
      </p:sp>
      <p:graphicFrame>
        <p:nvGraphicFramePr>
          <p:cNvPr id="5" name="Objeto 4">
            <a:extLst>
              <a:ext uri="{FF2B5EF4-FFF2-40B4-BE49-F238E27FC236}">
                <a16:creationId xmlns:a16="http://schemas.microsoft.com/office/drawing/2014/main" id="{7483AE8B-1BEE-121A-8EC6-B8019DD9FE0D}"/>
              </a:ext>
            </a:extLst>
          </p:cNvPr>
          <p:cNvGraphicFramePr>
            <a:graphicFrameLocks noChangeAspect="1"/>
          </p:cNvGraphicFramePr>
          <p:nvPr>
            <p:extLst>
              <p:ext uri="{D42A27DB-BD31-4B8C-83A1-F6EECF244321}">
                <p14:modId xmlns:p14="http://schemas.microsoft.com/office/powerpoint/2010/main" val="3562411438"/>
              </p:ext>
            </p:extLst>
          </p:nvPr>
        </p:nvGraphicFramePr>
        <p:xfrm>
          <a:off x="6179558" y="1376362"/>
          <a:ext cx="2295525" cy="2390775"/>
        </p:xfrm>
        <a:graphic>
          <a:graphicData uri="http://schemas.openxmlformats.org/presentationml/2006/ole">
            <mc:AlternateContent xmlns:mc="http://schemas.openxmlformats.org/markup-compatibility/2006">
              <mc:Choice xmlns:v="urn:schemas-microsoft-com:vml" Requires="v">
                <p:oleObj name="Imagen de mapa de bits" r:id="rId2" imgW="2295360" imgH="2390760" progId="Paint.Picture">
                  <p:embed/>
                </p:oleObj>
              </mc:Choice>
              <mc:Fallback>
                <p:oleObj name="Imagen de mapa de bits" r:id="rId2" imgW="2295360" imgH="2390760" progId="Paint.Picture">
                  <p:embed/>
                  <p:pic>
                    <p:nvPicPr>
                      <p:cNvPr id="5" name="Objeto 4">
                        <a:extLst>
                          <a:ext uri="{FF2B5EF4-FFF2-40B4-BE49-F238E27FC236}">
                            <a16:creationId xmlns:a16="http://schemas.microsoft.com/office/drawing/2014/main" id="{7483AE8B-1BEE-121A-8EC6-B8019DD9FE0D}"/>
                          </a:ext>
                        </a:extLst>
                      </p:cNvPr>
                      <p:cNvPicPr/>
                      <p:nvPr/>
                    </p:nvPicPr>
                    <p:blipFill>
                      <a:blip r:embed="rId3"/>
                      <a:stretch>
                        <a:fillRect/>
                      </a:stretch>
                    </p:blipFill>
                    <p:spPr>
                      <a:xfrm>
                        <a:off x="6179558" y="1376362"/>
                        <a:ext cx="2295525" cy="2390775"/>
                      </a:xfrm>
                      <a:prstGeom prst="rect">
                        <a:avLst/>
                      </a:prstGeom>
                    </p:spPr>
                  </p:pic>
                </p:oleObj>
              </mc:Fallback>
            </mc:AlternateContent>
          </a:graphicData>
        </a:graphic>
      </p:graphicFrame>
    </p:spTree>
    <p:extLst>
      <p:ext uri="{BB962C8B-B14F-4D97-AF65-F5344CB8AC3E}">
        <p14:creationId xmlns:p14="http://schemas.microsoft.com/office/powerpoint/2010/main" val="560640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F9EC1-7415-11AE-90CC-B1CE6295160A}"/>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D98D4B5B-5E83-34BA-B8EF-55D87EB990BB}"/>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5D792FAB-64B2-C29C-6E18-A2953AA896A2}"/>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9AA9D14E-7B90-1468-B013-98B24F722A27}"/>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211DA776-893B-AA5E-AD5B-A498B522C235}"/>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ítulo 3">
            <a:extLst>
              <a:ext uri="{FF2B5EF4-FFF2-40B4-BE49-F238E27FC236}">
                <a16:creationId xmlns:a16="http://schemas.microsoft.com/office/drawing/2014/main" id="{B6013305-AA82-DAD3-2A00-240D5EEFA4AF}"/>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How</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does</a:t>
            </a:r>
            <a:r>
              <a:rPr lang="es-MX" sz="2400" b="1" dirty="0">
                <a:solidFill>
                  <a:srgbClr val="002060"/>
                </a:solidFill>
                <a:latin typeface="Raleway" pitchFamily="2" charset="0"/>
                <a:ea typeface="+mn-ea"/>
                <a:cs typeface="+mn-cs"/>
              </a:rPr>
              <a:t> ANN </a:t>
            </a:r>
            <a:r>
              <a:rPr lang="es-MX" sz="2400" b="1" dirty="0" err="1">
                <a:solidFill>
                  <a:srgbClr val="002060"/>
                </a:solidFill>
                <a:latin typeface="Raleway" pitchFamily="2" charset="0"/>
                <a:ea typeface="+mn-ea"/>
                <a:cs typeface="+mn-cs"/>
              </a:rPr>
              <a:t>learn</a:t>
            </a:r>
            <a:r>
              <a:rPr lang="es-MX" sz="2400" b="1" dirty="0">
                <a:solidFill>
                  <a:srgbClr val="002060"/>
                </a:solidFill>
                <a:latin typeface="Raleway" pitchFamily="2" charset="0"/>
                <a:ea typeface="+mn-ea"/>
                <a:cs typeface="+mn-cs"/>
              </a:rPr>
              <a:t>?</a:t>
            </a:r>
          </a:p>
        </p:txBody>
      </p:sp>
      <p:graphicFrame>
        <p:nvGraphicFramePr>
          <p:cNvPr id="2" name="Objeto 1">
            <a:extLst>
              <a:ext uri="{FF2B5EF4-FFF2-40B4-BE49-F238E27FC236}">
                <a16:creationId xmlns:a16="http://schemas.microsoft.com/office/drawing/2014/main" id="{D565A741-958B-2A9A-FA40-23F47729588B}"/>
              </a:ext>
            </a:extLst>
          </p:cNvPr>
          <p:cNvGraphicFramePr>
            <a:graphicFrameLocks noChangeAspect="1"/>
          </p:cNvGraphicFramePr>
          <p:nvPr>
            <p:extLst>
              <p:ext uri="{D42A27DB-BD31-4B8C-83A1-F6EECF244321}">
                <p14:modId xmlns:p14="http://schemas.microsoft.com/office/powerpoint/2010/main" val="386626387"/>
              </p:ext>
            </p:extLst>
          </p:nvPr>
        </p:nvGraphicFramePr>
        <p:xfrm>
          <a:off x="687513" y="1005602"/>
          <a:ext cx="4036887" cy="3443457"/>
        </p:xfrm>
        <a:graphic>
          <a:graphicData uri="http://schemas.openxmlformats.org/presentationml/2006/ole">
            <mc:AlternateContent xmlns:mc="http://schemas.openxmlformats.org/markup-compatibility/2006">
              <mc:Choice xmlns:v="urn:schemas-microsoft-com:vml" Requires="v">
                <p:oleObj name="Imagen de mapa de bits" r:id="rId2" imgW="4924440" imgH="4200480" progId="Paint.Picture">
                  <p:embed/>
                </p:oleObj>
              </mc:Choice>
              <mc:Fallback>
                <p:oleObj name="Imagen de mapa de bits" r:id="rId2" imgW="4924440" imgH="4200480" progId="Paint.Picture">
                  <p:embed/>
                  <p:pic>
                    <p:nvPicPr>
                      <p:cNvPr id="2" name="Objeto 1">
                        <a:extLst>
                          <a:ext uri="{FF2B5EF4-FFF2-40B4-BE49-F238E27FC236}">
                            <a16:creationId xmlns:a16="http://schemas.microsoft.com/office/drawing/2014/main" id="{D565A741-958B-2A9A-FA40-23F47729588B}"/>
                          </a:ext>
                        </a:extLst>
                      </p:cNvPr>
                      <p:cNvPicPr/>
                      <p:nvPr/>
                    </p:nvPicPr>
                    <p:blipFill>
                      <a:blip r:embed="rId3"/>
                      <a:stretch>
                        <a:fillRect/>
                      </a:stretch>
                    </p:blipFill>
                    <p:spPr>
                      <a:xfrm>
                        <a:off x="687513" y="1005602"/>
                        <a:ext cx="4036887" cy="3443457"/>
                      </a:xfrm>
                      <a:prstGeom prst="rect">
                        <a:avLst/>
                      </a:prstGeom>
                    </p:spPr>
                  </p:pic>
                </p:oleObj>
              </mc:Fallback>
            </mc:AlternateContent>
          </a:graphicData>
        </a:graphic>
      </p:graphicFrame>
      <p:graphicFrame>
        <p:nvGraphicFramePr>
          <p:cNvPr id="3" name="Objeto 2">
            <a:extLst>
              <a:ext uri="{FF2B5EF4-FFF2-40B4-BE49-F238E27FC236}">
                <a16:creationId xmlns:a16="http://schemas.microsoft.com/office/drawing/2014/main" id="{2F3F5C13-500C-29EA-E182-B2948DEB6027}"/>
              </a:ext>
            </a:extLst>
          </p:cNvPr>
          <p:cNvGraphicFramePr>
            <a:graphicFrameLocks noChangeAspect="1"/>
          </p:cNvGraphicFramePr>
          <p:nvPr>
            <p:extLst>
              <p:ext uri="{D42A27DB-BD31-4B8C-83A1-F6EECF244321}">
                <p14:modId xmlns:p14="http://schemas.microsoft.com/office/powerpoint/2010/main" val="775837730"/>
              </p:ext>
            </p:extLst>
          </p:nvPr>
        </p:nvGraphicFramePr>
        <p:xfrm>
          <a:off x="5535305" y="2014537"/>
          <a:ext cx="2428875" cy="809625"/>
        </p:xfrm>
        <a:graphic>
          <a:graphicData uri="http://schemas.openxmlformats.org/presentationml/2006/ole">
            <mc:AlternateContent xmlns:mc="http://schemas.openxmlformats.org/markup-compatibility/2006">
              <mc:Choice xmlns:v="urn:schemas-microsoft-com:vml" Requires="v">
                <p:oleObj name="Imagen de mapa de bits" r:id="rId4" imgW="2428920" imgH="809640" progId="Paint.Picture">
                  <p:embed/>
                </p:oleObj>
              </mc:Choice>
              <mc:Fallback>
                <p:oleObj name="Imagen de mapa de bits" r:id="rId4" imgW="2428920" imgH="809640" progId="Paint.Picture">
                  <p:embed/>
                  <p:pic>
                    <p:nvPicPr>
                      <p:cNvPr id="3" name="Objeto 2">
                        <a:extLst>
                          <a:ext uri="{FF2B5EF4-FFF2-40B4-BE49-F238E27FC236}">
                            <a16:creationId xmlns:a16="http://schemas.microsoft.com/office/drawing/2014/main" id="{2F3F5C13-500C-29EA-E182-B2948DEB6027}"/>
                          </a:ext>
                        </a:extLst>
                      </p:cNvPr>
                      <p:cNvPicPr/>
                      <p:nvPr/>
                    </p:nvPicPr>
                    <p:blipFill>
                      <a:blip r:embed="rId5"/>
                      <a:stretch>
                        <a:fillRect/>
                      </a:stretch>
                    </p:blipFill>
                    <p:spPr>
                      <a:xfrm>
                        <a:off x="5535305" y="2014537"/>
                        <a:ext cx="2428875" cy="809625"/>
                      </a:xfrm>
                      <a:prstGeom prst="rect">
                        <a:avLst/>
                      </a:prstGeom>
                    </p:spPr>
                  </p:pic>
                </p:oleObj>
              </mc:Fallback>
            </mc:AlternateContent>
          </a:graphicData>
        </a:graphic>
      </p:graphicFrame>
    </p:spTree>
    <p:extLst>
      <p:ext uri="{BB962C8B-B14F-4D97-AF65-F5344CB8AC3E}">
        <p14:creationId xmlns:p14="http://schemas.microsoft.com/office/powerpoint/2010/main" val="3945497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B3905-4ADC-C546-F10B-C6351C8ABE8E}"/>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34469662-F05B-2164-7F32-599F4FE17B19}"/>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9FE69D11-6525-BA2B-A767-D7B9B22A4435}"/>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F3E72481-B9CE-98FB-B68B-F615AEF5916E}"/>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8A9F7DD3-CDA5-B4E0-BF23-9DC32BB87934}"/>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ítulo 3">
            <a:extLst>
              <a:ext uri="{FF2B5EF4-FFF2-40B4-BE49-F238E27FC236}">
                <a16:creationId xmlns:a16="http://schemas.microsoft.com/office/drawing/2014/main" id="{7CBC9310-7E6C-9870-1E61-4338367CB189}"/>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How</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does</a:t>
            </a:r>
            <a:r>
              <a:rPr lang="es-MX" sz="2400" b="1" dirty="0">
                <a:solidFill>
                  <a:srgbClr val="002060"/>
                </a:solidFill>
                <a:latin typeface="Raleway" pitchFamily="2" charset="0"/>
                <a:ea typeface="+mn-ea"/>
                <a:cs typeface="+mn-cs"/>
              </a:rPr>
              <a:t> ANN </a:t>
            </a:r>
            <a:r>
              <a:rPr lang="es-MX" sz="2400" b="1" dirty="0" err="1">
                <a:solidFill>
                  <a:srgbClr val="002060"/>
                </a:solidFill>
                <a:latin typeface="Raleway" pitchFamily="2" charset="0"/>
                <a:ea typeface="+mn-ea"/>
                <a:cs typeface="+mn-cs"/>
              </a:rPr>
              <a:t>learn</a:t>
            </a:r>
            <a:r>
              <a:rPr lang="es-MX" sz="2400" b="1" dirty="0">
                <a:solidFill>
                  <a:srgbClr val="002060"/>
                </a:solidFill>
                <a:latin typeface="Raleway" pitchFamily="2" charset="0"/>
                <a:ea typeface="+mn-ea"/>
                <a:cs typeface="+mn-cs"/>
              </a:rPr>
              <a:t>?</a:t>
            </a:r>
          </a:p>
        </p:txBody>
      </p:sp>
      <p:graphicFrame>
        <p:nvGraphicFramePr>
          <p:cNvPr id="2" name="Objeto 1">
            <a:extLst>
              <a:ext uri="{FF2B5EF4-FFF2-40B4-BE49-F238E27FC236}">
                <a16:creationId xmlns:a16="http://schemas.microsoft.com/office/drawing/2014/main" id="{5E6C0E48-5E8F-4A4E-DA04-282CC8B9226E}"/>
              </a:ext>
            </a:extLst>
          </p:cNvPr>
          <p:cNvGraphicFramePr>
            <a:graphicFrameLocks noChangeAspect="1"/>
          </p:cNvGraphicFramePr>
          <p:nvPr/>
        </p:nvGraphicFramePr>
        <p:xfrm>
          <a:off x="687513" y="1005602"/>
          <a:ext cx="4036887" cy="3443457"/>
        </p:xfrm>
        <a:graphic>
          <a:graphicData uri="http://schemas.openxmlformats.org/presentationml/2006/ole">
            <mc:AlternateContent xmlns:mc="http://schemas.openxmlformats.org/markup-compatibility/2006">
              <mc:Choice xmlns:v="urn:schemas-microsoft-com:vml" Requires="v">
                <p:oleObj name="Imagen de mapa de bits" r:id="rId2" imgW="4924440" imgH="4200480" progId="Paint.Picture">
                  <p:embed/>
                </p:oleObj>
              </mc:Choice>
              <mc:Fallback>
                <p:oleObj name="Imagen de mapa de bits" r:id="rId2" imgW="4924440" imgH="4200480" progId="Paint.Picture">
                  <p:embed/>
                  <p:pic>
                    <p:nvPicPr>
                      <p:cNvPr id="2" name="Objeto 1">
                        <a:extLst>
                          <a:ext uri="{FF2B5EF4-FFF2-40B4-BE49-F238E27FC236}">
                            <a16:creationId xmlns:a16="http://schemas.microsoft.com/office/drawing/2014/main" id="{5E6C0E48-5E8F-4A4E-DA04-282CC8B9226E}"/>
                          </a:ext>
                        </a:extLst>
                      </p:cNvPr>
                      <p:cNvPicPr/>
                      <p:nvPr/>
                    </p:nvPicPr>
                    <p:blipFill>
                      <a:blip r:embed="rId3"/>
                      <a:stretch>
                        <a:fillRect/>
                      </a:stretch>
                    </p:blipFill>
                    <p:spPr>
                      <a:xfrm>
                        <a:off x="687513" y="1005602"/>
                        <a:ext cx="4036887" cy="3443457"/>
                      </a:xfrm>
                      <a:prstGeom prst="rect">
                        <a:avLst/>
                      </a:prstGeom>
                    </p:spPr>
                  </p:pic>
                </p:oleObj>
              </mc:Fallback>
            </mc:AlternateContent>
          </a:graphicData>
        </a:graphic>
      </p:graphicFrame>
      <p:graphicFrame>
        <p:nvGraphicFramePr>
          <p:cNvPr id="5" name="Objeto 4">
            <a:extLst>
              <a:ext uri="{FF2B5EF4-FFF2-40B4-BE49-F238E27FC236}">
                <a16:creationId xmlns:a16="http://schemas.microsoft.com/office/drawing/2014/main" id="{0C11AF5A-94AA-3D3B-709E-A509062C8C54}"/>
              </a:ext>
            </a:extLst>
          </p:cNvPr>
          <p:cNvGraphicFramePr>
            <a:graphicFrameLocks noChangeAspect="1"/>
          </p:cNvGraphicFramePr>
          <p:nvPr>
            <p:extLst>
              <p:ext uri="{D42A27DB-BD31-4B8C-83A1-F6EECF244321}">
                <p14:modId xmlns:p14="http://schemas.microsoft.com/office/powerpoint/2010/main" val="3170750167"/>
              </p:ext>
            </p:extLst>
          </p:nvPr>
        </p:nvGraphicFramePr>
        <p:xfrm>
          <a:off x="5985226" y="1796864"/>
          <a:ext cx="1647825" cy="514350"/>
        </p:xfrm>
        <a:graphic>
          <a:graphicData uri="http://schemas.openxmlformats.org/presentationml/2006/ole">
            <mc:AlternateContent xmlns:mc="http://schemas.openxmlformats.org/markup-compatibility/2006">
              <mc:Choice xmlns:v="urn:schemas-microsoft-com:vml" Requires="v">
                <p:oleObj name="Imagen de mapa de bits" r:id="rId4" imgW="1647720" imgH="514440" progId="Paint.Picture">
                  <p:embed/>
                </p:oleObj>
              </mc:Choice>
              <mc:Fallback>
                <p:oleObj name="Imagen de mapa de bits" r:id="rId4" imgW="1647720" imgH="514440" progId="Paint.Picture">
                  <p:embed/>
                  <p:pic>
                    <p:nvPicPr>
                      <p:cNvPr id="5" name="Objeto 4">
                        <a:extLst>
                          <a:ext uri="{FF2B5EF4-FFF2-40B4-BE49-F238E27FC236}">
                            <a16:creationId xmlns:a16="http://schemas.microsoft.com/office/drawing/2014/main" id="{0C11AF5A-94AA-3D3B-709E-A509062C8C54}"/>
                          </a:ext>
                        </a:extLst>
                      </p:cNvPr>
                      <p:cNvPicPr/>
                      <p:nvPr/>
                    </p:nvPicPr>
                    <p:blipFill>
                      <a:blip r:embed="rId5"/>
                      <a:stretch>
                        <a:fillRect/>
                      </a:stretch>
                    </p:blipFill>
                    <p:spPr>
                      <a:xfrm>
                        <a:off x="5985226" y="1796864"/>
                        <a:ext cx="1647825" cy="514350"/>
                      </a:xfrm>
                      <a:prstGeom prst="rect">
                        <a:avLst/>
                      </a:prstGeom>
                    </p:spPr>
                  </p:pic>
                </p:oleObj>
              </mc:Fallback>
            </mc:AlternateContent>
          </a:graphicData>
        </a:graphic>
      </p:graphicFrame>
      <p:graphicFrame>
        <p:nvGraphicFramePr>
          <p:cNvPr id="8" name="Objeto 7">
            <a:extLst>
              <a:ext uri="{FF2B5EF4-FFF2-40B4-BE49-F238E27FC236}">
                <a16:creationId xmlns:a16="http://schemas.microsoft.com/office/drawing/2014/main" id="{572C3C2F-9E9F-79CC-9581-284F9EF73CC0}"/>
              </a:ext>
            </a:extLst>
          </p:cNvPr>
          <p:cNvGraphicFramePr>
            <a:graphicFrameLocks noChangeAspect="1"/>
          </p:cNvGraphicFramePr>
          <p:nvPr>
            <p:extLst>
              <p:ext uri="{D42A27DB-BD31-4B8C-83A1-F6EECF244321}">
                <p14:modId xmlns:p14="http://schemas.microsoft.com/office/powerpoint/2010/main" val="1784968012"/>
              </p:ext>
            </p:extLst>
          </p:nvPr>
        </p:nvGraphicFramePr>
        <p:xfrm>
          <a:off x="5644773" y="2731960"/>
          <a:ext cx="2524125" cy="504825"/>
        </p:xfrm>
        <a:graphic>
          <a:graphicData uri="http://schemas.openxmlformats.org/presentationml/2006/ole">
            <mc:AlternateContent xmlns:mc="http://schemas.openxmlformats.org/markup-compatibility/2006">
              <mc:Choice xmlns:v="urn:schemas-microsoft-com:vml" Requires="v">
                <p:oleObj name="Imagen de mapa de bits" r:id="rId6" imgW="2523960" imgH="504720" progId="Paint.Picture">
                  <p:embed/>
                </p:oleObj>
              </mc:Choice>
              <mc:Fallback>
                <p:oleObj name="Imagen de mapa de bits" r:id="rId6" imgW="2523960" imgH="504720" progId="Paint.Picture">
                  <p:embed/>
                  <p:pic>
                    <p:nvPicPr>
                      <p:cNvPr id="8" name="Objeto 7">
                        <a:extLst>
                          <a:ext uri="{FF2B5EF4-FFF2-40B4-BE49-F238E27FC236}">
                            <a16:creationId xmlns:a16="http://schemas.microsoft.com/office/drawing/2014/main" id="{572C3C2F-9E9F-79CC-9581-284F9EF73CC0}"/>
                          </a:ext>
                        </a:extLst>
                      </p:cNvPr>
                      <p:cNvPicPr/>
                      <p:nvPr/>
                    </p:nvPicPr>
                    <p:blipFill>
                      <a:blip r:embed="rId7"/>
                      <a:stretch>
                        <a:fillRect/>
                      </a:stretch>
                    </p:blipFill>
                    <p:spPr>
                      <a:xfrm>
                        <a:off x="5644773" y="2731960"/>
                        <a:ext cx="2524125" cy="504825"/>
                      </a:xfrm>
                      <a:prstGeom prst="rect">
                        <a:avLst/>
                      </a:prstGeom>
                    </p:spPr>
                  </p:pic>
                </p:oleObj>
              </mc:Fallback>
            </mc:AlternateContent>
          </a:graphicData>
        </a:graphic>
      </p:graphicFrame>
      <p:graphicFrame>
        <p:nvGraphicFramePr>
          <p:cNvPr id="9" name="Objeto 8">
            <a:extLst>
              <a:ext uri="{FF2B5EF4-FFF2-40B4-BE49-F238E27FC236}">
                <a16:creationId xmlns:a16="http://schemas.microsoft.com/office/drawing/2014/main" id="{7B01FE93-B809-370F-E922-CD9CCBC6E9C3}"/>
              </a:ext>
            </a:extLst>
          </p:cNvPr>
          <p:cNvGraphicFramePr>
            <a:graphicFrameLocks noChangeAspect="1"/>
          </p:cNvGraphicFramePr>
          <p:nvPr>
            <p:extLst>
              <p:ext uri="{D42A27DB-BD31-4B8C-83A1-F6EECF244321}">
                <p14:modId xmlns:p14="http://schemas.microsoft.com/office/powerpoint/2010/main" val="2616747464"/>
              </p:ext>
            </p:extLst>
          </p:nvPr>
        </p:nvGraphicFramePr>
        <p:xfrm>
          <a:off x="5211386" y="3598734"/>
          <a:ext cx="3390900" cy="895350"/>
        </p:xfrm>
        <a:graphic>
          <a:graphicData uri="http://schemas.openxmlformats.org/presentationml/2006/ole">
            <mc:AlternateContent xmlns:mc="http://schemas.openxmlformats.org/markup-compatibility/2006">
              <mc:Choice xmlns:v="urn:schemas-microsoft-com:vml" Requires="v">
                <p:oleObj name="Imagen de mapa de bits" r:id="rId8" imgW="3390840" imgH="895320" progId="Paint.Picture">
                  <p:embed/>
                </p:oleObj>
              </mc:Choice>
              <mc:Fallback>
                <p:oleObj name="Imagen de mapa de bits" r:id="rId8" imgW="3390840" imgH="895320" progId="Paint.Picture">
                  <p:embed/>
                  <p:pic>
                    <p:nvPicPr>
                      <p:cNvPr id="9" name="Objeto 8">
                        <a:extLst>
                          <a:ext uri="{FF2B5EF4-FFF2-40B4-BE49-F238E27FC236}">
                            <a16:creationId xmlns:a16="http://schemas.microsoft.com/office/drawing/2014/main" id="{7B01FE93-B809-370F-E922-CD9CCBC6E9C3}"/>
                          </a:ext>
                        </a:extLst>
                      </p:cNvPr>
                      <p:cNvPicPr/>
                      <p:nvPr/>
                    </p:nvPicPr>
                    <p:blipFill>
                      <a:blip r:embed="rId9"/>
                      <a:stretch>
                        <a:fillRect/>
                      </a:stretch>
                    </p:blipFill>
                    <p:spPr>
                      <a:xfrm>
                        <a:off x="5211386" y="3598734"/>
                        <a:ext cx="3390900" cy="895350"/>
                      </a:xfrm>
                      <a:prstGeom prst="rect">
                        <a:avLst/>
                      </a:prstGeom>
                    </p:spPr>
                  </p:pic>
                </p:oleObj>
              </mc:Fallback>
            </mc:AlternateContent>
          </a:graphicData>
        </a:graphic>
      </p:graphicFrame>
      <p:graphicFrame>
        <p:nvGraphicFramePr>
          <p:cNvPr id="10" name="Objeto 9">
            <a:extLst>
              <a:ext uri="{FF2B5EF4-FFF2-40B4-BE49-F238E27FC236}">
                <a16:creationId xmlns:a16="http://schemas.microsoft.com/office/drawing/2014/main" id="{F6AC5178-110C-C6A4-2DF8-FFE93A43DF31}"/>
              </a:ext>
            </a:extLst>
          </p:cNvPr>
          <p:cNvGraphicFramePr>
            <a:graphicFrameLocks noChangeAspect="1"/>
          </p:cNvGraphicFramePr>
          <p:nvPr>
            <p:extLst>
              <p:ext uri="{D42A27DB-BD31-4B8C-83A1-F6EECF244321}">
                <p14:modId xmlns:p14="http://schemas.microsoft.com/office/powerpoint/2010/main" val="2879412968"/>
              </p:ext>
            </p:extLst>
          </p:nvPr>
        </p:nvGraphicFramePr>
        <p:xfrm>
          <a:off x="5594702" y="600789"/>
          <a:ext cx="2428875" cy="809625"/>
        </p:xfrm>
        <a:graphic>
          <a:graphicData uri="http://schemas.openxmlformats.org/presentationml/2006/ole">
            <mc:AlternateContent xmlns:mc="http://schemas.openxmlformats.org/markup-compatibility/2006">
              <mc:Choice xmlns:v="urn:schemas-microsoft-com:vml" Requires="v">
                <p:oleObj name="Imagen de mapa de bits" r:id="rId10" imgW="2428920" imgH="809640" progId="Paint.Picture">
                  <p:embed/>
                </p:oleObj>
              </mc:Choice>
              <mc:Fallback>
                <p:oleObj name="Imagen de mapa de bits" r:id="rId10" imgW="2428920" imgH="809640" progId="Paint.Picture">
                  <p:embed/>
                  <p:pic>
                    <p:nvPicPr>
                      <p:cNvPr id="10" name="Objeto 9">
                        <a:extLst>
                          <a:ext uri="{FF2B5EF4-FFF2-40B4-BE49-F238E27FC236}">
                            <a16:creationId xmlns:a16="http://schemas.microsoft.com/office/drawing/2014/main" id="{F6AC5178-110C-C6A4-2DF8-FFE93A43DF31}"/>
                          </a:ext>
                        </a:extLst>
                      </p:cNvPr>
                      <p:cNvPicPr/>
                      <p:nvPr/>
                    </p:nvPicPr>
                    <p:blipFill>
                      <a:blip r:embed="rId11"/>
                      <a:stretch>
                        <a:fillRect/>
                      </a:stretch>
                    </p:blipFill>
                    <p:spPr>
                      <a:xfrm>
                        <a:off x="5594702" y="600789"/>
                        <a:ext cx="2428875" cy="809625"/>
                      </a:xfrm>
                      <a:prstGeom prst="rect">
                        <a:avLst/>
                      </a:prstGeom>
                    </p:spPr>
                  </p:pic>
                </p:oleObj>
              </mc:Fallback>
            </mc:AlternateContent>
          </a:graphicData>
        </a:graphic>
      </p:graphicFrame>
    </p:spTree>
    <p:extLst>
      <p:ext uri="{BB962C8B-B14F-4D97-AF65-F5344CB8AC3E}">
        <p14:creationId xmlns:p14="http://schemas.microsoft.com/office/powerpoint/2010/main" val="3539785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5567E-C9F7-D93E-AE42-A22EFCC1C844}"/>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2388E6C1-1329-D3DD-29DC-C865CAD832CF}"/>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6C59226F-F63F-A5C0-1D9F-494DAE8609CE}"/>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7CA8E630-BD6D-2F84-042C-956BC3B036AD}"/>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4D518E37-5C7F-8804-7DA7-80C9702EEF6F}"/>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ítulo 3">
            <a:extLst>
              <a:ext uri="{FF2B5EF4-FFF2-40B4-BE49-F238E27FC236}">
                <a16:creationId xmlns:a16="http://schemas.microsoft.com/office/drawing/2014/main" id="{9EE48C98-3F98-851F-A1FA-FD3718A9C1C0}"/>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How</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does</a:t>
            </a:r>
            <a:r>
              <a:rPr lang="es-MX" sz="2400" b="1" dirty="0">
                <a:solidFill>
                  <a:srgbClr val="002060"/>
                </a:solidFill>
                <a:latin typeface="Raleway" pitchFamily="2" charset="0"/>
                <a:ea typeface="+mn-ea"/>
                <a:cs typeface="+mn-cs"/>
              </a:rPr>
              <a:t> ANN </a:t>
            </a:r>
            <a:r>
              <a:rPr lang="es-MX" sz="2400" b="1" dirty="0" err="1">
                <a:solidFill>
                  <a:srgbClr val="002060"/>
                </a:solidFill>
                <a:latin typeface="Raleway" pitchFamily="2" charset="0"/>
                <a:ea typeface="+mn-ea"/>
                <a:cs typeface="+mn-cs"/>
              </a:rPr>
              <a:t>learn</a:t>
            </a:r>
            <a:r>
              <a:rPr lang="es-MX" sz="2400" b="1" dirty="0">
                <a:solidFill>
                  <a:srgbClr val="002060"/>
                </a:solidFill>
                <a:latin typeface="Raleway" pitchFamily="2" charset="0"/>
                <a:ea typeface="+mn-ea"/>
                <a:cs typeface="+mn-cs"/>
              </a:rPr>
              <a:t>?</a:t>
            </a:r>
          </a:p>
        </p:txBody>
      </p:sp>
      <p:graphicFrame>
        <p:nvGraphicFramePr>
          <p:cNvPr id="2" name="Objeto 1">
            <a:extLst>
              <a:ext uri="{FF2B5EF4-FFF2-40B4-BE49-F238E27FC236}">
                <a16:creationId xmlns:a16="http://schemas.microsoft.com/office/drawing/2014/main" id="{D824EF3A-104A-5E64-3668-9BFA6460104E}"/>
              </a:ext>
            </a:extLst>
          </p:cNvPr>
          <p:cNvGraphicFramePr>
            <a:graphicFrameLocks noChangeAspect="1"/>
          </p:cNvGraphicFramePr>
          <p:nvPr/>
        </p:nvGraphicFramePr>
        <p:xfrm>
          <a:off x="687513" y="1005602"/>
          <a:ext cx="4036887" cy="3443457"/>
        </p:xfrm>
        <a:graphic>
          <a:graphicData uri="http://schemas.openxmlformats.org/presentationml/2006/ole">
            <mc:AlternateContent xmlns:mc="http://schemas.openxmlformats.org/markup-compatibility/2006">
              <mc:Choice xmlns:v="urn:schemas-microsoft-com:vml" Requires="v">
                <p:oleObj name="Imagen de mapa de bits" r:id="rId2" imgW="4924440" imgH="4200480" progId="Paint.Picture">
                  <p:embed/>
                </p:oleObj>
              </mc:Choice>
              <mc:Fallback>
                <p:oleObj name="Imagen de mapa de bits" r:id="rId2" imgW="4924440" imgH="4200480" progId="Paint.Picture">
                  <p:embed/>
                  <p:pic>
                    <p:nvPicPr>
                      <p:cNvPr id="2" name="Objeto 1">
                        <a:extLst>
                          <a:ext uri="{FF2B5EF4-FFF2-40B4-BE49-F238E27FC236}">
                            <a16:creationId xmlns:a16="http://schemas.microsoft.com/office/drawing/2014/main" id="{D824EF3A-104A-5E64-3668-9BFA6460104E}"/>
                          </a:ext>
                        </a:extLst>
                      </p:cNvPr>
                      <p:cNvPicPr/>
                      <p:nvPr/>
                    </p:nvPicPr>
                    <p:blipFill>
                      <a:blip r:embed="rId3"/>
                      <a:stretch>
                        <a:fillRect/>
                      </a:stretch>
                    </p:blipFill>
                    <p:spPr>
                      <a:xfrm>
                        <a:off x="687513" y="1005602"/>
                        <a:ext cx="4036887" cy="3443457"/>
                      </a:xfrm>
                      <a:prstGeom prst="rect">
                        <a:avLst/>
                      </a:prstGeom>
                    </p:spPr>
                  </p:pic>
                </p:oleObj>
              </mc:Fallback>
            </mc:AlternateContent>
          </a:graphicData>
        </a:graphic>
      </p:graphicFrame>
      <p:sp>
        <p:nvSpPr>
          <p:cNvPr id="3" name="CuadroTexto 2">
            <a:extLst>
              <a:ext uri="{FF2B5EF4-FFF2-40B4-BE49-F238E27FC236}">
                <a16:creationId xmlns:a16="http://schemas.microsoft.com/office/drawing/2014/main" id="{B3AEDFA0-BB84-71B9-82A9-9D6D375ED996}"/>
              </a:ext>
            </a:extLst>
          </p:cNvPr>
          <p:cNvSpPr txBox="1"/>
          <p:nvPr/>
        </p:nvSpPr>
        <p:spPr>
          <a:xfrm>
            <a:off x="4572000" y="490171"/>
            <a:ext cx="4692757" cy="707886"/>
          </a:xfrm>
          <a:prstGeom prst="rect">
            <a:avLst/>
          </a:prstGeom>
          <a:noFill/>
        </p:spPr>
        <p:txBody>
          <a:bodyPr wrap="square">
            <a:spAutoFit/>
          </a:bodyPr>
          <a:lstStyle/>
          <a:p>
            <a:r>
              <a:rPr lang="en-US" sz="2000" dirty="0">
                <a:latin typeface="+mj-lt"/>
              </a:rPr>
              <a:t>Now, we will compute each of the terms in the preceding equation:</a:t>
            </a:r>
            <a:endParaRPr lang="es-MX" sz="2000" dirty="0">
              <a:latin typeface="+mj-lt"/>
            </a:endParaRPr>
          </a:p>
        </p:txBody>
      </p:sp>
      <p:graphicFrame>
        <p:nvGraphicFramePr>
          <p:cNvPr id="4" name="Objeto 3">
            <a:extLst>
              <a:ext uri="{FF2B5EF4-FFF2-40B4-BE49-F238E27FC236}">
                <a16:creationId xmlns:a16="http://schemas.microsoft.com/office/drawing/2014/main" id="{2A687EC7-555D-F7FF-5740-4C137AB43B75}"/>
              </a:ext>
            </a:extLst>
          </p:cNvPr>
          <p:cNvGraphicFramePr>
            <a:graphicFrameLocks noChangeAspect="1"/>
          </p:cNvGraphicFramePr>
          <p:nvPr>
            <p:extLst>
              <p:ext uri="{D42A27DB-BD31-4B8C-83A1-F6EECF244321}">
                <p14:modId xmlns:p14="http://schemas.microsoft.com/office/powerpoint/2010/main" val="1618912016"/>
              </p:ext>
            </p:extLst>
          </p:nvPr>
        </p:nvGraphicFramePr>
        <p:xfrm>
          <a:off x="6072861" y="1144293"/>
          <a:ext cx="904875" cy="790575"/>
        </p:xfrm>
        <a:graphic>
          <a:graphicData uri="http://schemas.openxmlformats.org/presentationml/2006/ole">
            <mc:AlternateContent xmlns:mc="http://schemas.openxmlformats.org/markup-compatibility/2006">
              <mc:Choice xmlns:v="urn:schemas-microsoft-com:vml" Requires="v">
                <p:oleObj name="Imagen de mapa de bits" r:id="rId4" imgW="905040" imgH="790560" progId="Paint.Picture">
                  <p:embed/>
                </p:oleObj>
              </mc:Choice>
              <mc:Fallback>
                <p:oleObj name="Imagen de mapa de bits" r:id="rId4" imgW="905040" imgH="790560" progId="Paint.Picture">
                  <p:embed/>
                  <p:pic>
                    <p:nvPicPr>
                      <p:cNvPr id="4" name="Objeto 3">
                        <a:extLst>
                          <a:ext uri="{FF2B5EF4-FFF2-40B4-BE49-F238E27FC236}">
                            <a16:creationId xmlns:a16="http://schemas.microsoft.com/office/drawing/2014/main" id="{2A687EC7-555D-F7FF-5740-4C137AB43B75}"/>
                          </a:ext>
                        </a:extLst>
                      </p:cNvPr>
                      <p:cNvPicPr/>
                      <p:nvPr/>
                    </p:nvPicPr>
                    <p:blipFill>
                      <a:blip r:embed="rId5"/>
                      <a:stretch>
                        <a:fillRect/>
                      </a:stretch>
                    </p:blipFill>
                    <p:spPr>
                      <a:xfrm>
                        <a:off x="6072861" y="1144293"/>
                        <a:ext cx="904875" cy="790575"/>
                      </a:xfrm>
                      <a:prstGeom prst="rect">
                        <a:avLst/>
                      </a:prstGeom>
                    </p:spPr>
                  </p:pic>
                </p:oleObj>
              </mc:Fallback>
            </mc:AlternateContent>
          </a:graphicData>
        </a:graphic>
      </p:graphicFrame>
      <p:graphicFrame>
        <p:nvGraphicFramePr>
          <p:cNvPr id="11" name="Objeto 10">
            <a:extLst>
              <a:ext uri="{FF2B5EF4-FFF2-40B4-BE49-F238E27FC236}">
                <a16:creationId xmlns:a16="http://schemas.microsoft.com/office/drawing/2014/main" id="{05F212B0-104E-6733-BF4E-FD1142186B79}"/>
              </a:ext>
            </a:extLst>
          </p:cNvPr>
          <p:cNvGraphicFramePr>
            <a:graphicFrameLocks noChangeAspect="1"/>
          </p:cNvGraphicFramePr>
          <p:nvPr>
            <p:extLst>
              <p:ext uri="{D42A27DB-BD31-4B8C-83A1-F6EECF244321}">
                <p14:modId xmlns:p14="http://schemas.microsoft.com/office/powerpoint/2010/main" val="745656089"/>
              </p:ext>
            </p:extLst>
          </p:nvPr>
        </p:nvGraphicFramePr>
        <p:xfrm>
          <a:off x="6918288" y="1325643"/>
          <a:ext cx="933450" cy="409575"/>
        </p:xfrm>
        <a:graphic>
          <a:graphicData uri="http://schemas.openxmlformats.org/presentationml/2006/ole">
            <mc:AlternateContent xmlns:mc="http://schemas.openxmlformats.org/markup-compatibility/2006">
              <mc:Choice xmlns:v="urn:schemas-microsoft-com:vml" Requires="v">
                <p:oleObj name="Imagen de mapa de bits" r:id="rId6" imgW="933480" imgH="409680" progId="Paint.Picture">
                  <p:embed/>
                </p:oleObj>
              </mc:Choice>
              <mc:Fallback>
                <p:oleObj name="Imagen de mapa de bits" r:id="rId6" imgW="933480" imgH="409680" progId="Paint.Picture">
                  <p:embed/>
                  <p:pic>
                    <p:nvPicPr>
                      <p:cNvPr id="11" name="Objeto 10">
                        <a:extLst>
                          <a:ext uri="{FF2B5EF4-FFF2-40B4-BE49-F238E27FC236}">
                            <a16:creationId xmlns:a16="http://schemas.microsoft.com/office/drawing/2014/main" id="{05F212B0-104E-6733-BF4E-FD1142186B79}"/>
                          </a:ext>
                        </a:extLst>
                      </p:cNvPr>
                      <p:cNvPicPr/>
                      <p:nvPr/>
                    </p:nvPicPr>
                    <p:blipFill>
                      <a:blip r:embed="rId7"/>
                      <a:stretch>
                        <a:fillRect/>
                      </a:stretch>
                    </p:blipFill>
                    <p:spPr>
                      <a:xfrm>
                        <a:off x="6918288" y="1325643"/>
                        <a:ext cx="933450" cy="409575"/>
                      </a:xfrm>
                      <a:prstGeom prst="rect">
                        <a:avLst/>
                      </a:prstGeom>
                    </p:spPr>
                  </p:pic>
                </p:oleObj>
              </mc:Fallback>
            </mc:AlternateContent>
          </a:graphicData>
        </a:graphic>
      </p:graphicFrame>
      <p:graphicFrame>
        <p:nvGraphicFramePr>
          <p:cNvPr id="15" name="Objeto 14">
            <a:extLst>
              <a:ext uri="{FF2B5EF4-FFF2-40B4-BE49-F238E27FC236}">
                <a16:creationId xmlns:a16="http://schemas.microsoft.com/office/drawing/2014/main" id="{A2DA1AF8-7F4F-AB95-F7E3-11B13CEE0DAB}"/>
              </a:ext>
            </a:extLst>
          </p:cNvPr>
          <p:cNvGraphicFramePr>
            <a:graphicFrameLocks noChangeAspect="1"/>
          </p:cNvGraphicFramePr>
          <p:nvPr>
            <p:extLst>
              <p:ext uri="{D42A27DB-BD31-4B8C-83A1-F6EECF244321}">
                <p14:modId xmlns:p14="http://schemas.microsoft.com/office/powerpoint/2010/main" val="852529203"/>
              </p:ext>
            </p:extLst>
          </p:nvPr>
        </p:nvGraphicFramePr>
        <p:xfrm>
          <a:off x="6106624" y="2043112"/>
          <a:ext cx="885825" cy="752475"/>
        </p:xfrm>
        <a:graphic>
          <a:graphicData uri="http://schemas.openxmlformats.org/presentationml/2006/ole">
            <mc:AlternateContent xmlns:mc="http://schemas.openxmlformats.org/markup-compatibility/2006">
              <mc:Choice xmlns:v="urn:schemas-microsoft-com:vml" Requires="v">
                <p:oleObj name="Imagen de mapa de bits" r:id="rId8" imgW="885960" imgH="752400" progId="Paint.Picture">
                  <p:embed/>
                </p:oleObj>
              </mc:Choice>
              <mc:Fallback>
                <p:oleObj name="Imagen de mapa de bits" r:id="rId8" imgW="885960" imgH="752400" progId="Paint.Picture">
                  <p:embed/>
                  <p:pic>
                    <p:nvPicPr>
                      <p:cNvPr id="15" name="Objeto 14">
                        <a:extLst>
                          <a:ext uri="{FF2B5EF4-FFF2-40B4-BE49-F238E27FC236}">
                            <a16:creationId xmlns:a16="http://schemas.microsoft.com/office/drawing/2014/main" id="{A2DA1AF8-7F4F-AB95-F7E3-11B13CEE0DAB}"/>
                          </a:ext>
                        </a:extLst>
                      </p:cNvPr>
                      <p:cNvPicPr/>
                      <p:nvPr/>
                    </p:nvPicPr>
                    <p:blipFill>
                      <a:blip r:embed="rId9"/>
                      <a:stretch>
                        <a:fillRect/>
                      </a:stretch>
                    </p:blipFill>
                    <p:spPr>
                      <a:xfrm>
                        <a:off x="6106624" y="2043112"/>
                        <a:ext cx="885825" cy="752475"/>
                      </a:xfrm>
                      <a:prstGeom prst="rect">
                        <a:avLst/>
                      </a:prstGeom>
                    </p:spPr>
                  </p:pic>
                </p:oleObj>
              </mc:Fallback>
            </mc:AlternateContent>
          </a:graphicData>
        </a:graphic>
      </p:graphicFrame>
      <p:graphicFrame>
        <p:nvGraphicFramePr>
          <p:cNvPr id="16" name="Objeto 15">
            <a:extLst>
              <a:ext uri="{FF2B5EF4-FFF2-40B4-BE49-F238E27FC236}">
                <a16:creationId xmlns:a16="http://schemas.microsoft.com/office/drawing/2014/main" id="{B6442653-089C-6237-27F5-24E20802FE8F}"/>
              </a:ext>
            </a:extLst>
          </p:cNvPr>
          <p:cNvGraphicFramePr>
            <a:graphicFrameLocks noChangeAspect="1"/>
          </p:cNvGraphicFramePr>
          <p:nvPr>
            <p:extLst>
              <p:ext uri="{D42A27DB-BD31-4B8C-83A1-F6EECF244321}">
                <p14:modId xmlns:p14="http://schemas.microsoft.com/office/powerpoint/2010/main" val="3762910433"/>
              </p:ext>
            </p:extLst>
          </p:nvPr>
        </p:nvGraphicFramePr>
        <p:xfrm>
          <a:off x="6977736" y="2186504"/>
          <a:ext cx="828675" cy="381000"/>
        </p:xfrm>
        <a:graphic>
          <a:graphicData uri="http://schemas.openxmlformats.org/presentationml/2006/ole">
            <mc:AlternateContent xmlns:mc="http://schemas.openxmlformats.org/markup-compatibility/2006">
              <mc:Choice xmlns:v="urn:schemas-microsoft-com:vml" Requires="v">
                <p:oleObj name="Imagen de mapa de bits" r:id="rId10" imgW="828720" imgH="380880" progId="Paint.Picture">
                  <p:embed/>
                </p:oleObj>
              </mc:Choice>
              <mc:Fallback>
                <p:oleObj name="Imagen de mapa de bits" r:id="rId10" imgW="828720" imgH="380880" progId="Paint.Picture">
                  <p:embed/>
                  <p:pic>
                    <p:nvPicPr>
                      <p:cNvPr id="16" name="Objeto 15">
                        <a:extLst>
                          <a:ext uri="{FF2B5EF4-FFF2-40B4-BE49-F238E27FC236}">
                            <a16:creationId xmlns:a16="http://schemas.microsoft.com/office/drawing/2014/main" id="{B6442653-089C-6237-27F5-24E20802FE8F}"/>
                          </a:ext>
                        </a:extLst>
                      </p:cNvPr>
                      <p:cNvPicPr/>
                      <p:nvPr/>
                    </p:nvPicPr>
                    <p:blipFill>
                      <a:blip r:embed="rId11"/>
                      <a:stretch>
                        <a:fillRect/>
                      </a:stretch>
                    </p:blipFill>
                    <p:spPr>
                      <a:xfrm>
                        <a:off x="6977736" y="2186504"/>
                        <a:ext cx="828675" cy="381000"/>
                      </a:xfrm>
                      <a:prstGeom prst="rect">
                        <a:avLst/>
                      </a:prstGeom>
                    </p:spPr>
                  </p:pic>
                </p:oleObj>
              </mc:Fallback>
            </mc:AlternateContent>
          </a:graphicData>
        </a:graphic>
      </p:graphicFrame>
      <p:graphicFrame>
        <p:nvGraphicFramePr>
          <p:cNvPr id="17" name="Objeto 16">
            <a:extLst>
              <a:ext uri="{FF2B5EF4-FFF2-40B4-BE49-F238E27FC236}">
                <a16:creationId xmlns:a16="http://schemas.microsoft.com/office/drawing/2014/main" id="{1A97B08A-10D5-8FFA-05D1-F17A1247B66A}"/>
              </a:ext>
            </a:extLst>
          </p:cNvPr>
          <p:cNvGraphicFramePr>
            <a:graphicFrameLocks noChangeAspect="1"/>
          </p:cNvGraphicFramePr>
          <p:nvPr>
            <p:extLst>
              <p:ext uri="{D42A27DB-BD31-4B8C-83A1-F6EECF244321}">
                <p14:modId xmlns:p14="http://schemas.microsoft.com/office/powerpoint/2010/main" val="2047754943"/>
              </p:ext>
            </p:extLst>
          </p:nvPr>
        </p:nvGraphicFramePr>
        <p:xfrm>
          <a:off x="5636991" y="2903831"/>
          <a:ext cx="1438275" cy="923925"/>
        </p:xfrm>
        <a:graphic>
          <a:graphicData uri="http://schemas.openxmlformats.org/presentationml/2006/ole">
            <mc:AlternateContent xmlns:mc="http://schemas.openxmlformats.org/markup-compatibility/2006">
              <mc:Choice xmlns:v="urn:schemas-microsoft-com:vml" Requires="v">
                <p:oleObj name="Imagen de mapa de bits" r:id="rId12" imgW="1438200" imgH="923760" progId="Paint.Picture">
                  <p:embed/>
                </p:oleObj>
              </mc:Choice>
              <mc:Fallback>
                <p:oleObj name="Imagen de mapa de bits" r:id="rId12" imgW="1438200" imgH="923760" progId="Paint.Picture">
                  <p:embed/>
                  <p:pic>
                    <p:nvPicPr>
                      <p:cNvPr id="17" name="Objeto 16">
                        <a:extLst>
                          <a:ext uri="{FF2B5EF4-FFF2-40B4-BE49-F238E27FC236}">
                            <a16:creationId xmlns:a16="http://schemas.microsoft.com/office/drawing/2014/main" id="{1A97B08A-10D5-8FFA-05D1-F17A1247B66A}"/>
                          </a:ext>
                        </a:extLst>
                      </p:cNvPr>
                      <p:cNvPicPr/>
                      <p:nvPr/>
                    </p:nvPicPr>
                    <p:blipFill>
                      <a:blip r:embed="rId13"/>
                      <a:stretch>
                        <a:fillRect/>
                      </a:stretch>
                    </p:blipFill>
                    <p:spPr>
                      <a:xfrm>
                        <a:off x="5636991" y="2903831"/>
                        <a:ext cx="1438275" cy="923925"/>
                      </a:xfrm>
                      <a:prstGeom prst="rect">
                        <a:avLst/>
                      </a:prstGeom>
                    </p:spPr>
                  </p:pic>
                </p:oleObj>
              </mc:Fallback>
            </mc:AlternateContent>
          </a:graphicData>
        </a:graphic>
      </p:graphicFrame>
      <p:graphicFrame>
        <p:nvGraphicFramePr>
          <p:cNvPr id="18" name="Objeto 17">
            <a:extLst>
              <a:ext uri="{FF2B5EF4-FFF2-40B4-BE49-F238E27FC236}">
                <a16:creationId xmlns:a16="http://schemas.microsoft.com/office/drawing/2014/main" id="{86556DAC-FA76-8DC5-1697-BB7DAD12D515}"/>
              </a:ext>
            </a:extLst>
          </p:cNvPr>
          <p:cNvGraphicFramePr>
            <a:graphicFrameLocks noChangeAspect="1"/>
          </p:cNvGraphicFramePr>
          <p:nvPr>
            <p:extLst>
              <p:ext uri="{D42A27DB-BD31-4B8C-83A1-F6EECF244321}">
                <p14:modId xmlns:p14="http://schemas.microsoft.com/office/powerpoint/2010/main" val="4223642395"/>
              </p:ext>
            </p:extLst>
          </p:nvPr>
        </p:nvGraphicFramePr>
        <p:xfrm>
          <a:off x="7011073" y="3179452"/>
          <a:ext cx="381000" cy="361950"/>
        </p:xfrm>
        <a:graphic>
          <a:graphicData uri="http://schemas.openxmlformats.org/presentationml/2006/ole">
            <mc:AlternateContent xmlns:mc="http://schemas.openxmlformats.org/markup-compatibility/2006">
              <mc:Choice xmlns:v="urn:schemas-microsoft-com:vml" Requires="v">
                <p:oleObj name="Imagen de mapa de bits" r:id="rId14" imgW="380880" imgH="361800" progId="Paint.Picture">
                  <p:embed/>
                </p:oleObj>
              </mc:Choice>
              <mc:Fallback>
                <p:oleObj name="Imagen de mapa de bits" r:id="rId14" imgW="380880" imgH="361800" progId="Paint.Picture">
                  <p:embed/>
                  <p:pic>
                    <p:nvPicPr>
                      <p:cNvPr id="18" name="Objeto 17">
                        <a:extLst>
                          <a:ext uri="{FF2B5EF4-FFF2-40B4-BE49-F238E27FC236}">
                            <a16:creationId xmlns:a16="http://schemas.microsoft.com/office/drawing/2014/main" id="{86556DAC-FA76-8DC5-1697-BB7DAD12D515}"/>
                          </a:ext>
                        </a:extLst>
                      </p:cNvPr>
                      <p:cNvPicPr/>
                      <p:nvPr/>
                    </p:nvPicPr>
                    <p:blipFill>
                      <a:blip r:embed="rId15"/>
                      <a:stretch>
                        <a:fillRect/>
                      </a:stretch>
                    </p:blipFill>
                    <p:spPr>
                      <a:xfrm>
                        <a:off x="7011073" y="3179452"/>
                        <a:ext cx="381000" cy="361950"/>
                      </a:xfrm>
                      <a:prstGeom prst="rect">
                        <a:avLst/>
                      </a:prstGeom>
                    </p:spPr>
                  </p:pic>
                </p:oleObj>
              </mc:Fallback>
            </mc:AlternateContent>
          </a:graphicData>
        </a:graphic>
      </p:graphicFrame>
      <p:graphicFrame>
        <p:nvGraphicFramePr>
          <p:cNvPr id="19" name="Objeto 18">
            <a:extLst>
              <a:ext uri="{FF2B5EF4-FFF2-40B4-BE49-F238E27FC236}">
                <a16:creationId xmlns:a16="http://schemas.microsoft.com/office/drawing/2014/main" id="{8DAAC9DC-2F33-CE5F-D27F-731821E95450}"/>
              </a:ext>
            </a:extLst>
          </p:cNvPr>
          <p:cNvGraphicFramePr>
            <a:graphicFrameLocks noChangeAspect="1"/>
          </p:cNvGraphicFramePr>
          <p:nvPr>
            <p:extLst>
              <p:ext uri="{D42A27DB-BD31-4B8C-83A1-F6EECF244321}">
                <p14:modId xmlns:p14="http://schemas.microsoft.com/office/powerpoint/2010/main" val="1406782491"/>
              </p:ext>
            </p:extLst>
          </p:nvPr>
        </p:nvGraphicFramePr>
        <p:xfrm>
          <a:off x="5127820" y="3936000"/>
          <a:ext cx="3800475" cy="1000125"/>
        </p:xfrm>
        <a:graphic>
          <a:graphicData uri="http://schemas.openxmlformats.org/presentationml/2006/ole">
            <mc:AlternateContent xmlns:mc="http://schemas.openxmlformats.org/markup-compatibility/2006">
              <mc:Choice xmlns:v="urn:schemas-microsoft-com:vml" Requires="v">
                <p:oleObj name="Imagen de mapa de bits" r:id="rId16" imgW="3800520" imgH="1000080" progId="Paint.Picture">
                  <p:embed/>
                </p:oleObj>
              </mc:Choice>
              <mc:Fallback>
                <p:oleObj name="Imagen de mapa de bits" r:id="rId16" imgW="3800520" imgH="1000080" progId="Paint.Picture">
                  <p:embed/>
                  <p:pic>
                    <p:nvPicPr>
                      <p:cNvPr id="19" name="Objeto 18">
                        <a:extLst>
                          <a:ext uri="{FF2B5EF4-FFF2-40B4-BE49-F238E27FC236}">
                            <a16:creationId xmlns:a16="http://schemas.microsoft.com/office/drawing/2014/main" id="{8DAAC9DC-2F33-CE5F-D27F-731821E95450}"/>
                          </a:ext>
                        </a:extLst>
                      </p:cNvPr>
                      <p:cNvPicPr/>
                      <p:nvPr/>
                    </p:nvPicPr>
                    <p:blipFill>
                      <a:blip r:embed="rId17"/>
                      <a:stretch>
                        <a:fillRect/>
                      </a:stretch>
                    </p:blipFill>
                    <p:spPr>
                      <a:xfrm>
                        <a:off x="5127820" y="3936000"/>
                        <a:ext cx="3800475" cy="1000125"/>
                      </a:xfrm>
                      <a:prstGeom prst="rect">
                        <a:avLst/>
                      </a:prstGeom>
                    </p:spPr>
                  </p:pic>
                </p:oleObj>
              </mc:Fallback>
            </mc:AlternateContent>
          </a:graphicData>
        </a:graphic>
      </p:graphicFrame>
    </p:spTree>
    <p:extLst>
      <p:ext uri="{BB962C8B-B14F-4D97-AF65-F5344CB8AC3E}">
        <p14:creationId xmlns:p14="http://schemas.microsoft.com/office/powerpoint/2010/main" val="785060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19310-6B20-D39F-C273-26E433D8DD57}"/>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30491BFB-BDCF-01BA-FA04-2282B171C0BC}"/>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7C03D46B-2BB2-EEDA-383B-55554B12D2F5}"/>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FEEFD1B7-CD26-2B06-7186-6543235D701E}"/>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E5BF24DE-4A9E-E06E-5CBB-7BEAFFA1A29E}"/>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ítulo 3">
            <a:extLst>
              <a:ext uri="{FF2B5EF4-FFF2-40B4-BE49-F238E27FC236}">
                <a16:creationId xmlns:a16="http://schemas.microsoft.com/office/drawing/2014/main" id="{1F8A64B7-3FCF-DBDB-5386-128A4FE9A4E3}"/>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How</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does</a:t>
            </a:r>
            <a:r>
              <a:rPr lang="es-MX" sz="2400" b="1" dirty="0">
                <a:solidFill>
                  <a:srgbClr val="002060"/>
                </a:solidFill>
                <a:latin typeface="Raleway" pitchFamily="2" charset="0"/>
                <a:ea typeface="+mn-ea"/>
                <a:cs typeface="+mn-cs"/>
              </a:rPr>
              <a:t> ANN </a:t>
            </a:r>
            <a:r>
              <a:rPr lang="es-MX" sz="2400" b="1" dirty="0" err="1">
                <a:solidFill>
                  <a:srgbClr val="002060"/>
                </a:solidFill>
                <a:latin typeface="Raleway" pitchFamily="2" charset="0"/>
                <a:ea typeface="+mn-ea"/>
                <a:cs typeface="+mn-cs"/>
              </a:rPr>
              <a:t>learn</a:t>
            </a:r>
            <a:r>
              <a:rPr lang="es-MX" sz="2400" b="1" dirty="0">
                <a:solidFill>
                  <a:srgbClr val="002060"/>
                </a:solidFill>
                <a:latin typeface="Raleway" pitchFamily="2" charset="0"/>
                <a:ea typeface="+mn-ea"/>
                <a:cs typeface="+mn-cs"/>
              </a:rPr>
              <a:t>?</a:t>
            </a:r>
          </a:p>
        </p:txBody>
      </p:sp>
      <p:graphicFrame>
        <p:nvGraphicFramePr>
          <p:cNvPr id="2" name="Objeto 1">
            <a:extLst>
              <a:ext uri="{FF2B5EF4-FFF2-40B4-BE49-F238E27FC236}">
                <a16:creationId xmlns:a16="http://schemas.microsoft.com/office/drawing/2014/main" id="{6E8C8D86-B6F5-473A-B350-3A0FDF577427}"/>
              </a:ext>
            </a:extLst>
          </p:cNvPr>
          <p:cNvGraphicFramePr>
            <a:graphicFrameLocks noChangeAspect="1"/>
          </p:cNvGraphicFramePr>
          <p:nvPr/>
        </p:nvGraphicFramePr>
        <p:xfrm>
          <a:off x="687513" y="1005602"/>
          <a:ext cx="4036887" cy="3443457"/>
        </p:xfrm>
        <a:graphic>
          <a:graphicData uri="http://schemas.openxmlformats.org/presentationml/2006/ole">
            <mc:AlternateContent xmlns:mc="http://schemas.openxmlformats.org/markup-compatibility/2006">
              <mc:Choice xmlns:v="urn:schemas-microsoft-com:vml" Requires="v">
                <p:oleObj name="Imagen de mapa de bits" r:id="rId2" imgW="4924440" imgH="4200480" progId="Paint.Picture">
                  <p:embed/>
                </p:oleObj>
              </mc:Choice>
              <mc:Fallback>
                <p:oleObj name="Imagen de mapa de bits" r:id="rId2" imgW="4924440" imgH="4200480" progId="Paint.Picture">
                  <p:embed/>
                  <p:pic>
                    <p:nvPicPr>
                      <p:cNvPr id="2" name="Objeto 1">
                        <a:extLst>
                          <a:ext uri="{FF2B5EF4-FFF2-40B4-BE49-F238E27FC236}">
                            <a16:creationId xmlns:a16="http://schemas.microsoft.com/office/drawing/2014/main" id="{6E8C8D86-B6F5-473A-B350-3A0FDF577427}"/>
                          </a:ext>
                        </a:extLst>
                      </p:cNvPr>
                      <p:cNvPicPr/>
                      <p:nvPr/>
                    </p:nvPicPr>
                    <p:blipFill>
                      <a:blip r:embed="rId3"/>
                      <a:stretch>
                        <a:fillRect/>
                      </a:stretch>
                    </p:blipFill>
                    <p:spPr>
                      <a:xfrm>
                        <a:off x="687513" y="1005602"/>
                        <a:ext cx="4036887" cy="3443457"/>
                      </a:xfrm>
                      <a:prstGeom prst="rect">
                        <a:avLst/>
                      </a:prstGeom>
                    </p:spPr>
                  </p:pic>
                </p:oleObj>
              </mc:Fallback>
            </mc:AlternateContent>
          </a:graphicData>
        </a:graphic>
      </p:graphicFrame>
      <p:graphicFrame>
        <p:nvGraphicFramePr>
          <p:cNvPr id="5" name="Objeto 4">
            <a:extLst>
              <a:ext uri="{FF2B5EF4-FFF2-40B4-BE49-F238E27FC236}">
                <a16:creationId xmlns:a16="http://schemas.microsoft.com/office/drawing/2014/main" id="{B77229EC-C6A1-A129-1E52-7B1F02B0D5E7}"/>
              </a:ext>
            </a:extLst>
          </p:cNvPr>
          <p:cNvGraphicFramePr>
            <a:graphicFrameLocks noChangeAspect="1"/>
          </p:cNvGraphicFramePr>
          <p:nvPr>
            <p:extLst>
              <p:ext uri="{D42A27DB-BD31-4B8C-83A1-F6EECF244321}">
                <p14:modId xmlns:p14="http://schemas.microsoft.com/office/powerpoint/2010/main" val="3766303063"/>
              </p:ext>
            </p:extLst>
          </p:nvPr>
        </p:nvGraphicFramePr>
        <p:xfrm>
          <a:off x="5787109" y="1805851"/>
          <a:ext cx="628650" cy="409575"/>
        </p:xfrm>
        <a:graphic>
          <a:graphicData uri="http://schemas.openxmlformats.org/presentationml/2006/ole">
            <mc:AlternateContent xmlns:mc="http://schemas.openxmlformats.org/markup-compatibility/2006">
              <mc:Choice xmlns:v="urn:schemas-microsoft-com:vml" Requires="v">
                <p:oleObj name="Imagen de mapa de bits" r:id="rId4" imgW="628560" imgH="409680" progId="Paint.Picture">
                  <p:embed/>
                </p:oleObj>
              </mc:Choice>
              <mc:Fallback>
                <p:oleObj name="Imagen de mapa de bits" r:id="rId4" imgW="628560" imgH="409680" progId="Paint.Picture">
                  <p:embed/>
                  <p:pic>
                    <p:nvPicPr>
                      <p:cNvPr id="5" name="Objeto 4">
                        <a:extLst>
                          <a:ext uri="{FF2B5EF4-FFF2-40B4-BE49-F238E27FC236}">
                            <a16:creationId xmlns:a16="http://schemas.microsoft.com/office/drawing/2014/main" id="{B77229EC-C6A1-A129-1E52-7B1F02B0D5E7}"/>
                          </a:ext>
                        </a:extLst>
                      </p:cNvPr>
                      <p:cNvPicPr/>
                      <p:nvPr/>
                    </p:nvPicPr>
                    <p:blipFill>
                      <a:blip r:embed="rId5"/>
                      <a:stretch>
                        <a:fillRect/>
                      </a:stretch>
                    </p:blipFill>
                    <p:spPr>
                      <a:xfrm>
                        <a:off x="5787109" y="1805851"/>
                        <a:ext cx="628650" cy="409575"/>
                      </a:xfrm>
                      <a:prstGeom prst="rect">
                        <a:avLst/>
                      </a:prstGeom>
                    </p:spPr>
                  </p:pic>
                </p:oleObj>
              </mc:Fallback>
            </mc:AlternateContent>
          </a:graphicData>
        </a:graphic>
      </p:graphicFrame>
      <p:graphicFrame>
        <p:nvGraphicFramePr>
          <p:cNvPr id="8" name="Objeto 7">
            <a:extLst>
              <a:ext uri="{FF2B5EF4-FFF2-40B4-BE49-F238E27FC236}">
                <a16:creationId xmlns:a16="http://schemas.microsoft.com/office/drawing/2014/main" id="{65A6D057-074C-5D30-78ED-F9F12B79E01E}"/>
              </a:ext>
            </a:extLst>
          </p:cNvPr>
          <p:cNvGraphicFramePr>
            <a:graphicFrameLocks noChangeAspect="1"/>
          </p:cNvGraphicFramePr>
          <p:nvPr>
            <p:extLst>
              <p:ext uri="{D42A27DB-BD31-4B8C-83A1-F6EECF244321}">
                <p14:modId xmlns:p14="http://schemas.microsoft.com/office/powerpoint/2010/main" val="848720137"/>
              </p:ext>
            </p:extLst>
          </p:nvPr>
        </p:nvGraphicFramePr>
        <p:xfrm>
          <a:off x="6387464" y="1718459"/>
          <a:ext cx="838200" cy="523875"/>
        </p:xfrm>
        <a:graphic>
          <a:graphicData uri="http://schemas.openxmlformats.org/presentationml/2006/ole">
            <mc:AlternateContent xmlns:mc="http://schemas.openxmlformats.org/markup-compatibility/2006">
              <mc:Choice xmlns:v="urn:schemas-microsoft-com:vml" Requires="v">
                <p:oleObj name="Imagen de mapa de bits" r:id="rId6" imgW="838080" imgH="523800" progId="Paint.Picture">
                  <p:embed/>
                </p:oleObj>
              </mc:Choice>
              <mc:Fallback>
                <p:oleObj name="Imagen de mapa de bits" r:id="rId6" imgW="838080" imgH="523800" progId="Paint.Picture">
                  <p:embed/>
                  <p:pic>
                    <p:nvPicPr>
                      <p:cNvPr id="8" name="Objeto 7">
                        <a:extLst>
                          <a:ext uri="{FF2B5EF4-FFF2-40B4-BE49-F238E27FC236}">
                            <a16:creationId xmlns:a16="http://schemas.microsoft.com/office/drawing/2014/main" id="{65A6D057-074C-5D30-78ED-F9F12B79E01E}"/>
                          </a:ext>
                        </a:extLst>
                      </p:cNvPr>
                      <p:cNvPicPr/>
                      <p:nvPr/>
                    </p:nvPicPr>
                    <p:blipFill>
                      <a:blip r:embed="rId7"/>
                      <a:stretch>
                        <a:fillRect/>
                      </a:stretch>
                    </p:blipFill>
                    <p:spPr>
                      <a:xfrm>
                        <a:off x="6387464" y="1718459"/>
                        <a:ext cx="838200" cy="523875"/>
                      </a:xfrm>
                      <a:prstGeom prst="rect">
                        <a:avLst/>
                      </a:prstGeom>
                    </p:spPr>
                  </p:pic>
                </p:oleObj>
              </mc:Fallback>
            </mc:AlternateContent>
          </a:graphicData>
        </a:graphic>
      </p:graphicFrame>
      <p:graphicFrame>
        <p:nvGraphicFramePr>
          <p:cNvPr id="9" name="Objeto 8">
            <a:extLst>
              <a:ext uri="{FF2B5EF4-FFF2-40B4-BE49-F238E27FC236}">
                <a16:creationId xmlns:a16="http://schemas.microsoft.com/office/drawing/2014/main" id="{E0888501-4A11-59C0-542D-91978FD38587}"/>
              </a:ext>
            </a:extLst>
          </p:cNvPr>
          <p:cNvGraphicFramePr>
            <a:graphicFrameLocks noChangeAspect="1"/>
          </p:cNvGraphicFramePr>
          <p:nvPr>
            <p:extLst>
              <p:ext uri="{D42A27DB-BD31-4B8C-83A1-F6EECF244321}">
                <p14:modId xmlns:p14="http://schemas.microsoft.com/office/powerpoint/2010/main" val="476603583"/>
              </p:ext>
            </p:extLst>
          </p:nvPr>
        </p:nvGraphicFramePr>
        <p:xfrm>
          <a:off x="5626306" y="2390613"/>
          <a:ext cx="723900" cy="352425"/>
        </p:xfrm>
        <a:graphic>
          <a:graphicData uri="http://schemas.openxmlformats.org/presentationml/2006/ole">
            <mc:AlternateContent xmlns:mc="http://schemas.openxmlformats.org/markup-compatibility/2006">
              <mc:Choice xmlns:v="urn:schemas-microsoft-com:vml" Requires="v">
                <p:oleObj name="Imagen de mapa de bits" r:id="rId8" imgW="723960" imgH="352440" progId="Paint.Picture">
                  <p:embed/>
                </p:oleObj>
              </mc:Choice>
              <mc:Fallback>
                <p:oleObj name="Imagen de mapa de bits" r:id="rId8" imgW="723960" imgH="352440" progId="Paint.Picture">
                  <p:embed/>
                  <p:pic>
                    <p:nvPicPr>
                      <p:cNvPr id="9" name="Objeto 8">
                        <a:extLst>
                          <a:ext uri="{FF2B5EF4-FFF2-40B4-BE49-F238E27FC236}">
                            <a16:creationId xmlns:a16="http://schemas.microsoft.com/office/drawing/2014/main" id="{E0888501-4A11-59C0-542D-91978FD38587}"/>
                          </a:ext>
                        </a:extLst>
                      </p:cNvPr>
                      <p:cNvPicPr/>
                      <p:nvPr/>
                    </p:nvPicPr>
                    <p:blipFill>
                      <a:blip r:embed="rId9"/>
                      <a:stretch>
                        <a:fillRect/>
                      </a:stretch>
                    </p:blipFill>
                    <p:spPr>
                      <a:xfrm>
                        <a:off x="5626306" y="2390613"/>
                        <a:ext cx="723900" cy="352425"/>
                      </a:xfrm>
                      <a:prstGeom prst="rect">
                        <a:avLst/>
                      </a:prstGeom>
                    </p:spPr>
                  </p:pic>
                </p:oleObj>
              </mc:Fallback>
            </mc:AlternateContent>
          </a:graphicData>
        </a:graphic>
      </p:graphicFrame>
      <p:graphicFrame>
        <p:nvGraphicFramePr>
          <p:cNvPr id="10" name="Objeto 9">
            <a:extLst>
              <a:ext uri="{FF2B5EF4-FFF2-40B4-BE49-F238E27FC236}">
                <a16:creationId xmlns:a16="http://schemas.microsoft.com/office/drawing/2014/main" id="{686A67DE-9E30-B6B8-C56A-2BEBE75107F1}"/>
              </a:ext>
            </a:extLst>
          </p:cNvPr>
          <p:cNvGraphicFramePr>
            <a:graphicFrameLocks noChangeAspect="1"/>
          </p:cNvGraphicFramePr>
          <p:nvPr>
            <p:extLst>
              <p:ext uri="{D42A27DB-BD31-4B8C-83A1-F6EECF244321}">
                <p14:modId xmlns:p14="http://schemas.microsoft.com/office/powerpoint/2010/main" val="797969321"/>
              </p:ext>
            </p:extLst>
          </p:nvPr>
        </p:nvGraphicFramePr>
        <p:xfrm>
          <a:off x="6284651" y="2330305"/>
          <a:ext cx="1609725" cy="504825"/>
        </p:xfrm>
        <a:graphic>
          <a:graphicData uri="http://schemas.openxmlformats.org/presentationml/2006/ole">
            <mc:AlternateContent xmlns:mc="http://schemas.openxmlformats.org/markup-compatibility/2006">
              <mc:Choice xmlns:v="urn:schemas-microsoft-com:vml" Requires="v">
                <p:oleObj name="Imagen de mapa de bits" r:id="rId10" imgW="1609560" imgH="504720" progId="Paint.Picture">
                  <p:embed/>
                </p:oleObj>
              </mc:Choice>
              <mc:Fallback>
                <p:oleObj name="Imagen de mapa de bits" r:id="rId10" imgW="1609560" imgH="504720" progId="Paint.Picture">
                  <p:embed/>
                  <p:pic>
                    <p:nvPicPr>
                      <p:cNvPr id="10" name="Objeto 9">
                        <a:extLst>
                          <a:ext uri="{FF2B5EF4-FFF2-40B4-BE49-F238E27FC236}">
                            <a16:creationId xmlns:a16="http://schemas.microsoft.com/office/drawing/2014/main" id="{686A67DE-9E30-B6B8-C56A-2BEBE75107F1}"/>
                          </a:ext>
                        </a:extLst>
                      </p:cNvPr>
                      <p:cNvPicPr/>
                      <p:nvPr/>
                    </p:nvPicPr>
                    <p:blipFill>
                      <a:blip r:embed="rId11"/>
                      <a:stretch>
                        <a:fillRect/>
                      </a:stretch>
                    </p:blipFill>
                    <p:spPr>
                      <a:xfrm>
                        <a:off x="6284651" y="2330305"/>
                        <a:ext cx="1609725" cy="504825"/>
                      </a:xfrm>
                      <a:prstGeom prst="rect">
                        <a:avLst/>
                      </a:prstGeom>
                    </p:spPr>
                  </p:pic>
                </p:oleObj>
              </mc:Fallback>
            </mc:AlternateContent>
          </a:graphicData>
        </a:graphic>
      </p:graphicFrame>
      <p:graphicFrame>
        <p:nvGraphicFramePr>
          <p:cNvPr id="20" name="Objeto 19">
            <a:extLst>
              <a:ext uri="{FF2B5EF4-FFF2-40B4-BE49-F238E27FC236}">
                <a16:creationId xmlns:a16="http://schemas.microsoft.com/office/drawing/2014/main" id="{112BF95E-CE6B-A6F3-F294-B2D02AAAE011}"/>
              </a:ext>
            </a:extLst>
          </p:cNvPr>
          <p:cNvGraphicFramePr>
            <a:graphicFrameLocks noChangeAspect="1"/>
          </p:cNvGraphicFramePr>
          <p:nvPr>
            <p:extLst>
              <p:ext uri="{D42A27DB-BD31-4B8C-83A1-F6EECF244321}">
                <p14:modId xmlns:p14="http://schemas.microsoft.com/office/powerpoint/2010/main" val="1634260632"/>
              </p:ext>
            </p:extLst>
          </p:nvPr>
        </p:nvGraphicFramePr>
        <p:xfrm>
          <a:off x="5740602" y="3060552"/>
          <a:ext cx="809625" cy="314325"/>
        </p:xfrm>
        <a:graphic>
          <a:graphicData uri="http://schemas.openxmlformats.org/presentationml/2006/ole">
            <mc:AlternateContent xmlns:mc="http://schemas.openxmlformats.org/markup-compatibility/2006">
              <mc:Choice xmlns:v="urn:schemas-microsoft-com:vml" Requires="v">
                <p:oleObj name="Imagen de mapa de bits" r:id="rId12" imgW="809640" imgH="314280" progId="Paint.Picture">
                  <p:embed/>
                </p:oleObj>
              </mc:Choice>
              <mc:Fallback>
                <p:oleObj name="Imagen de mapa de bits" r:id="rId12" imgW="809640" imgH="314280" progId="Paint.Picture">
                  <p:embed/>
                  <p:pic>
                    <p:nvPicPr>
                      <p:cNvPr id="20" name="Objeto 19">
                        <a:extLst>
                          <a:ext uri="{FF2B5EF4-FFF2-40B4-BE49-F238E27FC236}">
                            <a16:creationId xmlns:a16="http://schemas.microsoft.com/office/drawing/2014/main" id="{112BF95E-CE6B-A6F3-F294-B2D02AAAE011}"/>
                          </a:ext>
                        </a:extLst>
                      </p:cNvPr>
                      <p:cNvPicPr/>
                      <p:nvPr/>
                    </p:nvPicPr>
                    <p:blipFill>
                      <a:blip r:embed="rId13"/>
                      <a:stretch>
                        <a:fillRect/>
                      </a:stretch>
                    </p:blipFill>
                    <p:spPr>
                      <a:xfrm>
                        <a:off x="5740602" y="3060552"/>
                        <a:ext cx="809625" cy="314325"/>
                      </a:xfrm>
                      <a:prstGeom prst="rect">
                        <a:avLst/>
                      </a:prstGeom>
                    </p:spPr>
                  </p:pic>
                </p:oleObj>
              </mc:Fallback>
            </mc:AlternateContent>
          </a:graphicData>
        </a:graphic>
      </p:graphicFrame>
      <p:graphicFrame>
        <p:nvGraphicFramePr>
          <p:cNvPr id="21" name="Objeto 20">
            <a:extLst>
              <a:ext uri="{FF2B5EF4-FFF2-40B4-BE49-F238E27FC236}">
                <a16:creationId xmlns:a16="http://schemas.microsoft.com/office/drawing/2014/main" id="{D4F32B9F-E090-D117-A4C8-BB7D101E97E5}"/>
              </a:ext>
            </a:extLst>
          </p:cNvPr>
          <p:cNvGraphicFramePr>
            <a:graphicFrameLocks noChangeAspect="1"/>
          </p:cNvGraphicFramePr>
          <p:nvPr>
            <p:extLst>
              <p:ext uri="{D42A27DB-BD31-4B8C-83A1-F6EECF244321}">
                <p14:modId xmlns:p14="http://schemas.microsoft.com/office/powerpoint/2010/main" val="311180237"/>
              </p:ext>
            </p:extLst>
          </p:nvPr>
        </p:nvGraphicFramePr>
        <p:xfrm>
          <a:off x="6473190" y="2952480"/>
          <a:ext cx="876300" cy="447675"/>
        </p:xfrm>
        <a:graphic>
          <a:graphicData uri="http://schemas.openxmlformats.org/presentationml/2006/ole">
            <mc:AlternateContent xmlns:mc="http://schemas.openxmlformats.org/markup-compatibility/2006">
              <mc:Choice xmlns:v="urn:schemas-microsoft-com:vml" Requires="v">
                <p:oleObj name="Imagen de mapa de bits" r:id="rId14" imgW="876240" imgH="447840" progId="Paint.Picture">
                  <p:embed/>
                </p:oleObj>
              </mc:Choice>
              <mc:Fallback>
                <p:oleObj name="Imagen de mapa de bits" r:id="rId14" imgW="876240" imgH="447840" progId="Paint.Picture">
                  <p:embed/>
                  <p:pic>
                    <p:nvPicPr>
                      <p:cNvPr id="21" name="Objeto 20">
                        <a:extLst>
                          <a:ext uri="{FF2B5EF4-FFF2-40B4-BE49-F238E27FC236}">
                            <a16:creationId xmlns:a16="http://schemas.microsoft.com/office/drawing/2014/main" id="{D4F32B9F-E090-D117-A4C8-BB7D101E97E5}"/>
                          </a:ext>
                        </a:extLst>
                      </p:cNvPr>
                      <p:cNvPicPr/>
                      <p:nvPr/>
                    </p:nvPicPr>
                    <p:blipFill>
                      <a:blip r:embed="rId15"/>
                      <a:stretch>
                        <a:fillRect/>
                      </a:stretch>
                    </p:blipFill>
                    <p:spPr>
                      <a:xfrm>
                        <a:off x="6473190" y="2952480"/>
                        <a:ext cx="876300" cy="447675"/>
                      </a:xfrm>
                      <a:prstGeom prst="rect">
                        <a:avLst/>
                      </a:prstGeom>
                    </p:spPr>
                  </p:pic>
                </p:oleObj>
              </mc:Fallback>
            </mc:AlternateContent>
          </a:graphicData>
        </a:graphic>
      </p:graphicFrame>
      <p:graphicFrame>
        <p:nvGraphicFramePr>
          <p:cNvPr id="22" name="Objeto 21">
            <a:extLst>
              <a:ext uri="{FF2B5EF4-FFF2-40B4-BE49-F238E27FC236}">
                <a16:creationId xmlns:a16="http://schemas.microsoft.com/office/drawing/2014/main" id="{CB26C1CD-2B77-52F8-B4E3-2A8899EB745E}"/>
              </a:ext>
            </a:extLst>
          </p:cNvPr>
          <p:cNvGraphicFramePr>
            <a:graphicFrameLocks noChangeAspect="1"/>
          </p:cNvGraphicFramePr>
          <p:nvPr>
            <p:extLst>
              <p:ext uri="{D42A27DB-BD31-4B8C-83A1-F6EECF244321}">
                <p14:modId xmlns:p14="http://schemas.microsoft.com/office/powerpoint/2010/main" val="3850199770"/>
              </p:ext>
            </p:extLst>
          </p:nvPr>
        </p:nvGraphicFramePr>
        <p:xfrm>
          <a:off x="5796634" y="3482113"/>
          <a:ext cx="619125" cy="371475"/>
        </p:xfrm>
        <a:graphic>
          <a:graphicData uri="http://schemas.openxmlformats.org/presentationml/2006/ole">
            <mc:AlternateContent xmlns:mc="http://schemas.openxmlformats.org/markup-compatibility/2006">
              <mc:Choice xmlns:v="urn:schemas-microsoft-com:vml" Requires="v">
                <p:oleObj name="Imagen de mapa de bits" r:id="rId16" imgW="619200" imgH="371520" progId="Paint.Picture">
                  <p:embed/>
                </p:oleObj>
              </mc:Choice>
              <mc:Fallback>
                <p:oleObj name="Imagen de mapa de bits" r:id="rId16" imgW="619200" imgH="371520" progId="Paint.Picture">
                  <p:embed/>
                  <p:pic>
                    <p:nvPicPr>
                      <p:cNvPr id="22" name="Objeto 21">
                        <a:extLst>
                          <a:ext uri="{FF2B5EF4-FFF2-40B4-BE49-F238E27FC236}">
                            <a16:creationId xmlns:a16="http://schemas.microsoft.com/office/drawing/2014/main" id="{CB26C1CD-2B77-52F8-B4E3-2A8899EB745E}"/>
                          </a:ext>
                        </a:extLst>
                      </p:cNvPr>
                      <p:cNvPicPr/>
                      <p:nvPr/>
                    </p:nvPicPr>
                    <p:blipFill>
                      <a:blip r:embed="rId17"/>
                      <a:stretch>
                        <a:fillRect/>
                      </a:stretch>
                    </p:blipFill>
                    <p:spPr>
                      <a:xfrm>
                        <a:off x="5796634" y="3482113"/>
                        <a:ext cx="619125" cy="371475"/>
                      </a:xfrm>
                      <a:prstGeom prst="rect">
                        <a:avLst/>
                      </a:prstGeom>
                    </p:spPr>
                  </p:pic>
                </p:oleObj>
              </mc:Fallback>
            </mc:AlternateContent>
          </a:graphicData>
        </a:graphic>
      </p:graphicFrame>
      <p:graphicFrame>
        <p:nvGraphicFramePr>
          <p:cNvPr id="23" name="Objeto 22">
            <a:extLst>
              <a:ext uri="{FF2B5EF4-FFF2-40B4-BE49-F238E27FC236}">
                <a16:creationId xmlns:a16="http://schemas.microsoft.com/office/drawing/2014/main" id="{68384D2C-0077-3215-C3C6-AA50B98783CE}"/>
              </a:ext>
            </a:extLst>
          </p:cNvPr>
          <p:cNvGraphicFramePr>
            <a:graphicFrameLocks noChangeAspect="1"/>
          </p:cNvGraphicFramePr>
          <p:nvPr>
            <p:extLst>
              <p:ext uri="{D42A27DB-BD31-4B8C-83A1-F6EECF244321}">
                <p14:modId xmlns:p14="http://schemas.microsoft.com/office/powerpoint/2010/main" val="804904919"/>
              </p:ext>
            </p:extLst>
          </p:nvPr>
        </p:nvGraphicFramePr>
        <p:xfrm>
          <a:off x="6387465" y="3472988"/>
          <a:ext cx="1295400" cy="438150"/>
        </p:xfrm>
        <a:graphic>
          <a:graphicData uri="http://schemas.openxmlformats.org/presentationml/2006/ole">
            <mc:AlternateContent xmlns:mc="http://schemas.openxmlformats.org/markup-compatibility/2006">
              <mc:Choice xmlns:v="urn:schemas-microsoft-com:vml" Requires="v">
                <p:oleObj name="Imagen de mapa de bits" r:id="rId18" imgW="1295280" imgH="438120" progId="Paint.Picture">
                  <p:embed/>
                </p:oleObj>
              </mc:Choice>
              <mc:Fallback>
                <p:oleObj name="Imagen de mapa de bits" r:id="rId18" imgW="1295280" imgH="438120" progId="Paint.Picture">
                  <p:embed/>
                  <p:pic>
                    <p:nvPicPr>
                      <p:cNvPr id="23" name="Objeto 22">
                        <a:extLst>
                          <a:ext uri="{FF2B5EF4-FFF2-40B4-BE49-F238E27FC236}">
                            <a16:creationId xmlns:a16="http://schemas.microsoft.com/office/drawing/2014/main" id="{68384D2C-0077-3215-C3C6-AA50B98783CE}"/>
                          </a:ext>
                        </a:extLst>
                      </p:cNvPr>
                      <p:cNvPicPr/>
                      <p:nvPr/>
                    </p:nvPicPr>
                    <p:blipFill>
                      <a:blip r:embed="rId19"/>
                      <a:stretch>
                        <a:fillRect/>
                      </a:stretch>
                    </p:blipFill>
                    <p:spPr>
                      <a:xfrm>
                        <a:off x="6387465" y="3472988"/>
                        <a:ext cx="1295400" cy="438150"/>
                      </a:xfrm>
                      <a:prstGeom prst="rect">
                        <a:avLst/>
                      </a:prstGeom>
                    </p:spPr>
                  </p:pic>
                </p:oleObj>
              </mc:Fallback>
            </mc:AlternateContent>
          </a:graphicData>
        </a:graphic>
      </p:graphicFrame>
      <p:graphicFrame>
        <p:nvGraphicFramePr>
          <p:cNvPr id="24" name="Objeto 23">
            <a:extLst>
              <a:ext uri="{FF2B5EF4-FFF2-40B4-BE49-F238E27FC236}">
                <a16:creationId xmlns:a16="http://schemas.microsoft.com/office/drawing/2014/main" id="{9DAE03E7-8B14-E7F2-6601-17F04668B04D}"/>
              </a:ext>
            </a:extLst>
          </p:cNvPr>
          <p:cNvGraphicFramePr>
            <a:graphicFrameLocks noChangeAspect="1"/>
          </p:cNvGraphicFramePr>
          <p:nvPr>
            <p:extLst>
              <p:ext uri="{D42A27DB-BD31-4B8C-83A1-F6EECF244321}">
                <p14:modId xmlns:p14="http://schemas.microsoft.com/office/powerpoint/2010/main" val="2934823877"/>
              </p:ext>
            </p:extLst>
          </p:nvPr>
        </p:nvGraphicFramePr>
        <p:xfrm>
          <a:off x="3934493" y="4057257"/>
          <a:ext cx="5124450" cy="981075"/>
        </p:xfrm>
        <a:graphic>
          <a:graphicData uri="http://schemas.openxmlformats.org/presentationml/2006/ole">
            <mc:AlternateContent xmlns:mc="http://schemas.openxmlformats.org/markup-compatibility/2006">
              <mc:Choice xmlns:v="urn:schemas-microsoft-com:vml" Requires="v">
                <p:oleObj name="Imagen de mapa de bits" r:id="rId20" imgW="5124600" imgH="981000" progId="Paint.Picture">
                  <p:embed/>
                </p:oleObj>
              </mc:Choice>
              <mc:Fallback>
                <p:oleObj name="Imagen de mapa de bits" r:id="rId20" imgW="5124600" imgH="981000" progId="Paint.Picture">
                  <p:embed/>
                  <p:pic>
                    <p:nvPicPr>
                      <p:cNvPr id="24" name="Objeto 23">
                        <a:extLst>
                          <a:ext uri="{FF2B5EF4-FFF2-40B4-BE49-F238E27FC236}">
                            <a16:creationId xmlns:a16="http://schemas.microsoft.com/office/drawing/2014/main" id="{9DAE03E7-8B14-E7F2-6601-17F04668B04D}"/>
                          </a:ext>
                        </a:extLst>
                      </p:cNvPr>
                      <p:cNvPicPr/>
                      <p:nvPr/>
                    </p:nvPicPr>
                    <p:blipFill>
                      <a:blip r:embed="rId21"/>
                      <a:stretch>
                        <a:fillRect/>
                      </a:stretch>
                    </p:blipFill>
                    <p:spPr>
                      <a:xfrm>
                        <a:off x="3934493" y="4057257"/>
                        <a:ext cx="5124450" cy="981075"/>
                      </a:xfrm>
                      <a:prstGeom prst="rect">
                        <a:avLst/>
                      </a:prstGeom>
                    </p:spPr>
                  </p:pic>
                </p:oleObj>
              </mc:Fallback>
            </mc:AlternateContent>
          </a:graphicData>
        </a:graphic>
      </p:graphicFrame>
      <p:graphicFrame>
        <p:nvGraphicFramePr>
          <p:cNvPr id="25" name="Objeto 24">
            <a:extLst>
              <a:ext uri="{FF2B5EF4-FFF2-40B4-BE49-F238E27FC236}">
                <a16:creationId xmlns:a16="http://schemas.microsoft.com/office/drawing/2014/main" id="{BAC33BEC-2881-34F5-ED6D-02B5B5127502}"/>
              </a:ext>
            </a:extLst>
          </p:cNvPr>
          <p:cNvGraphicFramePr>
            <a:graphicFrameLocks noChangeAspect="1"/>
          </p:cNvGraphicFramePr>
          <p:nvPr>
            <p:extLst>
              <p:ext uri="{D42A27DB-BD31-4B8C-83A1-F6EECF244321}">
                <p14:modId xmlns:p14="http://schemas.microsoft.com/office/powerpoint/2010/main" val="2094082151"/>
              </p:ext>
            </p:extLst>
          </p:nvPr>
        </p:nvGraphicFramePr>
        <p:xfrm>
          <a:off x="5173027" y="903907"/>
          <a:ext cx="2428875" cy="809625"/>
        </p:xfrm>
        <a:graphic>
          <a:graphicData uri="http://schemas.openxmlformats.org/presentationml/2006/ole">
            <mc:AlternateContent xmlns:mc="http://schemas.openxmlformats.org/markup-compatibility/2006">
              <mc:Choice xmlns:v="urn:schemas-microsoft-com:vml" Requires="v">
                <p:oleObj name="Imagen de mapa de bits" r:id="rId22" imgW="2428920" imgH="809640" progId="Paint.Picture">
                  <p:embed/>
                </p:oleObj>
              </mc:Choice>
              <mc:Fallback>
                <p:oleObj name="Imagen de mapa de bits" r:id="rId22" imgW="2428920" imgH="809640" progId="Paint.Picture">
                  <p:embed/>
                  <p:pic>
                    <p:nvPicPr>
                      <p:cNvPr id="25" name="Objeto 24">
                        <a:extLst>
                          <a:ext uri="{FF2B5EF4-FFF2-40B4-BE49-F238E27FC236}">
                            <a16:creationId xmlns:a16="http://schemas.microsoft.com/office/drawing/2014/main" id="{BAC33BEC-2881-34F5-ED6D-02B5B5127502}"/>
                          </a:ext>
                        </a:extLst>
                      </p:cNvPr>
                      <p:cNvPicPr/>
                      <p:nvPr/>
                    </p:nvPicPr>
                    <p:blipFill>
                      <a:blip r:embed="rId23"/>
                      <a:stretch>
                        <a:fillRect/>
                      </a:stretch>
                    </p:blipFill>
                    <p:spPr>
                      <a:xfrm>
                        <a:off x="5173027" y="903907"/>
                        <a:ext cx="2428875" cy="809625"/>
                      </a:xfrm>
                      <a:prstGeom prst="rect">
                        <a:avLst/>
                      </a:prstGeom>
                    </p:spPr>
                  </p:pic>
                </p:oleObj>
              </mc:Fallback>
            </mc:AlternateContent>
          </a:graphicData>
        </a:graphic>
      </p:graphicFrame>
      <p:sp>
        <p:nvSpPr>
          <p:cNvPr id="26" name="CuadroTexto 25">
            <a:extLst>
              <a:ext uri="{FF2B5EF4-FFF2-40B4-BE49-F238E27FC236}">
                <a16:creationId xmlns:a16="http://schemas.microsoft.com/office/drawing/2014/main" id="{275A208B-DB96-DF56-0BE4-2F8D2C4D87C8}"/>
              </a:ext>
            </a:extLst>
          </p:cNvPr>
          <p:cNvSpPr txBox="1"/>
          <p:nvPr/>
        </p:nvSpPr>
        <p:spPr>
          <a:xfrm>
            <a:off x="4512034" y="169113"/>
            <a:ext cx="4631966" cy="707886"/>
          </a:xfrm>
          <a:prstGeom prst="rect">
            <a:avLst/>
          </a:prstGeom>
          <a:noFill/>
        </p:spPr>
        <p:txBody>
          <a:bodyPr wrap="square">
            <a:spAutoFit/>
          </a:bodyPr>
          <a:lstStyle/>
          <a:p>
            <a:r>
              <a:rPr lang="en-US" sz="2000" dirty="0">
                <a:latin typeface="+mj-lt"/>
              </a:rPr>
              <a:t>Now, we will compute each of the terms in the preceding equation:</a:t>
            </a:r>
            <a:endParaRPr lang="es-MX" sz="2000" dirty="0">
              <a:latin typeface="+mj-lt"/>
            </a:endParaRPr>
          </a:p>
        </p:txBody>
      </p:sp>
    </p:spTree>
    <p:extLst>
      <p:ext uri="{BB962C8B-B14F-4D97-AF65-F5344CB8AC3E}">
        <p14:creationId xmlns:p14="http://schemas.microsoft.com/office/powerpoint/2010/main" val="2786888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2763A-E21E-250D-0C2B-EE21B7D572D8}"/>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B6EA39EF-24D2-F4B4-9296-86383E1EFA6D}"/>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0F50E90B-2015-09B1-5310-3BD57034A450}"/>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BB9910C4-0DC5-2F3D-EEB3-A04C97ECE7DE}"/>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499B78C4-8A6B-D53B-4B77-E296C6F078A3}"/>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ítulo 3">
            <a:extLst>
              <a:ext uri="{FF2B5EF4-FFF2-40B4-BE49-F238E27FC236}">
                <a16:creationId xmlns:a16="http://schemas.microsoft.com/office/drawing/2014/main" id="{AEA63066-735C-2ED0-ACE0-C4C540D30FBE}"/>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How</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does</a:t>
            </a:r>
            <a:r>
              <a:rPr lang="es-MX" sz="2400" b="1" dirty="0">
                <a:solidFill>
                  <a:srgbClr val="002060"/>
                </a:solidFill>
                <a:latin typeface="Raleway" pitchFamily="2" charset="0"/>
                <a:ea typeface="+mn-ea"/>
                <a:cs typeface="+mn-cs"/>
              </a:rPr>
              <a:t> ANN </a:t>
            </a:r>
            <a:r>
              <a:rPr lang="es-MX" sz="2400" b="1" dirty="0" err="1">
                <a:solidFill>
                  <a:srgbClr val="002060"/>
                </a:solidFill>
                <a:latin typeface="Raleway" pitchFamily="2" charset="0"/>
                <a:ea typeface="+mn-ea"/>
                <a:cs typeface="+mn-cs"/>
              </a:rPr>
              <a:t>learn</a:t>
            </a:r>
            <a:r>
              <a:rPr lang="es-MX" sz="2400" b="1" dirty="0">
                <a:solidFill>
                  <a:srgbClr val="002060"/>
                </a:solidFill>
                <a:latin typeface="Raleway" pitchFamily="2" charset="0"/>
                <a:ea typeface="+mn-ea"/>
                <a:cs typeface="+mn-cs"/>
              </a:rPr>
              <a:t>?</a:t>
            </a:r>
          </a:p>
        </p:txBody>
      </p:sp>
      <p:graphicFrame>
        <p:nvGraphicFramePr>
          <p:cNvPr id="2" name="Objeto 1">
            <a:extLst>
              <a:ext uri="{FF2B5EF4-FFF2-40B4-BE49-F238E27FC236}">
                <a16:creationId xmlns:a16="http://schemas.microsoft.com/office/drawing/2014/main" id="{D931BC16-6E1A-DF98-4A20-19C857160A9A}"/>
              </a:ext>
            </a:extLst>
          </p:cNvPr>
          <p:cNvGraphicFramePr>
            <a:graphicFrameLocks noChangeAspect="1"/>
          </p:cNvGraphicFramePr>
          <p:nvPr/>
        </p:nvGraphicFramePr>
        <p:xfrm>
          <a:off x="687513" y="1005602"/>
          <a:ext cx="4036887" cy="3443457"/>
        </p:xfrm>
        <a:graphic>
          <a:graphicData uri="http://schemas.openxmlformats.org/presentationml/2006/ole">
            <mc:AlternateContent xmlns:mc="http://schemas.openxmlformats.org/markup-compatibility/2006">
              <mc:Choice xmlns:v="urn:schemas-microsoft-com:vml" Requires="v">
                <p:oleObj name="Imagen de mapa de bits" r:id="rId2" imgW="4924440" imgH="4200480" progId="Paint.Picture">
                  <p:embed/>
                </p:oleObj>
              </mc:Choice>
              <mc:Fallback>
                <p:oleObj name="Imagen de mapa de bits" r:id="rId2" imgW="4924440" imgH="4200480" progId="Paint.Picture">
                  <p:embed/>
                  <p:pic>
                    <p:nvPicPr>
                      <p:cNvPr id="2" name="Objeto 1">
                        <a:extLst>
                          <a:ext uri="{FF2B5EF4-FFF2-40B4-BE49-F238E27FC236}">
                            <a16:creationId xmlns:a16="http://schemas.microsoft.com/office/drawing/2014/main" id="{D931BC16-6E1A-DF98-4A20-19C857160A9A}"/>
                          </a:ext>
                        </a:extLst>
                      </p:cNvPr>
                      <p:cNvPicPr/>
                      <p:nvPr/>
                    </p:nvPicPr>
                    <p:blipFill>
                      <a:blip r:embed="rId3"/>
                      <a:stretch>
                        <a:fillRect/>
                      </a:stretch>
                    </p:blipFill>
                    <p:spPr>
                      <a:xfrm>
                        <a:off x="687513" y="1005602"/>
                        <a:ext cx="4036887" cy="3443457"/>
                      </a:xfrm>
                      <a:prstGeom prst="rect">
                        <a:avLst/>
                      </a:prstGeom>
                    </p:spPr>
                  </p:pic>
                </p:oleObj>
              </mc:Fallback>
            </mc:AlternateContent>
          </a:graphicData>
        </a:graphic>
      </p:graphicFrame>
      <p:graphicFrame>
        <p:nvGraphicFramePr>
          <p:cNvPr id="3" name="Objeto 2">
            <a:extLst>
              <a:ext uri="{FF2B5EF4-FFF2-40B4-BE49-F238E27FC236}">
                <a16:creationId xmlns:a16="http://schemas.microsoft.com/office/drawing/2014/main" id="{225A2F19-B959-385B-2A76-B9AB589709BD}"/>
              </a:ext>
            </a:extLst>
          </p:cNvPr>
          <p:cNvGraphicFramePr>
            <a:graphicFrameLocks noChangeAspect="1"/>
          </p:cNvGraphicFramePr>
          <p:nvPr>
            <p:extLst>
              <p:ext uri="{D42A27DB-BD31-4B8C-83A1-F6EECF244321}">
                <p14:modId xmlns:p14="http://schemas.microsoft.com/office/powerpoint/2010/main" val="1427705667"/>
              </p:ext>
            </p:extLst>
          </p:nvPr>
        </p:nvGraphicFramePr>
        <p:xfrm>
          <a:off x="5404920" y="876999"/>
          <a:ext cx="1085850" cy="933450"/>
        </p:xfrm>
        <a:graphic>
          <a:graphicData uri="http://schemas.openxmlformats.org/presentationml/2006/ole">
            <mc:AlternateContent xmlns:mc="http://schemas.openxmlformats.org/markup-compatibility/2006">
              <mc:Choice xmlns:v="urn:schemas-microsoft-com:vml" Requires="v">
                <p:oleObj name="Imagen de mapa de bits" r:id="rId4" imgW="1085760" imgH="933480" progId="Paint.Picture">
                  <p:embed/>
                </p:oleObj>
              </mc:Choice>
              <mc:Fallback>
                <p:oleObj name="Imagen de mapa de bits" r:id="rId4" imgW="1085760" imgH="933480" progId="Paint.Picture">
                  <p:embed/>
                  <p:pic>
                    <p:nvPicPr>
                      <p:cNvPr id="3" name="Objeto 2">
                        <a:extLst>
                          <a:ext uri="{FF2B5EF4-FFF2-40B4-BE49-F238E27FC236}">
                            <a16:creationId xmlns:a16="http://schemas.microsoft.com/office/drawing/2014/main" id="{225A2F19-B959-385B-2A76-B9AB589709BD}"/>
                          </a:ext>
                        </a:extLst>
                      </p:cNvPr>
                      <p:cNvPicPr/>
                      <p:nvPr/>
                    </p:nvPicPr>
                    <p:blipFill>
                      <a:blip r:embed="rId5"/>
                      <a:stretch>
                        <a:fillRect/>
                      </a:stretch>
                    </p:blipFill>
                    <p:spPr>
                      <a:xfrm>
                        <a:off x="5404920" y="876999"/>
                        <a:ext cx="1085850" cy="933450"/>
                      </a:xfrm>
                      <a:prstGeom prst="rect">
                        <a:avLst/>
                      </a:prstGeom>
                    </p:spPr>
                  </p:pic>
                </p:oleObj>
              </mc:Fallback>
            </mc:AlternateContent>
          </a:graphicData>
        </a:graphic>
      </p:graphicFrame>
      <p:graphicFrame>
        <p:nvGraphicFramePr>
          <p:cNvPr id="4" name="Objeto 3">
            <a:extLst>
              <a:ext uri="{FF2B5EF4-FFF2-40B4-BE49-F238E27FC236}">
                <a16:creationId xmlns:a16="http://schemas.microsoft.com/office/drawing/2014/main" id="{6CD0751D-FAB8-9CA9-3463-D3FCAEF1664E}"/>
              </a:ext>
            </a:extLst>
          </p:cNvPr>
          <p:cNvGraphicFramePr>
            <a:graphicFrameLocks noChangeAspect="1"/>
          </p:cNvGraphicFramePr>
          <p:nvPr>
            <p:extLst>
              <p:ext uri="{D42A27DB-BD31-4B8C-83A1-F6EECF244321}">
                <p14:modId xmlns:p14="http://schemas.microsoft.com/office/powerpoint/2010/main" val="2185513598"/>
              </p:ext>
            </p:extLst>
          </p:nvPr>
        </p:nvGraphicFramePr>
        <p:xfrm>
          <a:off x="6436982" y="1040978"/>
          <a:ext cx="838116" cy="623446"/>
        </p:xfrm>
        <a:graphic>
          <a:graphicData uri="http://schemas.openxmlformats.org/presentationml/2006/ole">
            <mc:AlternateContent xmlns:mc="http://schemas.openxmlformats.org/markup-compatibility/2006">
              <mc:Choice xmlns:v="urn:schemas-microsoft-com:vml" Requires="v">
                <p:oleObj name="Imagen de mapa de bits" r:id="rId6" imgW="771480" imgH="533520" progId="Paint.Picture">
                  <p:embed/>
                </p:oleObj>
              </mc:Choice>
              <mc:Fallback>
                <p:oleObj name="Imagen de mapa de bits" r:id="rId6" imgW="771480" imgH="533520" progId="Paint.Picture">
                  <p:embed/>
                  <p:pic>
                    <p:nvPicPr>
                      <p:cNvPr id="4" name="Objeto 3">
                        <a:extLst>
                          <a:ext uri="{FF2B5EF4-FFF2-40B4-BE49-F238E27FC236}">
                            <a16:creationId xmlns:a16="http://schemas.microsoft.com/office/drawing/2014/main" id="{6CD0751D-FAB8-9CA9-3463-D3FCAEF1664E}"/>
                          </a:ext>
                        </a:extLst>
                      </p:cNvPr>
                      <p:cNvPicPr/>
                      <p:nvPr/>
                    </p:nvPicPr>
                    <p:blipFill>
                      <a:blip r:embed="rId7"/>
                      <a:stretch>
                        <a:fillRect/>
                      </a:stretch>
                    </p:blipFill>
                    <p:spPr>
                      <a:xfrm>
                        <a:off x="6436982" y="1040978"/>
                        <a:ext cx="838116" cy="623446"/>
                      </a:xfrm>
                      <a:prstGeom prst="rect">
                        <a:avLst/>
                      </a:prstGeom>
                    </p:spPr>
                  </p:pic>
                </p:oleObj>
              </mc:Fallback>
            </mc:AlternateContent>
          </a:graphicData>
        </a:graphic>
      </p:graphicFrame>
      <p:graphicFrame>
        <p:nvGraphicFramePr>
          <p:cNvPr id="11" name="Objeto 10">
            <a:extLst>
              <a:ext uri="{FF2B5EF4-FFF2-40B4-BE49-F238E27FC236}">
                <a16:creationId xmlns:a16="http://schemas.microsoft.com/office/drawing/2014/main" id="{DC40C540-F915-1267-9619-2B66988B28ED}"/>
              </a:ext>
            </a:extLst>
          </p:cNvPr>
          <p:cNvGraphicFramePr>
            <a:graphicFrameLocks noChangeAspect="1"/>
          </p:cNvGraphicFramePr>
          <p:nvPr>
            <p:extLst>
              <p:ext uri="{D42A27DB-BD31-4B8C-83A1-F6EECF244321}">
                <p14:modId xmlns:p14="http://schemas.microsoft.com/office/powerpoint/2010/main" val="4170375964"/>
              </p:ext>
            </p:extLst>
          </p:nvPr>
        </p:nvGraphicFramePr>
        <p:xfrm>
          <a:off x="5443538" y="1858778"/>
          <a:ext cx="962025" cy="838200"/>
        </p:xfrm>
        <a:graphic>
          <a:graphicData uri="http://schemas.openxmlformats.org/presentationml/2006/ole">
            <mc:AlternateContent xmlns:mc="http://schemas.openxmlformats.org/markup-compatibility/2006">
              <mc:Choice xmlns:v="urn:schemas-microsoft-com:vml" Requires="v">
                <p:oleObj name="Imagen de mapa de bits" r:id="rId8" imgW="961920" imgH="838080" progId="Paint.Picture">
                  <p:embed/>
                </p:oleObj>
              </mc:Choice>
              <mc:Fallback>
                <p:oleObj name="Imagen de mapa de bits" r:id="rId8" imgW="961920" imgH="838080" progId="Paint.Picture">
                  <p:embed/>
                  <p:pic>
                    <p:nvPicPr>
                      <p:cNvPr id="11" name="Objeto 10">
                        <a:extLst>
                          <a:ext uri="{FF2B5EF4-FFF2-40B4-BE49-F238E27FC236}">
                            <a16:creationId xmlns:a16="http://schemas.microsoft.com/office/drawing/2014/main" id="{DC40C540-F915-1267-9619-2B66988B28ED}"/>
                          </a:ext>
                        </a:extLst>
                      </p:cNvPr>
                      <p:cNvPicPr/>
                      <p:nvPr/>
                    </p:nvPicPr>
                    <p:blipFill>
                      <a:blip r:embed="rId9"/>
                      <a:stretch>
                        <a:fillRect/>
                      </a:stretch>
                    </p:blipFill>
                    <p:spPr>
                      <a:xfrm>
                        <a:off x="5443538" y="1858778"/>
                        <a:ext cx="962025" cy="838200"/>
                      </a:xfrm>
                      <a:prstGeom prst="rect">
                        <a:avLst/>
                      </a:prstGeom>
                    </p:spPr>
                  </p:pic>
                </p:oleObj>
              </mc:Fallback>
            </mc:AlternateContent>
          </a:graphicData>
        </a:graphic>
      </p:graphicFrame>
      <p:graphicFrame>
        <p:nvGraphicFramePr>
          <p:cNvPr id="15" name="Objeto 14">
            <a:extLst>
              <a:ext uri="{FF2B5EF4-FFF2-40B4-BE49-F238E27FC236}">
                <a16:creationId xmlns:a16="http://schemas.microsoft.com/office/drawing/2014/main" id="{080B8AE5-5586-2CCA-5263-1407A31650F1}"/>
              </a:ext>
            </a:extLst>
          </p:cNvPr>
          <p:cNvGraphicFramePr>
            <a:graphicFrameLocks noChangeAspect="1"/>
          </p:cNvGraphicFramePr>
          <p:nvPr>
            <p:extLst>
              <p:ext uri="{D42A27DB-BD31-4B8C-83A1-F6EECF244321}">
                <p14:modId xmlns:p14="http://schemas.microsoft.com/office/powerpoint/2010/main" val="578551326"/>
              </p:ext>
            </p:extLst>
          </p:nvPr>
        </p:nvGraphicFramePr>
        <p:xfrm>
          <a:off x="6417848" y="1982329"/>
          <a:ext cx="857250" cy="428625"/>
        </p:xfrm>
        <a:graphic>
          <a:graphicData uri="http://schemas.openxmlformats.org/presentationml/2006/ole">
            <mc:AlternateContent xmlns:mc="http://schemas.openxmlformats.org/markup-compatibility/2006">
              <mc:Choice xmlns:v="urn:schemas-microsoft-com:vml" Requires="v">
                <p:oleObj name="Imagen de mapa de bits" r:id="rId10" imgW="857160" imgH="428760" progId="Paint.Picture">
                  <p:embed/>
                </p:oleObj>
              </mc:Choice>
              <mc:Fallback>
                <p:oleObj name="Imagen de mapa de bits" r:id="rId10" imgW="857160" imgH="428760" progId="Paint.Picture">
                  <p:embed/>
                  <p:pic>
                    <p:nvPicPr>
                      <p:cNvPr id="15" name="Objeto 14">
                        <a:extLst>
                          <a:ext uri="{FF2B5EF4-FFF2-40B4-BE49-F238E27FC236}">
                            <a16:creationId xmlns:a16="http://schemas.microsoft.com/office/drawing/2014/main" id="{080B8AE5-5586-2CCA-5263-1407A31650F1}"/>
                          </a:ext>
                        </a:extLst>
                      </p:cNvPr>
                      <p:cNvPicPr/>
                      <p:nvPr/>
                    </p:nvPicPr>
                    <p:blipFill>
                      <a:blip r:embed="rId11"/>
                      <a:stretch>
                        <a:fillRect/>
                      </a:stretch>
                    </p:blipFill>
                    <p:spPr>
                      <a:xfrm>
                        <a:off x="6417848" y="1982329"/>
                        <a:ext cx="857250" cy="428625"/>
                      </a:xfrm>
                      <a:prstGeom prst="rect">
                        <a:avLst/>
                      </a:prstGeom>
                    </p:spPr>
                  </p:pic>
                </p:oleObj>
              </mc:Fallback>
            </mc:AlternateContent>
          </a:graphicData>
        </a:graphic>
      </p:graphicFrame>
      <p:graphicFrame>
        <p:nvGraphicFramePr>
          <p:cNvPr id="16" name="Objeto 15">
            <a:extLst>
              <a:ext uri="{FF2B5EF4-FFF2-40B4-BE49-F238E27FC236}">
                <a16:creationId xmlns:a16="http://schemas.microsoft.com/office/drawing/2014/main" id="{1B68EC92-B0B8-DB18-1896-C3E71AE8D49E}"/>
              </a:ext>
            </a:extLst>
          </p:cNvPr>
          <p:cNvGraphicFramePr>
            <a:graphicFrameLocks noChangeAspect="1"/>
          </p:cNvGraphicFramePr>
          <p:nvPr>
            <p:extLst>
              <p:ext uri="{D42A27DB-BD31-4B8C-83A1-F6EECF244321}">
                <p14:modId xmlns:p14="http://schemas.microsoft.com/office/powerpoint/2010/main" val="3781584730"/>
              </p:ext>
            </p:extLst>
          </p:nvPr>
        </p:nvGraphicFramePr>
        <p:xfrm>
          <a:off x="5157270" y="2764183"/>
          <a:ext cx="1333500" cy="971550"/>
        </p:xfrm>
        <a:graphic>
          <a:graphicData uri="http://schemas.openxmlformats.org/presentationml/2006/ole">
            <mc:AlternateContent xmlns:mc="http://schemas.openxmlformats.org/markup-compatibility/2006">
              <mc:Choice xmlns:v="urn:schemas-microsoft-com:vml" Requires="v">
                <p:oleObj name="Imagen de mapa de bits" r:id="rId12" imgW="1333440" imgH="971640" progId="Paint.Picture">
                  <p:embed/>
                </p:oleObj>
              </mc:Choice>
              <mc:Fallback>
                <p:oleObj name="Imagen de mapa de bits" r:id="rId12" imgW="1333440" imgH="971640" progId="Paint.Picture">
                  <p:embed/>
                  <p:pic>
                    <p:nvPicPr>
                      <p:cNvPr id="16" name="Objeto 15">
                        <a:extLst>
                          <a:ext uri="{FF2B5EF4-FFF2-40B4-BE49-F238E27FC236}">
                            <a16:creationId xmlns:a16="http://schemas.microsoft.com/office/drawing/2014/main" id="{1B68EC92-B0B8-DB18-1896-C3E71AE8D49E}"/>
                          </a:ext>
                        </a:extLst>
                      </p:cNvPr>
                      <p:cNvPicPr/>
                      <p:nvPr/>
                    </p:nvPicPr>
                    <p:blipFill>
                      <a:blip r:embed="rId13"/>
                      <a:stretch>
                        <a:fillRect/>
                      </a:stretch>
                    </p:blipFill>
                    <p:spPr>
                      <a:xfrm>
                        <a:off x="5157270" y="2764183"/>
                        <a:ext cx="1333500" cy="971550"/>
                      </a:xfrm>
                      <a:prstGeom prst="rect">
                        <a:avLst/>
                      </a:prstGeom>
                    </p:spPr>
                  </p:pic>
                </p:oleObj>
              </mc:Fallback>
            </mc:AlternateContent>
          </a:graphicData>
        </a:graphic>
      </p:graphicFrame>
      <p:graphicFrame>
        <p:nvGraphicFramePr>
          <p:cNvPr id="17" name="Objeto 16">
            <a:extLst>
              <a:ext uri="{FF2B5EF4-FFF2-40B4-BE49-F238E27FC236}">
                <a16:creationId xmlns:a16="http://schemas.microsoft.com/office/drawing/2014/main" id="{775F56CE-F437-141C-54D2-494641BD7240}"/>
              </a:ext>
            </a:extLst>
          </p:cNvPr>
          <p:cNvGraphicFramePr>
            <a:graphicFrameLocks noChangeAspect="1"/>
          </p:cNvGraphicFramePr>
          <p:nvPr>
            <p:extLst>
              <p:ext uri="{D42A27DB-BD31-4B8C-83A1-F6EECF244321}">
                <p14:modId xmlns:p14="http://schemas.microsoft.com/office/powerpoint/2010/main" val="4149148467"/>
              </p:ext>
            </p:extLst>
          </p:nvPr>
        </p:nvGraphicFramePr>
        <p:xfrm>
          <a:off x="6490770" y="3020363"/>
          <a:ext cx="381000" cy="438150"/>
        </p:xfrm>
        <a:graphic>
          <a:graphicData uri="http://schemas.openxmlformats.org/presentationml/2006/ole">
            <mc:AlternateContent xmlns:mc="http://schemas.openxmlformats.org/markup-compatibility/2006">
              <mc:Choice xmlns:v="urn:schemas-microsoft-com:vml" Requires="v">
                <p:oleObj name="Imagen de mapa de bits" r:id="rId14" imgW="380880" imgH="438120" progId="Paint.Picture">
                  <p:embed/>
                </p:oleObj>
              </mc:Choice>
              <mc:Fallback>
                <p:oleObj name="Imagen de mapa de bits" r:id="rId14" imgW="380880" imgH="438120" progId="Paint.Picture">
                  <p:embed/>
                  <p:pic>
                    <p:nvPicPr>
                      <p:cNvPr id="17" name="Objeto 16">
                        <a:extLst>
                          <a:ext uri="{FF2B5EF4-FFF2-40B4-BE49-F238E27FC236}">
                            <a16:creationId xmlns:a16="http://schemas.microsoft.com/office/drawing/2014/main" id="{775F56CE-F437-141C-54D2-494641BD7240}"/>
                          </a:ext>
                        </a:extLst>
                      </p:cNvPr>
                      <p:cNvPicPr/>
                      <p:nvPr/>
                    </p:nvPicPr>
                    <p:blipFill>
                      <a:blip r:embed="rId15"/>
                      <a:stretch>
                        <a:fillRect/>
                      </a:stretch>
                    </p:blipFill>
                    <p:spPr>
                      <a:xfrm>
                        <a:off x="6490770" y="3020363"/>
                        <a:ext cx="381000" cy="438150"/>
                      </a:xfrm>
                      <a:prstGeom prst="rect">
                        <a:avLst/>
                      </a:prstGeom>
                    </p:spPr>
                  </p:pic>
                </p:oleObj>
              </mc:Fallback>
            </mc:AlternateContent>
          </a:graphicData>
        </a:graphic>
      </p:graphicFrame>
      <p:graphicFrame>
        <p:nvGraphicFramePr>
          <p:cNvPr id="18" name="Objeto 17">
            <a:extLst>
              <a:ext uri="{FF2B5EF4-FFF2-40B4-BE49-F238E27FC236}">
                <a16:creationId xmlns:a16="http://schemas.microsoft.com/office/drawing/2014/main" id="{1E786629-54BC-B709-2A63-3DF59E62A959}"/>
              </a:ext>
            </a:extLst>
          </p:cNvPr>
          <p:cNvGraphicFramePr>
            <a:graphicFrameLocks noChangeAspect="1"/>
          </p:cNvGraphicFramePr>
          <p:nvPr>
            <p:extLst>
              <p:ext uri="{D42A27DB-BD31-4B8C-83A1-F6EECF244321}">
                <p14:modId xmlns:p14="http://schemas.microsoft.com/office/powerpoint/2010/main" val="1419142772"/>
              </p:ext>
            </p:extLst>
          </p:nvPr>
        </p:nvGraphicFramePr>
        <p:xfrm>
          <a:off x="3667125" y="3991913"/>
          <a:ext cx="5476875" cy="1066800"/>
        </p:xfrm>
        <a:graphic>
          <a:graphicData uri="http://schemas.openxmlformats.org/presentationml/2006/ole">
            <mc:AlternateContent xmlns:mc="http://schemas.openxmlformats.org/markup-compatibility/2006">
              <mc:Choice xmlns:v="urn:schemas-microsoft-com:vml" Requires="v">
                <p:oleObj name="Imagen de mapa de bits" r:id="rId16" imgW="5477040" imgH="1066680" progId="Paint.Picture">
                  <p:embed/>
                </p:oleObj>
              </mc:Choice>
              <mc:Fallback>
                <p:oleObj name="Imagen de mapa de bits" r:id="rId16" imgW="5477040" imgH="1066680" progId="Paint.Picture">
                  <p:embed/>
                  <p:pic>
                    <p:nvPicPr>
                      <p:cNvPr id="18" name="Objeto 17">
                        <a:extLst>
                          <a:ext uri="{FF2B5EF4-FFF2-40B4-BE49-F238E27FC236}">
                            <a16:creationId xmlns:a16="http://schemas.microsoft.com/office/drawing/2014/main" id="{1E786629-54BC-B709-2A63-3DF59E62A959}"/>
                          </a:ext>
                        </a:extLst>
                      </p:cNvPr>
                      <p:cNvPicPr/>
                      <p:nvPr/>
                    </p:nvPicPr>
                    <p:blipFill>
                      <a:blip r:embed="rId17"/>
                      <a:stretch>
                        <a:fillRect/>
                      </a:stretch>
                    </p:blipFill>
                    <p:spPr>
                      <a:xfrm>
                        <a:off x="3667125" y="3991913"/>
                        <a:ext cx="5476875" cy="1066800"/>
                      </a:xfrm>
                      <a:prstGeom prst="rect">
                        <a:avLst/>
                      </a:prstGeom>
                    </p:spPr>
                  </p:pic>
                </p:oleObj>
              </mc:Fallback>
            </mc:AlternateContent>
          </a:graphicData>
        </a:graphic>
      </p:graphicFrame>
      <p:sp>
        <p:nvSpPr>
          <p:cNvPr id="19" name="CuadroTexto 18">
            <a:extLst>
              <a:ext uri="{FF2B5EF4-FFF2-40B4-BE49-F238E27FC236}">
                <a16:creationId xmlns:a16="http://schemas.microsoft.com/office/drawing/2014/main" id="{D9CD5A94-A478-35DA-56B1-08CF5BD21894}"/>
              </a:ext>
            </a:extLst>
          </p:cNvPr>
          <p:cNvSpPr txBox="1"/>
          <p:nvPr/>
        </p:nvSpPr>
        <p:spPr>
          <a:xfrm>
            <a:off x="4846306" y="155652"/>
            <a:ext cx="4451314" cy="707886"/>
          </a:xfrm>
          <a:prstGeom prst="rect">
            <a:avLst/>
          </a:prstGeom>
          <a:noFill/>
        </p:spPr>
        <p:txBody>
          <a:bodyPr wrap="square">
            <a:spAutoFit/>
          </a:bodyPr>
          <a:lstStyle/>
          <a:p>
            <a:r>
              <a:rPr lang="en-US" sz="2000" dirty="0">
                <a:latin typeface="+mj-lt"/>
              </a:rPr>
              <a:t>Now, we will compute each of the terms in the preceding equation:</a:t>
            </a:r>
            <a:endParaRPr lang="es-MX" sz="2000" dirty="0">
              <a:latin typeface="+mj-lt"/>
            </a:endParaRPr>
          </a:p>
        </p:txBody>
      </p:sp>
    </p:spTree>
    <p:extLst>
      <p:ext uri="{BB962C8B-B14F-4D97-AF65-F5344CB8AC3E}">
        <p14:creationId xmlns:p14="http://schemas.microsoft.com/office/powerpoint/2010/main" val="4056989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858C0-E3C0-8C98-8D11-803EFC775D58}"/>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D0CF6C6A-28FF-22BC-C91A-5BF8D2FD7CB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5EAA497-B2D9-DA8B-71EF-748FC3427D4B}"/>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3A1A1A35-F066-6A94-BED0-2AB4C0F2A612}"/>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A04A9088-368B-0C13-B400-E98B1F32ED92}"/>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ítulo 3">
            <a:extLst>
              <a:ext uri="{FF2B5EF4-FFF2-40B4-BE49-F238E27FC236}">
                <a16:creationId xmlns:a16="http://schemas.microsoft.com/office/drawing/2014/main" id="{17DA8C26-8B83-C308-65DA-5AE6D0DBD31F}"/>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How</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does</a:t>
            </a:r>
            <a:r>
              <a:rPr lang="es-MX" sz="2400" b="1" dirty="0">
                <a:solidFill>
                  <a:srgbClr val="002060"/>
                </a:solidFill>
                <a:latin typeface="Raleway" pitchFamily="2" charset="0"/>
                <a:ea typeface="+mn-ea"/>
                <a:cs typeface="+mn-cs"/>
              </a:rPr>
              <a:t> ANN </a:t>
            </a:r>
            <a:r>
              <a:rPr lang="es-MX" sz="2400" b="1" dirty="0" err="1">
                <a:solidFill>
                  <a:srgbClr val="002060"/>
                </a:solidFill>
                <a:latin typeface="Raleway" pitchFamily="2" charset="0"/>
                <a:ea typeface="+mn-ea"/>
                <a:cs typeface="+mn-cs"/>
              </a:rPr>
              <a:t>learn</a:t>
            </a:r>
            <a:r>
              <a:rPr lang="es-MX" sz="2400" b="1" dirty="0">
                <a:solidFill>
                  <a:srgbClr val="002060"/>
                </a:solidFill>
                <a:latin typeface="Raleway" pitchFamily="2" charset="0"/>
                <a:ea typeface="+mn-ea"/>
                <a:cs typeface="+mn-cs"/>
              </a:rPr>
              <a:t>?</a:t>
            </a:r>
          </a:p>
        </p:txBody>
      </p:sp>
      <p:graphicFrame>
        <p:nvGraphicFramePr>
          <p:cNvPr id="2" name="Objeto 1">
            <a:extLst>
              <a:ext uri="{FF2B5EF4-FFF2-40B4-BE49-F238E27FC236}">
                <a16:creationId xmlns:a16="http://schemas.microsoft.com/office/drawing/2014/main" id="{878B55C0-994E-D8B1-5FEC-109EAFB949C5}"/>
              </a:ext>
            </a:extLst>
          </p:cNvPr>
          <p:cNvGraphicFramePr>
            <a:graphicFrameLocks noChangeAspect="1"/>
          </p:cNvGraphicFramePr>
          <p:nvPr/>
        </p:nvGraphicFramePr>
        <p:xfrm>
          <a:off x="687513" y="1005602"/>
          <a:ext cx="4036887" cy="3443457"/>
        </p:xfrm>
        <a:graphic>
          <a:graphicData uri="http://schemas.openxmlformats.org/presentationml/2006/ole">
            <mc:AlternateContent xmlns:mc="http://schemas.openxmlformats.org/markup-compatibility/2006">
              <mc:Choice xmlns:v="urn:schemas-microsoft-com:vml" Requires="v">
                <p:oleObj name="Imagen de mapa de bits" r:id="rId2" imgW="4924440" imgH="4200480" progId="Paint.Picture">
                  <p:embed/>
                </p:oleObj>
              </mc:Choice>
              <mc:Fallback>
                <p:oleObj name="Imagen de mapa de bits" r:id="rId2" imgW="4924440" imgH="4200480" progId="Paint.Picture">
                  <p:embed/>
                  <p:pic>
                    <p:nvPicPr>
                      <p:cNvPr id="2" name="Objeto 1">
                        <a:extLst>
                          <a:ext uri="{FF2B5EF4-FFF2-40B4-BE49-F238E27FC236}">
                            <a16:creationId xmlns:a16="http://schemas.microsoft.com/office/drawing/2014/main" id="{878B55C0-994E-D8B1-5FEC-109EAFB949C5}"/>
                          </a:ext>
                        </a:extLst>
                      </p:cNvPr>
                      <p:cNvPicPr/>
                      <p:nvPr/>
                    </p:nvPicPr>
                    <p:blipFill>
                      <a:blip r:embed="rId3"/>
                      <a:stretch>
                        <a:fillRect/>
                      </a:stretch>
                    </p:blipFill>
                    <p:spPr>
                      <a:xfrm>
                        <a:off x="687513" y="1005602"/>
                        <a:ext cx="4036887" cy="3443457"/>
                      </a:xfrm>
                      <a:prstGeom prst="rect">
                        <a:avLst/>
                      </a:prstGeom>
                    </p:spPr>
                  </p:pic>
                </p:oleObj>
              </mc:Fallback>
            </mc:AlternateContent>
          </a:graphicData>
        </a:graphic>
      </p:graphicFrame>
      <p:graphicFrame>
        <p:nvGraphicFramePr>
          <p:cNvPr id="5" name="Objeto 4">
            <a:extLst>
              <a:ext uri="{FF2B5EF4-FFF2-40B4-BE49-F238E27FC236}">
                <a16:creationId xmlns:a16="http://schemas.microsoft.com/office/drawing/2014/main" id="{FABEB103-D945-E6BD-F6CD-1FF472C625F6}"/>
              </a:ext>
            </a:extLst>
          </p:cNvPr>
          <p:cNvGraphicFramePr>
            <a:graphicFrameLocks noChangeAspect="1"/>
          </p:cNvGraphicFramePr>
          <p:nvPr>
            <p:extLst>
              <p:ext uri="{D42A27DB-BD31-4B8C-83A1-F6EECF244321}">
                <p14:modId xmlns:p14="http://schemas.microsoft.com/office/powerpoint/2010/main" val="2340740973"/>
              </p:ext>
            </p:extLst>
          </p:nvPr>
        </p:nvGraphicFramePr>
        <p:xfrm>
          <a:off x="4941566" y="1591686"/>
          <a:ext cx="2933700" cy="2019300"/>
        </p:xfrm>
        <a:graphic>
          <a:graphicData uri="http://schemas.openxmlformats.org/presentationml/2006/ole">
            <mc:AlternateContent xmlns:mc="http://schemas.openxmlformats.org/markup-compatibility/2006">
              <mc:Choice xmlns:v="urn:schemas-microsoft-com:vml" Requires="v">
                <p:oleObj name="Imagen de mapa de bits" r:id="rId4" imgW="2933640" imgH="2019240" progId="Paint.Picture">
                  <p:embed/>
                </p:oleObj>
              </mc:Choice>
              <mc:Fallback>
                <p:oleObj name="Imagen de mapa de bits" r:id="rId4" imgW="2933640" imgH="2019240" progId="Paint.Picture">
                  <p:embed/>
                  <p:pic>
                    <p:nvPicPr>
                      <p:cNvPr id="5" name="Objeto 4">
                        <a:extLst>
                          <a:ext uri="{FF2B5EF4-FFF2-40B4-BE49-F238E27FC236}">
                            <a16:creationId xmlns:a16="http://schemas.microsoft.com/office/drawing/2014/main" id="{FABEB103-D945-E6BD-F6CD-1FF472C625F6}"/>
                          </a:ext>
                        </a:extLst>
                      </p:cNvPr>
                      <p:cNvPicPr/>
                      <p:nvPr/>
                    </p:nvPicPr>
                    <p:blipFill>
                      <a:blip r:embed="rId5"/>
                      <a:stretch>
                        <a:fillRect/>
                      </a:stretch>
                    </p:blipFill>
                    <p:spPr>
                      <a:xfrm>
                        <a:off x="4941566" y="1591686"/>
                        <a:ext cx="2933700" cy="2019300"/>
                      </a:xfrm>
                      <a:prstGeom prst="rect">
                        <a:avLst/>
                      </a:prstGeom>
                    </p:spPr>
                  </p:pic>
                </p:oleObj>
              </mc:Fallback>
            </mc:AlternateContent>
          </a:graphicData>
        </a:graphic>
      </p:graphicFrame>
      <p:graphicFrame>
        <p:nvGraphicFramePr>
          <p:cNvPr id="8" name="Objeto 7">
            <a:extLst>
              <a:ext uri="{FF2B5EF4-FFF2-40B4-BE49-F238E27FC236}">
                <a16:creationId xmlns:a16="http://schemas.microsoft.com/office/drawing/2014/main" id="{72B72217-2E47-05A6-5F1A-893653147871}"/>
              </a:ext>
            </a:extLst>
          </p:cNvPr>
          <p:cNvGraphicFramePr>
            <a:graphicFrameLocks noChangeAspect="1"/>
          </p:cNvGraphicFramePr>
          <p:nvPr>
            <p:extLst>
              <p:ext uri="{D42A27DB-BD31-4B8C-83A1-F6EECF244321}">
                <p14:modId xmlns:p14="http://schemas.microsoft.com/office/powerpoint/2010/main" val="3500739364"/>
              </p:ext>
            </p:extLst>
          </p:nvPr>
        </p:nvGraphicFramePr>
        <p:xfrm>
          <a:off x="6584348" y="3958527"/>
          <a:ext cx="2286000" cy="685800"/>
        </p:xfrm>
        <a:graphic>
          <a:graphicData uri="http://schemas.openxmlformats.org/presentationml/2006/ole">
            <mc:AlternateContent xmlns:mc="http://schemas.openxmlformats.org/markup-compatibility/2006">
              <mc:Choice xmlns:v="urn:schemas-microsoft-com:vml" Requires="v">
                <p:oleObj name="Imagen de mapa de bits" r:id="rId6" imgW="2286000" imgH="685800" progId="Paint.Picture">
                  <p:embed/>
                </p:oleObj>
              </mc:Choice>
              <mc:Fallback>
                <p:oleObj name="Imagen de mapa de bits" r:id="rId6" imgW="2286000" imgH="685800" progId="Paint.Picture">
                  <p:embed/>
                  <p:pic>
                    <p:nvPicPr>
                      <p:cNvPr id="8" name="Objeto 7">
                        <a:extLst>
                          <a:ext uri="{FF2B5EF4-FFF2-40B4-BE49-F238E27FC236}">
                            <a16:creationId xmlns:a16="http://schemas.microsoft.com/office/drawing/2014/main" id="{72B72217-2E47-05A6-5F1A-893653147871}"/>
                          </a:ext>
                        </a:extLst>
                      </p:cNvPr>
                      <p:cNvPicPr/>
                      <p:nvPr/>
                    </p:nvPicPr>
                    <p:blipFill>
                      <a:blip r:embed="rId7"/>
                      <a:stretch>
                        <a:fillRect/>
                      </a:stretch>
                    </p:blipFill>
                    <p:spPr>
                      <a:xfrm>
                        <a:off x="6584348" y="3958527"/>
                        <a:ext cx="2286000" cy="685800"/>
                      </a:xfrm>
                      <a:prstGeom prst="rect">
                        <a:avLst/>
                      </a:prstGeom>
                    </p:spPr>
                  </p:pic>
                </p:oleObj>
              </mc:Fallback>
            </mc:AlternateContent>
          </a:graphicData>
        </a:graphic>
      </p:graphicFrame>
      <p:graphicFrame>
        <p:nvGraphicFramePr>
          <p:cNvPr id="9" name="Objeto 8">
            <a:extLst>
              <a:ext uri="{FF2B5EF4-FFF2-40B4-BE49-F238E27FC236}">
                <a16:creationId xmlns:a16="http://schemas.microsoft.com/office/drawing/2014/main" id="{9536D512-316C-EAD6-7DCD-4BB8C8AB2CAD}"/>
              </a:ext>
            </a:extLst>
          </p:cNvPr>
          <p:cNvGraphicFramePr>
            <a:graphicFrameLocks noChangeAspect="1"/>
          </p:cNvGraphicFramePr>
          <p:nvPr>
            <p:extLst>
              <p:ext uri="{D42A27DB-BD31-4B8C-83A1-F6EECF244321}">
                <p14:modId xmlns:p14="http://schemas.microsoft.com/office/powerpoint/2010/main" val="2437482006"/>
              </p:ext>
            </p:extLst>
          </p:nvPr>
        </p:nvGraphicFramePr>
        <p:xfrm>
          <a:off x="4138949" y="3981461"/>
          <a:ext cx="1876425" cy="790575"/>
        </p:xfrm>
        <a:graphic>
          <a:graphicData uri="http://schemas.openxmlformats.org/presentationml/2006/ole">
            <mc:AlternateContent xmlns:mc="http://schemas.openxmlformats.org/markup-compatibility/2006">
              <mc:Choice xmlns:v="urn:schemas-microsoft-com:vml" Requires="v">
                <p:oleObj name="Imagen de mapa de bits" r:id="rId8" imgW="1876320" imgH="790560" progId="Paint.Picture">
                  <p:embed/>
                </p:oleObj>
              </mc:Choice>
              <mc:Fallback>
                <p:oleObj name="Imagen de mapa de bits" r:id="rId8" imgW="1876320" imgH="790560" progId="Paint.Picture">
                  <p:embed/>
                  <p:pic>
                    <p:nvPicPr>
                      <p:cNvPr id="9" name="Objeto 8">
                        <a:extLst>
                          <a:ext uri="{FF2B5EF4-FFF2-40B4-BE49-F238E27FC236}">
                            <a16:creationId xmlns:a16="http://schemas.microsoft.com/office/drawing/2014/main" id="{9536D512-316C-EAD6-7DCD-4BB8C8AB2CAD}"/>
                          </a:ext>
                        </a:extLst>
                      </p:cNvPr>
                      <p:cNvPicPr/>
                      <p:nvPr/>
                    </p:nvPicPr>
                    <p:blipFill>
                      <a:blip r:embed="rId9"/>
                      <a:stretch>
                        <a:fillRect/>
                      </a:stretch>
                    </p:blipFill>
                    <p:spPr>
                      <a:xfrm>
                        <a:off x="4138949" y="3981461"/>
                        <a:ext cx="1876425" cy="790575"/>
                      </a:xfrm>
                      <a:prstGeom prst="rect">
                        <a:avLst/>
                      </a:prstGeom>
                    </p:spPr>
                  </p:pic>
                </p:oleObj>
              </mc:Fallback>
            </mc:AlternateContent>
          </a:graphicData>
        </a:graphic>
      </p:graphicFrame>
      <p:sp>
        <p:nvSpPr>
          <p:cNvPr id="10" name="CuadroTexto 9">
            <a:extLst>
              <a:ext uri="{FF2B5EF4-FFF2-40B4-BE49-F238E27FC236}">
                <a16:creationId xmlns:a16="http://schemas.microsoft.com/office/drawing/2014/main" id="{74946E67-6655-B6D1-AC42-FEE2B5C89731}"/>
              </a:ext>
            </a:extLst>
          </p:cNvPr>
          <p:cNvSpPr txBox="1"/>
          <p:nvPr/>
        </p:nvSpPr>
        <p:spPr>
          <a:xfrm>
            <a:off x="4255992" y="394271"/>
            <a:ext cx="4797543" cy="1015663"/>
          </a:xfrm>
          <a:prstGeom prst="rect">
            <a:avLst/>
          </a:prstGeom>
          <a:noFill/>
        </p:spPr>
        <p:txBody>
          <a:bodyPr wrap="square">
            <a:spAutoFit/>
          </a:bodyPr>
          <a:lstStyle/>
          <a:p>
            <a:pPr algn="just"/>
            <a:r>
              <a:rPr lang="en-US" sz="2000" dirty="0">
                <a:latin typeface="+mj-lt"/>
              </a:rPr>
              <a:t>After we have computed gradients for both weights, we will update our initial weights according to the weight update rule:</a:t>
            </a:r>
            <a:endParaRPr lang="es-MX" sz="2000" dirty="0">
              <a:latin typeface="+mj-lt"/>
            </a:endParaRPr>
          </a:p>
        </p:txBody>
      </p:sp>
    </p:spTree>
    <p:extLst>
      <p:ext uri="{BB962C8B-B14F-4D97-AF65-F5344CB8AC3E}">
        <p14:creationId xmlns:p14="http://schemas.microsoft.com/office/powerpoint/2010/main" val="97691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CC464-5D40-6801-B0C0-5B359F692355}"/>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FF62DF58-38BD-7388-223F-FE3526CAE66D}"/>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0652BA0A-4861-0803-B89B-532F78769024}"/>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8EDD715B-9645-1C46-67F5-9863FE863955}"/>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0D03A604-010B-0EFD-6C09-54398118EE15}"/>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ítulo 3">
            <a:extLst>
              <a:ext uri="{FF2B5EF4-FFF2-40B4-BE49-F238E27FC236}">
                <a16:creationId xmlns:a16="http://schemas.microsoft.com/office/drawing/2014/main" id="{F9CB074A-B77F-8273-FAEF-3AE2535A0785}"/>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Common</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Terms</a:t>
            </a:r>
            <a:endParaRPr lang="es-MX" sz="2400" b="1" dirty="0">
              <a:solidFill>
                <a:srgbClr val="002060"/>
              </a:solidFill>
              <a:latin typeface="Raleway" pitchFamily="2" charset="0"/>
              <a:ea typeface="+mn-ea"/>
              <a:cs typeface="+mn-cs"/>
            </a:endParaRPr>
          </a:p>
        </p:txBody>
      </p:sp>
      <p:sp>
        <p:nvSpPr>
          <p:cNvPr id="3" name="CuadroTexto 2">
            <a:extLst>
              <a:ext uri="{FF2B5EF4-FFF2-40B4-BE49-F238E27FC236}">
                <a16:creationId xmlns:a16="http://schemas.microsoft.com/office/drawing/2014/main" id="{C407BEF4-2BC9-117B-006A-BE493FE21586}"/>
              </a:ext>
            </a:extLst>
          </p:cNvPr>
          <p:cNvSpPr txBox="1"/>
          <p:nvPr/>
        </p:nvSpPr>
        <p:spPr>
          <a:xfrm>
            <a:off x="538733" y="936183"/>
            <a:ext cx="8066533" cy="3477875"/>
          </a:xfrm>
          <a:prstGeom prst="rect">
            <a:avLst/>
          </a:prstGeom>
          <a:noFill/>
        </p:spPr>
        <p:txBody>
          <a:bodyPr wrap="square">
            <a:spAutoFit/>
          </a:bodyPr>
          <a:lstStyle/>
          <a:p>
            <a:r>
              <a:rPr lang="en-US" sz="2000" b="1" dirty="0">
                <a:latin typeface="+mj-lt"/>
              </a:rPr>
              <a:t>Forward pass</a:t>
            </a:r>
            <a:r>
              <a:rPr lang="en-US" sz="2000" dirty="0">
                <a:latin typeface="+mj-lt"/>
              </a:rPr>
              <a:t>: Forward pass implies forward propagating from the input layer to the output layer. </a:t>
            </a:r>
          </a:p>
          <a:p>
            <a:r>
              <a:rPr lang="en-US" sz="2000" b="1" dirty="0">
                <a:latin typeface="+mj-lt"/>
              </a:rPr>
              <a:t>Backward pass</a:t>
            </a:r>
            <a:r>
              <a:rPr lang="en-US" sz="2000" dirty="0">
                <a:latin typeface="+mj-lt"/>
              </a:rPr>
              <a:t>: Backward pass implies backpropagating from the output layer to the input layer. </a:t>
            </a:r>
          </a:p>
          <a:p>
            <a:r>
              <a:rPr lang="en-US" sz="2000" b="1" dirty="0">
                <a:latin typeface="+mj-lt"/>
              </a:rPr>
              <a:t>Epoch</a:t>
            </a:r>
            <a:r>
              <a:rPr lang="en-US" sz="2000" dirty="0">
                <a:latin typeface="+mj-lt"/>
              </a:rPr>
              <a:t>: The epoch specifies the number of times the neural network sees our whole training data. So, we can say one epoch is equal to one forward pass and one backward pass for all training samples. </a:t>
            </a:r>
          </a:p>
          <a:p>
            <a:r>
              <a:rPr lang="en-US" sz="2000" b="1" dirty="0">
                <a:latin typeface="+mj-lt"/>
              </a:rPr>
              <a:t>Batch size</a:t>
            </a:r>
            <a:r>
              <a:rPr lang="en-US" sz="2000" dirty="0">
                <a:latin typeface="+mj-lt"/>
              </a:rPr>
              <a:t>: The batch size specifies the number of training samples we use in one forward pass and one backward pass. </a:t>
            </a:r>
          </a:p>
          <a:p>
            <a:r>
              <a:rPr lang="en-US" sz="2000" b="1" dirty="0">
                <a:latin typeface="+mj-lt"/>
              </a:rPr>
              <a:t>Number of iterations</a:t>
            </a:r>
            <a:r>
              <a:rPr lang="en-US" sz="2000" dirty="0">
                <a:latin typeface="+mj-lt"/>
              </a:rPr>
              <a:t>: The number of iterations implies the number of passes where one pass = one forward pass + one backward pass.</a:t>
            </a:r>
            <a:endParaRPr lang="es-MX" sz="2000" dirty="0">
              <a:latin typeface="+mj-lt"/>
            </a:endParaRPr>
          </a:p>
        </p:txBody>
      </p:sp>
    </p:spTree>
    <p:extLst>
      <p:ext uri="{BB962C8B-B14F-4D97-AF65-F5344CB8AC3E}">
        <p14:creationId xmlns:p14="http://schemas.microsoft.com/office/powerpoint/2010/main" val="1954204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966D0-C1C8-DEFC-C922-5B3415E6414F}"/>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6C0ED704-78AE-9E36-0FE9-0859DDB67BEA}"/>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05E8FBAE-375B-05F1-6441-DCBD4B6B6996}"/>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3C23C67A-5041-AB0D-251B-5FA0C9EB3BE4}"/>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2FDDF02A-BA2A-79CE-DE5B-11C665A1B5AE}"/>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ítulo 3">
            <a:extLst>
              <a:ext uri="{FF2B5EF4-FFF2-40B4-BE49-F238E27FC236}">
                <a16:creationId xmlns:a16="http://schemas.microsoft.com/office/drawing/2014/main" id="{1F506E95-AE20-EF73-D425-C7B44F158A1A}"/>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Example</a:t>
            </a:r>
            <a:endParaRPr lang="es-MX" sz="2400" b="1" dirty="0">
              <a:solidFill>
                <a:srgbClr val="002060"/>
              </a:solidFill>
              <a:latin typeface="Raleway" pitchFamily="2" charset="0"/>
              <a:ea typeface="+mn-ea"/>
              <a:cs typeface="+mn-cs"/>
            </a:endParaRPr>
          </a:p>
        </p:txBody>
      </p:sp>
      <p:sp>
        <p:nvSpPr>
          <p:cNvPr id="2" name="CuadroTexto 1">
            <a:extLst>
              <a:ext uri="{FF2B5EF4-FFF2-40B4-BE49-F238E27FC236}">
                <a16:creationId xmlns:a16="http://schemas.microsoft.com/office/drawing/2014/main" id="{78F0F22A-110F-3E39-AFA3-0E344FB0A4F1}"/>
              </a:ext>
            </a:extLst>
          </p:cNvPr>
          <p:cNvSpPr txBox="1"/>
          <p:nvPr/>
        </p:nvSpPr>
        <p:spPr>
          <a:xfrm>
            <a:off x="778763" y="936183"/>
            <a:ext cx="7955586" cy="3046988"/>
          </a:xfrm>
          <a:prstGeom prst="rect">
            <a:avLst/>
          </a:prstGeom>
          <a:noFill/>
        </p:spPr>
        <p:txBody>
          <a:bodyPr wrap="square">
            <a:spAutoFit/>
          </a:bodyPr>
          <a:lstStyle/>
          <a:p>
            <a:pPr algn="just"/>
            <a:r>
              <a:rPr lang="en-US" sz="2400" dirty="0">
                <a:latin typeface="+mj-lt"/>
              </a:rPr>
              <a:t>Say that we have 12,000 training samples and that our batch size is 6,000. It will take us two iterations to complete one epoch. That is, in the first iteration, we pass the first 6,000 samples and perform a forward pass and a backward pass; in the second iteration, we pass the next 6,000 samples and perform a forward pass and a backward pass. After two iterations, our neural network will see the whole 12,000 training samples, which makes it one epoch.</a:t>
            </a:r>
            <a:endParaRPr lang="es-MX" sz="2400" dirty="0">
              <a:latin typeface="+mj-lt"/>
            </a:endParaRPr>
          </a:p>
        </p:txBody>
      </p:sp>
    </p:spTree>
    <p:extLst>
      <p:ext uri="{BB962C8B-B14F-4D97-AF65-F5344CB8AC3E}">
        <p14:creationId xmlns:p14="http://schemas.microsoft.com/office/powerpoint/2010/main" val="4258986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21369-5658-C653-8BDD-C0D9A3FE2854}"/>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545548C3-B17E-92F5-C173-3D88CE119985}"/>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1C43DFA5-240E-A8BF-1500-4231DADC7045}"/>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84FEF14A-7129-FFAA-621F-5B2948367644}"/>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2AC52D0-8753-75D3-450A-34BFFC74F283}"/>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ítulo 3">
            <a:extLst>
              <a:ext uri="{FF2B5EF4-FFF2-40B4-BE49-F238E27FC236}">
                <a16:creationId xmlns:a16="http://schemas.microsoft.com/office/drawing/2014/main" id="{0B803CE5-7C69-EFFA-856D-625DC1BC0B57}"/>
              </a:ext>
            </a:extLst>
          </p:cNvPr>
          <p:cNvSpPr txBox="1">
            <a:spLocks/>
          </p:cNvSpPr>
          <p:nvPr/>
        </p:nvSpPr>
        <p:spPr>
          <a:xfrm>
            <a:off x="2582267" y="1999386"/>
            <a:ext cx="4557368" cy="572364"/>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6000" b="1" dirty="0">
                <a:solidFill>
                  <a:srgbClr val="002060"/>
                </a:solidFill>
                <a:latin typeface="Raleway" pitchFamily="2" charset="0"/>
                <a:ea typeface="+mn-ea"/>
                <a:cs typeface="+mn-cs"/>
              </a:rPr>
              <a:t>Preguntas?</a:t>
            </a:r>
          </a:p>
        </p:txBody>
      </p:sp>
    </p:spTree>
    <p:extLst>
      <p:ext uri="{BB962C8B-B14F-4D97-AF65-F5344CB8AC3E}">
        <p14:creationId xmlns:p14="http://schemas.microsoft.com/office/powerpoint/2010/main" val="1123832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44546A"/>
      </a:dk2>
      <a:lt2>
        <a:srgbClr val="E7E6E6"/>
      </a:lt2>
      <a:accent1>
        <a:srgbClr val="2C567A"/>
      </a:accent1>
      <a:accent2>
        <a:srgbClr val="0072C7"/>
      </a:accent2>
      <a:accent3>
        <a:srgbClr val="0D1D51"/>
      </a:accent3>
      <a:accent4>
        <a:srgbClr val="666666"/>
      </a:accent4>
      <a:accent5>
        <a:srgbClr val="3C76A6"/>
      </a:accent5>
      <a:accent6>
        <a:srgbClr val="1E44BC"/>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2DA02990A985E1429346E7EDB47F092B" ma:contentTypeVersion="7" ma:contentTypeDescription="Crear nuevo documento." ma:contentTypeScope="" ma:versionID="637f3bd5eb3e3d405c73f5c92250049f">
  <xsd:schema xmlns:xsd="http://www.w3.org/2001/XMLSchema" xmlns:xs="http://www.w3.org/2001/XMLSchema" xmlns:p="http://schemas.microsoft.com/office/2006/metadata/properties" xmlns:ns2="50d70ff0-be44-4442-a31e-b1ac4229c49f" targetNamespace="http://schemas.microsoft.com/office/2006/metadata/properties" ma:root="true" ma:fieldsID="9ea56dff4003a76d09cf44a27e9b5a6a" ns2:_="">
    <xsd:import namespace="50d70ff0-be44-4442-a31e-b1ac4229c49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d70ff0-be44-4442-a31e-b1ac4229c4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16EF2C5-5613-4617-8988-F77B7E3A3378}">
  <ds:schemaRefs>
    <ds:schemaRef ds:uri="http://schemas.microsoft.com/sharepoint/v3/contenttype/forms"/>
  </ds:schemaRefs>
</ds:datastoreItem>
</file>

<file path=customXml/itemProps2.xml><?xml version="1.0" encoding="utf-8"?>
<ds:datastoreItem xmlns:ds="http://schemas.openxmlformats.org/officeDocument/2006/customXml" ds:itemID="{E975ECF6-38F5-4EC8-B13E-5025712F4BEB}"/>
</file>

<file path=customXml/itemProps3.xml><?xml version="1.0" encoding="utf-8"?>
<ds:datastoreItem xmlns:ds="http://schemas.openxmlformats.org/officeDocument/2006/customXml" ds:itemID="{02D72823-DCE9-4E32-8B2E-6DD8638B7C07}">
  <ds:schemaRefs>
    <ds:schemaRef ds:uri="a6c25035-f145-4372-9916-f499d6890560"/>
    <ds:schemaRef ds:uri="http://purl.org/dc/terms/"/>
    <ds:schemaRef ds:uri="http://schemas.openxmlformats.org/package/2006/metadata/core-properties"/>
    <ds:schemaRef ds:uri="b5381dfd-d193-4d3b-a4f1-0a044556b78f"/>
    <ds:schemaRef ds:uri="http://schemas.microsoft.com/office/infopath/2007/PartnerControls"/>
    <ds:schemaRef ds:uri="http://www.w3.org/XML/1998/namespace"/>
    <ds:schemaRef ds:uri="http://purl.org/dc/elements/1.1/"/>
    <ds:schemaRef ds:uri="http://schemas.microsoft.com/office/2006/metadata/properties"/>
    <ds:schemaRef ds:uri="http://schemas.microsoft.com/office/2006/documentManagement/typ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30734</TotalTime>
  <Words>1423</Words>
  <Application>Microsoft Office PowerPoint</Application>
  <PresentationFormat>Presentación en pantalla (16:9)</PresentationFormat>
  <Paragraphs>51</Paragraphs>
  <Slides>21</Slides>
  <Notes>0</Notes>
  <HiddenSlides>0</HiddenSlides>
  <MMClips>0</MMClips>
  <ScaleCrop>false</ScaleCrop>
  <HeadingPairs>
    <vt:vector size="8" baseType="variant">
      <vt:variant>
        <vt:lpstr>Fuentes usadas</vt:lpstr>
      </vt:variant>
      <vt:variant>
        <vt:i4>4</vt:i4>
      </vt:variant>
      <vt:variant>
        <vt:lpstr>Tema</vt:lpstr>
      </vt:variant>
      <vt:variant>
        <vt:i4>1</vt:i4>
      </vt:variant>
      <vt:variant>
        <vt:lpstr>Servidores OLE incrustados</vt:lpstr>
      </vt:variant>
      <vt:variant>
        <vt:i4>1</vt:i4>
      </vt:variant>
      <vt:variant>
        <vt:lpstr>Títulos de diapositiva</vt:lpstr>
      </vt:variant>
      <vt:variant>
        <vt:i4>21</vt:i4>
      </vt:variant>
    </vt:vector>
  </HeadingPairs>
  <TitlesOfParts>
    <vt:vector size="27" baseType="lpstr">
      <vt:lpstr>Arial</vt:lpstr>
      <vt:lpstr>Calibri</vt:lpstr>
      <vt:lpstr>Calibri Light</vt:lpstr>
      <vt:lpstr>Raleway</vt:lpstr>
      <vt:lpstr>Office Theme</vt:lpstr>
      <vt:lpstr>Imagen de mapa de bits</vt:lpstr>
      <vt:lpstr>Presentación de PowerPoint</vt:lpstr>
      <vt:lpstr>ANN and its Layers (Feedforward)</vt:lpstr>
      <vt:lpstr>ANN and its Layers</vt:lpstr>
      <vt:lpstr>ANN and its Layers</vt:lpstr>
      <vt:lpstr>Presentación de PowerPoint</vt:lpstr>
      <vt:lpstr>Forward Propagation in ANN </vt:lpstr>
      <vt:lpstr>Forward Propagation in ANN </vt:lpstr>
      <vt:lpstr>Forward Propagation in ANN </vt:lpstr>
      <vt:lpstr>Forward Propagation in ANN </vt:lpstr>
      <vt:lpstr>Forward Propagation in ANN </vt:lpstr>
      <vt:lpstr>Forward Propagation in ANN </vt:lpstr>
      <vt:lpstr>Forward Propagation in ANN </vt:lpstr>
      <vt:lpstr>How does ANN learn?</vt:lpstr>
      <vt:lpstr>How does ANN learn?</vt:lpstr>
      <vt:lpstr>How does ANN learn?</vt:lpstr>
      <vt:lpstr>How does ANN learn?</vt:lpstr>
      <vt:lpstr>How does ANN learn?</vt:lpstr>
      <vt:lpstr>How does ANN learn?</vt:lpstr>
      <vt:lpstr>Common Terms</vt:lpstr>
      <vt:lpstr>Example</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JESUS ROCHA SALAZAR</cp:lastModifiedBy>
  <cp:revision>513</cp:revision>
  <dcterms:created xsi:type="dcterms:W3CDTF">2019-09-10T01:48:06Z</dcterms:created>
  <dcterms:modified xsi:type="dcterms:W3CDTF">2026-01-30T22:49:46Z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0x0101002DA02990A985E1429346E7EDB47F092B</vt:lpwstr>
  </property>
  <property fmtid="{D5CDD505-2E9C-101B-9397-08002B2CF9AE}" pid="3" name="MSIP_Label_d291669d-c62a-41f9-9790-e463798003d8_Enabled">
    <vt:lpwstr>true</vt:lpwstr>
  </property>
  <property fmtid="{D5CDD505-2E9C-101B-9397-08002B2CF9AE}" pid="4" name="MSIP_Label_d291669d-c62a-41f9-9790-e463798003d8_SetDate">
    <vt:lpwstr>2024-08-12T22:53:21Z</vt:lpwstr>
  </property>
  <property fmtid="{D5CDD505-2E9C-101B-9397-08002B2CF9AE}" pid="5" name="MSIP_Label_d291669d-c62a-41f9-9790-e463798003d8_Method">
    <vt:lpwstr>Privileged</vt:lpwstr>
  </property>
  <property fmtid="{D5CDD505-2E9C-101B-9397-08002B2CF9AE}" pid="6" name="MSIP_Label_d291669d-c62a-41f9-9790-e463798003d8_Name">
    <vt:lpwstr>Public</vt:lpwstr>
  </property>
  <property fmtid="{D5CDD505-2E9C-101B-9397-08002B2CF9AE}" pid="7" name="MSIP_Label_d291669d-c62a-41f9-9790-e463798003d8_SiteId">
    <vt:lpwstr>1771ae17-e764-4e0f-a476-d4184d79a5d9</vt:lpwstr>
  </property>
  <property fmtid="{D5CDD505-2E9C-101B-9397-08002B2CF9AE}" pid="8" name="MSIP_Label_d291669d-c62a-41f9-9790-e463798003d8_ActionId">
    <vt:lpwstr>6b4c8926-5387-47eb-bfad-601cc03d0f99</vt:lpwstr>
  </property>
  <property fmtid="{D5CDD505-2E9C-101B-9397-08002B2CF9AE}" pid="9" name="MSIP_Label_d291669d-c62a-41f9-9790-e463798003d8_ContentBits">
    <vt:lpwstr>0</vt:lpwstr>
  </property>
</Properties>
</file>