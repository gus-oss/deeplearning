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9" r:id="rId4"/>
  </p:sldMasterIdLst>
  <p:notesMasterIdLst>
    <p:notesMasterId r:id="rId36"/>
  </p:notesMasterIdLst>
  <p:handoutMasterIdLst>
    <p:handoutMasterId r:id="rId37"/>
  </p:handoutMasterIdLst>
  <p:sldIdLst>
    <p:sldId id="4182" r:id="rId5"/>
    <p:sldId id="2147473126" r:id="rId6"/>
    <p:sldId id="2147473101" r:id="rId7"/>
    <p:sldId id="2147473127" r:id="rId8"/>
    <p:sldId id="2147473105" r:id="rId9"/>
    <p:sldId id="2147473128" r:id="rId10"/>
    <p:sldId id="2147473131" r:id="rId11"/>
    <p:sldId id="2147473132" r:id="rId12"/>
    <p:sldId id="2147473133" r:id="rId13"/>
    <p:sldId id="2147473134" r:id="rId14"/>
    <p:sldId id="2147473135" r:id="rId15"/>
    <p:sldId id="2147473136" r:id="rId16"/>
    <p:sldId id="2147473137" r:id="rId17"/>
    <p:sldId id="2147473138" r:id="rId18"/>
    <p:sldId id="2147473141" r:id="rId19"/>
    <p:sldId id="2147473142" r:id="rId20"/>
    <p:sldId id="2147473143" r:id="rId21"/>
    <p:sldId id="2147473144" r:id="rId22"/>
    <p:sldId id="2147473145" r:id="rId23"/>
    <p:sldId id="2147473146" r:id="rId24"/>
    <p:sldId id="2147473147" r:id="rId25"/>
    <p:sldId id="2147473148" r:id="rId26"/>
    <p:sldId id="2147473149" r:id="rId27"/>
    <p:sldId id="2147473150" r:id="rId28"/>
    <p:sldId id="2147473151" r:id="rId29"/>
    <p:sldId id="2147473152" r:id="rId30"/>
    <p:sldId id="2147473153" r:id="rId31"/>
    <p:sldId id="2147473154" r:id="rId32"/>
    <p:sldId id="2147473155" r:id="rId33"/>
    <p:sldId id="2147473156" r:id="rId34"/>
    <p:sldId id="2147473099" r:id="rId3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013793"/>
    <a:srgbClr val="595959"/>
    <a:srgbClr val="5A99D2"/>
    <a:srgbClr val="0D1D50"/>
    <a:srgbClr val="3B74A3"/>
    <a:srgbClr val="898989"/>
    <a:srgbClr val="3C76A5"/>
    <a:srgbClr val="3B75A4"/>
    <a:srgbClr val="65656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4EFD83-F77E-4646-99CE-487DB57DF3E4}" v="126" dt="2026-01-24T00:27:07.3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54" autoAdjust="0"/>
    <p:restoredTop sz="94660"/>
  </p:normalViewPr>
  <p:slideViewPr>
    <p:cSldViewPr snapToGrid="0" showGuides="1">
      <p:cViewPr varScale="1">
        <p:scale>
          <a:sx n="98" d="100"/>
          <a:sy n="98" d="100"/>
        </p:scale>
        <p:origin x="196" y="60"/>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showGuides="1">
      <p:cViewPr>
        <p:scale>
          <a:sx n="100" d="100"/>
          <a:sy n="100" d="100"/>
        </p:scale>
        <p:origin x="954" y="-287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SUS ROCHA SALAZAR" userId="4e0323458c84468b" providerId="LiveId" clId="{824EFD83-F77E-4646-99CE-487DB57DF3E4}"/>
    <pc:docChg chg="undo custSel addSld delSld modSld">
      <pc:chgData name="JESUS ROCHA SALAZAR" userId="4e0323458c84468b" providerId="LiveId" clId="{824EFD83-F77E-4646-99CE-487DB57DF3E4}" dt="2026-01-24T00:27:07.337" v="1120" actId="1076"/>
      <pc:docMkLst>
        <pc:docMk/>
      </pc:docMkLst>
      <pc:sldChg chg="modSp mod">
        <pc:chgData name="JESUS ROCHA SALAZAR" userId="4e0323458c84468b" providerId="LiveId" clId="{824EFD83-F77E-4646-99CE-487DB57DF3E4}" dt="2026-01-23T23:13:50.516" v="359" actId="20577"/>
        <pc:sldMkLst>
          <pc:docMk/>
          <pc:sldMk cId="1433306844" sldId="4182"/>
        </pc:sldMkLst>
        <pc:spChg chg="mod">
          <ac:chgData name="JESUS ROCHA SALAZAR" userId="4e0323458c84468b" providerId="LiveId" clId="{824EFD83-F77E-4646-99CE-487DB57DF3E4}" dt="2026-01-23T23:13:50.516" v="359" actId="20577"/>
          <ac:spMkLst>
            <pc:docMk/>
            <pc:sldMk cId="1433306844" sldId="4182"/>
            <ac:spMk id="17" creationId="{78CDE5D4-BED1-4679-97DB-6E2E6F8D48DB}"/>
          </ac:spMkLst>
        </pc:spChg>
      </pc:sldChg>
      <pc:sldChg chg="del">
        <pc:chgData name="JESUS ROCHA SALAZAR" userId="4e0323458c84468b" providerId="LiveId" clId="{824EFD83-F77E-4646-99CE-487DB57DF3E4}" dt="2026-01-23T23:13:40.937" v="357" actId="2696"/>
        <pc:sldMkLst>
          <pc:docMk/>
          <pc:sldMk cId="1346239012" sldId="2147473100"/>
        </pc:sldMkLst>
      </pc:sldChg>
      <pc:sldChg chg="addSp delSp modSp mod">
        <pc:chgData name="JESUS ROCHA SALAZAR" userId="4e0323458c84468b" providerId="LiveId" clId="{824EFD83-F77E-4646-99CE-487DB57DF3E4}" dt="2026-01-23T23:09:46.983" v="309" actId="1076"/>
        <pc:sldMkLst>
          <pc:docMk/>
          <pc:sldMk cId="2895447003" sldId="2147473101"/>
        </pc:sldMkLst>
        <pc:spChg chg="del">
          <ac:chgData name="JESUS ROCHA SALAZAR" userId="4e0323458c84468b" providerId="LiveId" clId="{824EFD83-F77E-4646-99CE-487DB57DF3E4}" dt="2026-01-23T22:31:28.725" v="26" actId="478"/>
          <ac:spMkLst>
            <pc:docMk/>
            <pc:sldMk cId="2895447003" sldId="2147473101"/>
            <ac:spMk id="2" creationId="{A6A20050-EBFA-CCD5-8252-FD6AF61040CD}"/>
          </ac:spMkLst>
        </pc:spChg>
        <pc:spChg chg="mod topLvl">
          <ac:chgData name="JESUS ROCHA SALAZAR" userId="4e0323458c84468b" providerId="LiveId" clId="{824EFD83-F77E-4646-99CE-487DB57DF3E4}" dt="2026-01-23T23:09:43.985" v="308" actId="1076"/>
          <ac:spMkLst>
            <pc:docMk/>
            <pc:sldMk cId="2895447003" sldId="2147473101"/>
            <ac:spMk id="6" creationId="{BCF2A869-3B82-1E5F-FB80-606519B15328}"/>
          </ac:spMkLst>
        </pc:spChg>
        <pc:spChg chg="add mod">
          <ac:chgData name="JESUS ROCHA SALAZAR" userId="4e0323458c84468b" providerId="LiveId" clId="{824EFD83-F77E-4646-99CE-487DB57DF3E4}" dt="2026-01-23T22:44:26.374" v="102" actId="20577"/>
          <ac:spMkLst>
            <pc:docMk/>
            <pc:sldMk cId="2895447003" sldId="2147473101"/>
            <ac:spMk id="7" creationId="{EFAA74EA-A2B4-FC8E-8EB4-9442AF166D5B}"/>
          </ac:spMkLst>
        </pc:spChg>
        <pc:spChg chg="add del mod">
          <ac:chgData name="JESUS ROCHA SALAZAR" userId="4e0323458c84468b" providerId="LiveId" clId="{824EFD83-F77E-4646-99CE-487DB57DF3E4}" dt="2026-01-23T22:47:38.951" v="121" actId="478"/>
          <ac:spMkLst>
            <pc:docMk/>
            <pc:sldMk cId="2895447003" sldId="2147473101"/>
            <ac:spMk id="18" creationId="{E111C0D6-43CD-3A20-3C69-66D5E3AA9353}"/>
          </ac:spMkLst>
        </pc:spChg>
        <pc:spChg chg="add del mod topLvl">
          <ac:chgData name="JESUS ROCHA SALAZAR" userId="4e0323458c84468b" providerId="LiveId" clId="{824EFD83-F77E-4646-99CE-487DB57DF3E4}" dt="2026-01-23T22:48:44.952" v="133" actId="478"/>
          <ac:spMkLst>
            <pc:docMk/>
            <pc:sldMk cId="2895447003" sldId="2147473101"/>
            <ac:spMk id="20" creationId="{12F3C85E-2061-E4D7-70AF-B02B30BFB185}"/>
          </ac:spMkLst>
        </pc:spChg>
        <pc:spChg chg="add del mod topLvl">
          <ac:chgData name="JESUS ROCHA SALAZAR" userId="4e0323458c84468b" providerId="LiveId" clId="{824EFD83-F77E-4646-99CE-487DB57DF3E4}" dt="2026-01-23T23:01:57.630" v="210" actId="478"/>
          <ac:spMkLst>
            <pc:docMk/>
            <pc:sldMk cId="2895447003" sldId="2147473101"/>
            <ac:spMk id="25" creationId="{DBD13DBF-152E-4431-48BD-2482D36FE3D2}"/>
          </ac:spMkLst>
        </pc:spChg>
        <pc:spChg chg="add mod">
          <ac:chgData name="JESUS ROCHA SALAZAR" userId="4e0323458c84468b" providerId="LiveId" clId="{824EFD83-F77E-4646-99CE-487DB57DF3E4}" dt="2026-01-23T23:09:46.983" v="309" actId="1076"/>
          <ac:spMkLst>
            <pc:docMk/>
            <pc:sldMk cId="2895447003" sldId="2147473101"/>
            <ac:spMk id="28" creationId="{7561B737-D95E-ADCE-CB09-8333975B5A8E}"/>
          </ac:spMkLst>
        </pc:spChg>
        <pc:spChg chg="add del mod topLvl">
          <ac:chgData name="JESUS ROCHA SALAZAR" userId="4e0323458c84468b" providerId="LiveId" clId="{824EFD83-F77E-4646-99CE-487DB57DF3E4}" dt="2026-01-23T22:52:16.193" v="152" actId="478"/>
          <ac:spMkLst>
            <pc:docMk/>
            <pc:sldMk cId="2895447003" sldId="2147473101"/>
            <ac:spMk id="29" creationId="{A6196882-847F-3DB2-1E3F-0C4038693AEC}"/>
          </ac:spMkLst>
        </pc:spChg>
        <pc:spChg chg="add del mod topLvl">
          <ac:chgData name="JESUS ROCHA SALAZAR" userId="4e0323458c84468b" providerId="LiveId" clId="{824EFD83-F77E-4646-99CE-487DB57DF3E4}" dt="2026-01-23T22:51:53.399" v="150" actId="478"/>
          <ac:spMkLst>
            <pc:docMk/>
            <pc:sldMk cId="2895447003" sldId="2147473101"/>
            <ac:spMk id="30" creationId="{B4E79ECF-0E73-83D7-77B6-01EBBE9E214F}"/>
          </ac:spMkLst>
        </pc:spChg>
        <pc:spChg chg="add del">
          <ac:chgData name="JESUS ROCHA SALAZAR" userId="4e0323458c84468b" providerId="LiveId" clId="{824EFD83-F77E-4646-99CE-487DB57DF3E4}" dt="2026-01-23T22:50:38.850" v="138" actId="478"/>
          <ac:spMkLst>
            <pc:docMk/>
            <pc:sldMk cId="2895447003" sldId="2147473101"/>
            <ac:spMk id="32" creationId="{F5AEF632-222E-7DD2-306C-8D654905455E}"/>
          </ac:spMkLst>
        </pc:spChg>
        <pc:spChg chg="add mod">
          <ac:chgData name="JESUS ROCHA SALAZAR" userId="4e0323458c84468b" providerId="LiveId" clId="{824EFD83-F77E-4646-99CE-487DB57DF3E4}" dt="2026-01-23T23:09:43.985" v="308" actId="1076"/>
          <ac:spMkLst>
            <pc:docMk/>
            <pc:sldMk cId="2895447003" sldId="2147473101"/>
            <ac:spMk id="37" creationId="{2B731079-7B78-6C10-4021-AC3491976C5A}"/>
          </ac:spMkLst>
        </pc:spChg>
        <pc:spChg chg="add del mod">
          <ac:chgData name="JESUS ROCHA SALAZAR" userId="4e0323458c84468b" providerId="LiveId" clId="{824EFD83-F77E-4646-99CE-487DB57DF3E4}" dt="2026-01-23T22:58:51.251" v="199" actId="478"/>
          <ac:spMkLst>
            <pc:docMk/>
            <pc:sldMk cId="2895447003" sldId="2147473101"/>
            <ac:spMk id="38" creationId="{279DE210-08D1-8909-BB96-A5E42F415A57}"/>
          </ac:spMkLst>
        </pc:spChg>
        <pc:spChg chg="add mod">
          <ac:chgData name="JESUS ROCHA SALAZAR" userId="4e0323458c84468b" providerId="LiveId" clId="{824EFD83-F77E-4646-99CE-487DB57DF3E4}" dt="2026-01-23T23:09:43.985" v="308" actId="1076"/>
          <ac:spMkLst>
            <pc:docMk/>
            <pc:sldMk cId="2895447003" sldId="2147473101"/>
            <ac:spMk id="40" creationId="{3EFD51A6-FD8C-BB29-3CD1-64EE228419AF}"/>
          </ac:spMkLst>
        </pc:spChg>
        <pc:spChg chg="add mod">
          <ac:chgData name="JESUS ROCHA SALAZAR" userId="4e0323458c84468b" providerId="LiveId" clId="{824EFD83-F77E-4646-99CE-487DB57DF3E4}" dt="2026-01-23T23:09:43.985" v="308" actId="1076"/>
          <ac:spMkLst>
            <pc:docMk/>
            <pc:sldMk cId="2895447003" sldId="2147473101"/>
            <ac:spMk id="41" creationId="{6B6BA69C-9AE1-9E6B-DE91-05C4BF5727C5}"/>
          </ac:spMkLst>
        </pc:spChg>
        <pc:grpChg chg="add del mod">
          <ac:chgData name="JESUS ROCHA SALAZAR" userId="4e0323458c84468b" providerId="LiveId" clId="{824EFD83-F77E-4646-99CE-487DB57DF3E4}" dt="2026-01-23T22:47:44" v="123" actId="165"/>
          <ac:grpSpMkLst>
            <pc:docMk/>
            <pc:sldMk cId="2895447003" sldId="2147473101"/>
            <ac:grpSpMk id="26" creationId="{B2DC5AFC-AE69-5BA0-BD9E-F8B558D851F1}"/>
          </ac:grpSpMkLst>
        </pc:grpChg>
        <pc:grpChg chg="add del mod">
          <ac:chgData name="JESUS ROCHA SALAZAR" userId="4e0323458c84468b" providerId="LiveId" clId="{824EFD83-F77E-4646-99CE-487DB57DF3E4}" dt="2026-01-23T22:51:50.449" v="149" actId="165"/>
          <ac:grpSpMkLst>
            <pc:docMk/>
            <pc:sldMk cId="2895447003" sldId="2147473101"/>
            <ac:grpSpMk id="31" creationId="{19D2CF8F-FA99-3191-1C8F-C835FF0C63CF}"/>
          </ac:grpSpMkLst>
        </pc:grpChg>
        <pc:graphicFrameChg chg="add del mod">
          <ac:chgData name="JESUS ROCHA SALAZAR" userId="4e0323458c84468b" providerId="LiveId" clId="{824EFD83-F77E-4646-99CE-487DB57DF3E4}" dt="2026-01-23T22:46:31.689" v="107" actId="478"/>
          <ac:graphicFrameMkLst>
            <pc:docMk/>
            <pc:sldMk cId="2895447003" sldId="2147473101"/>
            <ac:graphicFrameMk id="15" creationId="{084C3E90-18D5-66F5-8836-277943CC49A0}"/>
          </ac:graphicFrameMkLst>
        </pc:graphicFrameChg>
        <pc:graphicFrameChg chg="add del mod topLvl">
          <ac:chgData name="JESUS ROCHA SALAZAR" userId="4e0323458c84468b" providerId="LiveId" clId="{824EFD83-F77E-4646-99CE-487DB57DF3E4}" dt="2026-01-23T22:58:48.970" v="198" actId="478"/>
          <ac:graphicFrameMkLst>
            <pc:docMk/>
            <pc:sldMk cId="2895447003" sldId="2147473101"/>
            <ac:graphicFrameMk id="16" creationId="{32E7ADEE-1753-31BB-A8B8-8DC7CC94EB38}"/>
          </ac:graphicFrameMkLst>
        </pc:graphicFrameChg>
        <pc:graphicFrameChg chg="add del mod topLvl">
          <ac:chgData name="JESUS ROCHA SALAZAR" userId="4e0323458c84468b" providerId="LiveId" clId="{824EFD83-F77E-4646-99CE-487DB57DF3E4}" dt="2026-01-23T22:51:59.552" v="151" actId="478"/>
          <ac:graphicFrameMkLst>
            <pc:docMk/>
            <pc:sldMk cId="2895447003" sldId="2147473101"/>
            <ac:graphicFrameMk id="17" creationId="{A087E7EA-F062-FB8D-5B77-F589ACF22035}"/>
          </ac:graphicFrameMkLst>
        </pc:graphicFrameChg>
        <pc:graphicFrameChg chg="add del mod">
          <ac:chgData name="JESUS ROCHA SALAZAR" userId="4e0323458c84468b" providerId="LiveId" clId="{824EFD83-F77E-4646-99CE-487DB57DF3E4}" dt="2026-01-23T22:40:04.531" v="60" actId="478"/>
          <ac:graphicFrameMkLst>
            <pc:docMk/>
            <pc:sldMk cId="2895447003" sldId="2147473101"/>
            <ac:graphicFrameMk id="19" creationId="{FB7772EA-47ED-7F56-2051-F809DEBE13F1}"/>
          </ac:graphicFrameMkLst>
        </pc:graphicFrameChg>
        <pc:picChg chg="del">
          <ac:chgData name="JESUS ROCHA SALAZAR" userId="4e0323458c84468b" providerId="LiveId" clId="{824EFD83-F77E-4646-99CE-487DB57DF3E4}" dt="2026-01-23T22:22:41.520" v="19" actId="478"/>
          <ac:picMkLst>
            <pc:docMk/>
            <pc:sldMk cId="2895447003" sldId="2147473101"/>
            <ac:picMk id="4" creationId="{E3515F0D-17E2-E0CD-295F-0E28B27BBD60}"/>
          </ac:picMkLst>
        </pc:picChg>
        <pc:picChg chg="add del mod">
          <ac:chgData name="JESUS ROCHA SALAZAR" userId="4e0323458c84468b" providerId="LiveId" clId="{824EFD83-F77E-4646-99CE-487DB57DF3E4}" dt="2026-01-23T22:31:49.062" v="28" actId="478"/>
          <ac:picMkLst>
            <pc:docMk/>
            <pc:sldMk cId="2895447003" sldId="2147473101"/>
            <ac:picMk id="5" creationId="{C9BC7488-7C4E-82D8-D46D-0516931F3576}"/>
          </ac:picMkLst>
        </pc:picChg>
        <pc:picChg chg="add del mod">
          <ac:chgData name="JESUS ROCHA SALAZAR" userId="4e0323458c84468b" providerId="LiveId" clId="{824EFD83-F77E-4646-99CE-487DB57DF3E4}" dt="2026-01-23T22:38:22.679" v="31" actId="478"/>
          <ac:picMkLst>
            <pc:docMk/>
            <pc:sldMk cId="2895447003" sldId="2147473101"/>
            <ac:picMk id="9" creationId="{1C6B71E7-17BC-87E8-9972-D908E37C3518}"/>
          </ac:picMkLst>
        </pc:picChg>
        <pc:picChg chg="add del mod topLvl">
          <ac:chgData name="JESUS ROCHA SALAZAR" userId="4e0323458c84468b" providerId="LiveId" clId="{824EFD83-F77E-4646-99CE-487DB57DF3E4}" dt="2026-01-23T23:01:54.961" v="209" actId="478"/>
          <ac:picMkLst>
            <pc:docMk/>
            <pc:sldMk cId="2895447003" sldId="2147473101"/>
            <ac:picMk id="11" creationId="{DAF4DD3B-B934-4F6F-3309-AA15A8263C07}"/>
          </ac:picMkLst>
        </pc:picChg>
        <pc:picChg chg="add del mod">
          <ac:chgData name="JESUS ROCHA SALAZAR" userId="4e0323458c84468b" providerId="LiveId" clId="{824EFD83-F77E-4646-99CE-487DB57DF3E4}" dt="2026-01-23T22:47:11.382" v="115" actId="21"/>
          <ac:picMkLst>
            <pc:docMk/>
            <pc:sldMk cId="2895447003" sldId="2147473101"/>
            <ac:picMk id="22" creationId="{66283F78-F9BF-558D-C688-5BEA68CCD485}"/>
          </ac:picMkLst>
        </pc:picChg>
        <pc:picChg chg="add del mod topLvl">
          <ac:chgData name="JESUS ROCHA SALAZAR" userId="4e0323458c84468b" providerId="LiveId" clId="{824EFD83-F77E-4646-99CE-487DB57DF3E4}" dt="2026-01-23T22:52:18.214" v="153" actId="478"/>
          <ac:picMkLst>
            <pc:docMk/>
            <pc:sldMk cId="2895447003" sldId="2147473101"/>
            <ac:picMk id="24" creationId="{5A05A017-1D28-8601-488A-D68E0000E1B7}"/>
          </ac:picMkLst>
        </pc:picChg>
        <pc:picChg chg="add del mod">
          <ac:chgData name="JESUS ROCHA SALAZAR" userId="4e0323458c84468b" providerId="LiveId" clId="{824EFD83-F77E-4646-99CE-487DB57DF3E4}" dt="2026-01-23T22:51:27.727" v="142" actId="478"/>
          <ac:picMkLst>
            <pc:docMk/>
            <pc:sldMk cId="2895447003" sldId="2147473101"/>
            <ac:picMk id="34" creationId="{F1444607-362D-D4DC-00BF-D643980D856E}"/>
          </ac:picMkLst>
        </pc:picChg>
        <pc:picChg chg="add mod">
          <ac:chgData name="JESUS ROCHA SALAZAR" userId="4e0323458c84468b" providerId="LiveId" clId="{824EFD83-F77E-4646-99CE-487DB57DF3E4}" dt="2026-01-23T23:09:43.985" v="308" actId="1076"/>
          <ac:picMkLst>
            <pc:docMk/>
            <pc:sldMk cId="2895447003" sldId="2147473101"/>
            <ac:picMk id="36" creationId="{E2A9B01E-F695-6D18-63AA-60BEDF6536D6}"/>
          </ac:picMkLst>
        </pc:picChg>
      </pc:sldChg>
      <pc:sldChg chg="del">
        <pc:chgData name="JESUS ROCHA SALAZAR" userId="4e0323458c84468b" providerId="LiveId" clId="{824EFD83-F77E-4646-99CE-487DB57DF3E4}" dt="2026-01-23T23:13:40.937" v="357" actId="2696"/>
        <pc:sldMkLst>
          <pc:docMk/>
          <pc:sldMk cId="3901875843" sldId="2147473102"/>
        </pc:sldMkLst>
      </pc:sldChg>
      <pc:sldChg chg="del">
        <pc:chgData name="JESUS ROCHA SALAZAR" userId="4e0323458c84468b" providerId="LiveId" clId="{824EFD83-F77E-4646-99CE-487DB57DF3E4}" dt="2026-01-23T23:13:44.280" v="358" actId="2696"/>
        <pc:sldMkLst>
          <pc:docMk/>
          <pc:sldMk cId="2069066746" sldId="2147473103"/>
        </pc:sldMkLst>
      </pc:sldChg>
      <pc:sldChg chg="addSp delSp modSp mod">
        <pc:chgData name="JESUS ROCHA SALAZAR" userId="4e0323458c84468b" providerId="LiveId" clId="{824EFD83-F77E-4646-99CE-487DB57DF3E4}" dt="2026-01-23T23:10:14.471" v="312" actId="255"/>
        <pc:sldMkLst>
          <pc:docMk/>
          <pc:sldMk cId="3094111429" sldId="2147473105"/>
        </pc:sldMkLst>
        <pc:spChg chg="del">
          <ac:chgData name="JESUS ROCHA SALAZAR" userId="4e0323458c84468b" providerId="LiveId" clId="{824EFD83-F77E-4646-99CE-487DB57DF3E4}" dt="2026-01-23T23:00:58.509" v="203" actId="478"/>
          <ac:spMkLst>
            <pc:docMk/>
            <pc:sldMk cId="3094111429" sldId="2147473105"/>
            <ac:spMk id="3" creationId="{11AF8E2D-D169-A2A3-40FD-69FCFBAFCDAC}"/>
          </ac:spMkLst>
        </pc:spChg>
        <pc:spChg chg="add del mod">
          <ac:chgData name="JESUS ROCHA SALAZAR" userId="4e0323458c84468b" providerId="LiveId" clId="{824EFD83-F77E-4646-99CE-487DB57DF3E4}" dt="2026-01-23T23:01:01.320" v="204" actId="478"/>
          <ac:spMkLst>
            <pc:docMk/>
            <pc:sldMk cId="3094111429" sldId="2147473105"/>
            <ac:spMk id="4" creationId="{EC58815C-47E7-AB2D-B39B-CE4135F41041}"/>
          </ac:spMkLst>
        </pc:spChg>
        <pc:spChg chg="add mod">
          <ac:chgData name="JESUS ROCHA SALAZAR" userId="4e0323458c84468b" providerId="LiveId" clId="{824EFD83-F77E-4646-99CE-487DB57DF3E4}" dt="2026-01-23T23:07:37.137" v="281" actId="14100"/>
          <ac:spMkLst>
            <pc:docMk/>
            <pc:sldMk cId="3094111429" sldId="2147473105"/>
            <ac:spMk id="5" creationId="{57A36E46-B309-5EBD-8B8D-4888E51B1471}"/>
          </ac:spMkLst>
        </pc:spChg>
        <pc:spChg chg="add mod">
          <ac:chgData name="JESUS ROCHA SALAZAR" userId="4e0323458c84468b" providerId="LiveId" clId="{824EFD83-F77E-4646-99CE-487DB57DF3E4}" dt="2026-01-23T23:10:14.471" v="312" actId="255"/>
          <ac:spMkLst>
            <pc:docMk/>
            <pc:sldMk cId="3094111429" sldId="2147473105"/>
            <ac:spMk id="7" creationId="{AD0893A6-DC6C-7384-23A2-34176D782982}"/>
          </ac:spMkLst>
        </pc:spChg>
        <pc:picChg chg="del">
          <ac:chgData name="JESUS ROCHA SALAZAR" userId="4e0323458c84468b" providerId="LiveId" clId="{824EFD83-F77E-4646-99CE-487DB57DF3E4}" dt="2026-01-23T23:00:54.630" v="202" actId="478"/>
          <ac:picMkLst>
            <pc:docMk/>
            <pc:sldMk cId="3094111429" sldId="2147473105"/>
            <ac:picMk id="8" creationId="{B461D35D-D6F6-4FE7-C9D4-895EEA228593}"/>
          </ac:picMkLst>
        </pc:picChg>
      </pc:sldChg>
      <pc:sldChg chg="delSp del mod">
        <pc:chgData name="JESUS ROCHA SALAZAR" userId="4e0323458c84468b" providerId="LiveId" clId="{824EFD83-F77E-4646-99CE-487DB57DF3E4}" dt="2026-01-23T23:13:40.937" v="357" actId="2696"/>
        <pc:sldMkLst>
          <pc:docMk/>
          <pc:sldMk cId="4057386013" sldId="2147473106"/>
        </pc:sldMkLst>
        <pc:spChg chg="del">
          <ac:chgData name="JESUS ROCHA SALAZAR" userId="4e0323458c84468b" providerId="LiveId" clId="{824EFD83-F77E-4646-99CE-487DB57DF3E4}" dt="2026-01-23T23:01:05.926" v="206" actId="478"/>
          <ac:spMkLst>
            <pc:docMk/>
            <pc:sldMk cId="4057386013" sldId="2147473106"/>
            <ac:spMk id="6" creationId="{0DAAFEBD-8B27-41E8-68F6-6C955EF29BCF}"/>
          </ac:spMkLst>
        </pc:spChg>
        <pc:spChg chg="del">
          <ac:chgData name="JESUS ROCHA SALAZAR" userId="4e0323458c84468b" providerId="LiveId" clId="{824EFD83-F77E-4646-99CE-487DB57DF3E4}" dt="2026-01-23T23:01:07.945" v="207" actId="478"/>
          <ac:spMkLst>
            <pc:docMk/>
            <pc:sldMk cId="4057386013" sldId="2147473106"/>
            <ac:spMk id="7" creationId="{D0A39152-C0BA-BBCC-6484-331FA75D6EC2}"/>
          </ac:spMkLst>
        </pc:spChg>
        <pc:picChg chg="del">
          <ac:chgData name="JESUS ROCHA SALAZAR" userId="4e0323458c84468b" providerId="LiveId" clId="{824EFD83-F77E-4646-99CE-487DB57DF3E4}" dt="2026-01-23T23:01:03.347" v="205" actId="478"/>
          <ac:picMkLst>
            <pc:docMk/>
            <pc:sldMk cId="4057386013" sldId="2147473106"/>
            <ac:picMk id="4" creationId="{3193E42C-1CC2-53BC-C23B-BDA359F85365}"/>
          </ac:picMkLst>
        </pc:picChg>
      </pc:sldChg>
      <pc:sldChg chg="del">
        <pc:chgData name="JESUS ROCHA SALAZAR" userId="4e0323458c84468b" providerId="LiveId" clId="{824EFD83-F77E-4646-99CE-487DB57DF3E4}" dt="2026-01-23T23:13:40.937" v="357" actId="2696"/>
        <pc:sldMkLst>
          <pc:docMk/>
          <pc:sldMk cId="3230989575" sldId="2147473107"/>
        </pc:sldMkLst>
      </pc:sldChg>
      <pc:sldChg chg="del">
        <pc:chgData name="JESUS ROCHA SALAZAR" userId="4e0323458c84468b" providerId="LiveId" clId="{824EFD83-F77E-4646-99CE-487DB57DF3E4}" dt="2026-01-23T23:13:40.937" v="357" actId="2696"/>
        <pc:sldMkLst>
          <pc:docMk/>
          <pc:sldMk cId="2086320814" sldId="2147473108"/>
        </pc:sldMkLst>
      </pc:sldChg>
      <pc:sldChg chg="del">
        <pc:chgData name="JESUS ROCHA SALAZAR" userId="4e0323458c84468b" providerId="LiveId" clId="{824EFD83-F77E-4646-99CE-487DB57DF3E4}" dt="2026-01-23T23:13:40.937" v="357" actId="2696"/>
        <pc:sldMkLst>
          <pc:docMk/>
          <pc:sldMk cId="1863508511" sldId="2147473109"/>
        </pc:sldMkLst>
      </pc:sldChg>
      <pc:sldChg chg="del">
        <pc:chgData name="JESUS ROCHA SALAZAR" userId="4e0323458c84468b" providerId="LiveId" clId="{824EFD83-F77E-4646-99CE-487DB57DF3E4}" dt="2026-01-23T23:13:40.937" v="357" actId="2696"/>
        <pc:sldMkLst>
          <pc:docMk/>
          <pc:sldMk cId="2648039557" sldId="2147473110"/>
        </pc:sldMkLst>
      </pc:sldChg>
      <pc:sldChg chg="del">
        <pc:chgData name="JESUS ROCHA SALAZAR" userId="4e0323458c84468b" providerId="LiveId" clId="{824EFD83-F77E-4646-99CE-487DB57DF3E4}" dt="2026-01-23T23:13:40.937" v="357" actId="2696"/>
        <pc:sldMkLst>
          <pc:docMk/>
          <pc:sldMk cId="775991285" sldId="2147473111"/>
        </pc:sldMkLst>
      </pc:sldChg>
      <pc:sldChg chg="del">
        <pc:chgData name="JESUS ROCHA SALAZAR" userId="4e0323458c84468b" providerId="LiveId" clId="{824EFD83-F77E-4646-99CE-487DB57DF3E4}" dt="2026-01-23T23:13:40.937" v="357" actId="2696"/>
        <pc:sldMkLst>
          <pc:docMk/>
          <pc:sldMk cId="1040530336" sldId="2147473112"/>
        </pc:sldMkLst>
      </pc:sldChg>
      <pc:sldChg chg="del">
        <pc:chgData name="JESUS ROCHA SALAZAR" userId="4e0323458c84468b" providerId="LiveId" clId="{824EFD83-F77E-4646-99CE-487DB57DF3E4}" dt="2026-01-23T23:13:40.937" v="357" actId="2696"/>
        <pc:sldMkLst>
          <pc:docMk/>
          <pc:sldMk cId="3891946680" sldId="2147473114"/>
        </pc:sldMkLst>
      </pc:sldChg>
      <pc:sldChg chg="del">
        <pc:chgData name="JESUS ROCHA SALAZAR" userId="4e0323458c84468b" providerId="LiveId" clId="{824EFD83-F77E-4646-99CE-487DB57DF3E4}" dt="2026-01-23T23:13:40.937" v="357" actId="2696"/>
        <pc:sldMkLst>
          <pc:docMk/>
          <pc:sldMk cId="37364798" sldId="2147473115"/>
        </pc:sldMkLst>
      </pc:sldChg>
      <pc:sldChg chg="del">
        <pc:chgData name="JESUS ROCHA SALAZAR" userId="4e0323458c84468b" providerId="LiveId" clId="{824EFD83-F77E-4646-99CE-487DB57DF3E4}" dt="2026-01-23T23:13:40.937" v="357" actId="2696"/>
        <pc:sldMkLst>
          <pc:docMk/>
          <pc:sldMk cId="3176209115" sldId="2147473116"/>
        </pc:sldMkLst>
      </pc:sldChg>
      <pc:sldChg chg="del">
        <pc:chgData name="JESUS ROCHA SALAZAR" userId="4e0323458c84468b" providerId="LiveId" clId="{824EFD83-F77E-4646-99CE-487DB57DF3E4}" dt="2026-01-23T23:13:40.937" v="357" actId="2696"/>
        <pc:sldMkLst>
          <pc:docMk/>
          <pc:sldMk cId="2508540175" sldId="2147473117"/>
        </pc:sldMkLst>
      </pc:sldChg>
      <pc:sldChg chg="del">
        <pc:chgData name="JESUS ROCHA SALAZAR" userId="4e0323458c84468b" providerId="LiveId" clId="{824EFD83-F77E-4646-99CE-487DB57DF3E4}" dt="2026-01-23T23:13:40.937" v="357" actId="2696"/>
        <pc:sldMkLst>
          <pc:docMk/>
          <pc:sldMk cId="2249617487" sldId="2147473118"/>
        </pc:sldMkLst>
      </pc:sldChg>
      <pc:sldChg chg="del">
        <pc:chgData name="JESUS ROCHA SALAZAR" userId="4e0323458c84468b" providerId="LiveId" clId="{824EFD83-F77E-4646-99CE-487DB57DF3E4}" dt="2026-01-23T23:13:40.937" v="357" actId="2696"/>
        <pc:sldMkLst>
          <pc:docMk/>
          <pc:sldMk cId="326306189" sldId="2147473119"/>
        </pc:sldMkLst>
      </pc:sldChg>
      <pc:sldChg chg="del">
        <pc:chgData name="JESUS ROCHA SALAZAR" userId="4e0323458c84468b" providerId="LiveId" clId="{824EFD83-F77E-4646-99CE-487DB57DF3E4}" dt="2026-01-23T23:13:40.937" v="357" actId="2696"/>
        <pc:sldMkLst>
          <pc:docMk/>
          <pc:sldMk cId="3596128426" sldId="2147473120"/>
        </pc:sldMkLst>
      </pc:sldChg>
      <pc:sldChg chg="del">
        <pc:chgData name="JESUS ROCHA SALAZAR" userId="4e0323458c84468b" providerId="LiveId" clId="{824EFD83-F77E-4646-99CE-487DB57DF3E4}" dt="2026-01-23T23:13:40.937" v="357" actId="2696"/>
        <pc:sldMkLst>
          <pc:docMk/>
          <pc:sldMk cId="924283583" sldId="2147473121"/>
        </pc:sldMkLst>
      </pc:sldChg>
      <pc:sldChg chg="del">
        <pc:chgData name="JESUS ROCHA SALAZAR" userId="4e0323458c84468b" providerId="LiveId" clId="{824EFD83-F77E-4646-99CE-487DB57DF3E4}" dt="2026-01-23T23:13:40.937" v="357" actId="2696"/>
        <pc:sldMkLst>
          <pc:docMk/>
          <pc:sldMk cId="194168882" sldId="2147473122"/>
        </pc:sldMkLst>
      </pc:sldChg>
      <pc:sldChg chg="del">
        <pc:chgData name="JESUS ROCHA SALAZAR" userId="4e0323458c84468b" providerId="LiveId" clId="{824EFD83-F77E-4646-99CE-487DB57DF3E4}" dt="2026-01-23T23:13:40.937" v="357" actId="2696"/>
        <pc:sldMkLst>
          <pc:docMk/>
          <pc:sldMk cId="2473765200" sldId="2147473123"/>
        </pc:sldMkLst>
      </pc:sldChg>
      <pc:sldChg chg="del">
        <pc:chgData name="JESUS ROCHA SALAZAR" userId="4e0323458c84468b" providerId="LiveId" clId="{824EFD83-F77E-4646-99CE-487DB57DF3E4}" dt="2026-01-23T23:13:40.937" v="357" actId="2696"/>
        <pc:sldMkLst>
          <pc:docMk/>
          <pc:sldMk cId="1173277066" sldId="2147473124"/>
        </pc:sldMkLst>
      </pc:sldChg>
      <pc:sldChg chg="del">
        <pc:chgData name="JESUS ROCHA SALAZAR" userId="4e0323458c84468b" providerId="LiveId" clId="{824EFD83-F77E-4646-99CE-487DB57DF3E4}" dt="2026-01-23T23:13:40.937" v="357" actId="2696"/>
        <pc:sldMkLst>
          <pc:docMk/>
          <pc:sldMk cId="452475525" sldId="2147473125"/>
        </pc:sldMkLst>
      </pc:sldChg>
      <pc:sldChg chg="addSp modSp add mod">
        <pc:chgData name="JESUS ROCHA SALAZAR" userId="4e0323458c84468b" providerId="LiveId" clId="{824EFD83-F77E-4646-99CE-487DB57DF3E4}" dt="2026-01-23T22:47:25.973" v="119" actId="1076"/>
        <pc:sldMkLst>
          <pc:docMk/>
          <pc:sldMk cId="268863807" sldId="2147473126"/>
        </pc:sldMkLst>
        <pc:picChg chg="add mod">
          <ac:chgData name="JESUS ROCHA SALAZAR" userId="4e0323458c84468b" providerId="LiveId" clId="{824EFD83-F77E-4646-99CE-487DB57DF3E4}" dt="2026-01-23T22:47:19.178" v="117" actId="1076"/>
          <ac:picMkLst>
            <pc:docMk/>
            <pc:sldMk cId="268863807" sldId="2147473126"/>
            <ac:picMk id="2" creationId="{ABF87840-1F62-3B7E-E287-9004FC1225CF}"/>
          </ac:picMkLst>
        </pc:picChg>
        <pc:picChg chg="add mod">
          <ac:chgData name="JESUS ROCHA SALAZAR" userId="4e0323458c84468b" providerId="LiveId" clId="{824EFD83-F77E-4646-99CE-487DB57DF3E4}" dt="2026-01-23T22:47:25.973" v="119" actId="1076"/>
          <ac:picMkLst>
            <pc:docMk/>
            <pc:sldMk cId="268863807" sldId="2147473126"/>
            <ac:picMk id="3" creationId="{E901361C-202B-70E9-09B0-FB7CB75AAB31}"/>
          </ac:picMkLst>
        </pc:picChg>
      </pc:sldChg>
      <pc:sldChg chg="modSp add mod">
        <pc:chgData name="JESUS ROCHA SALAZAR" userId="4e0323458c84468b" providerId="LiveId" clId="{824EFD83-F77E-4646-99CE-487DB57DF3E4}" dt="2026-01-23T23:10:08.135" v="311" actId="1076"/>
        <pc:sldMkLst>
          <pc:docMk/>
          <pc:sldMk cId="4167781778" sldId="2147473127"/>
        </pc:sldMkLst>
        <pc:spChg chg="mod">
          <ac:chgData name="JESUS ROCHA SALAZAR" userId="4e0323458c84468b" providerId="LiveId" clId="{824EFD83-F77E-4646-99CE-487DB57DF3E4}" dt="2026-01-23T23:10:08.135" v="311" actId="1076"/>
          <ac:spMkLst>
            <pc:docMk/>
            <pc:sldMk cId="4167781778" sldId="2147473127"/>
            <ac:spMk id="6" creationId="{BCF2A869-3B82-1E5F-FB80-606519B15328}"/>
          </ac:spMkLst>
        </pc:spChg>
        <pc:spChg chg="mod">
          <ac:chgData name="JESUS ROCHA SALAZAR" userId="4e0323458c84468b" providerId="LiveId" clId="{824EFD83-F77E-4646-99CE-487DB57DF3E4}" dt="2026-01-23T23:03:21.821" v="265" actId="20577"/>
          <ac:spMkLst>
            <pc:docMk/>
            <pc:sldMk cId="4167781778" sldId="2147473127"/>
            <ac:spMk id="7" creationId="{EFAA74EA-A2B4-FC8E-8EB4-9442AF166D5B}"/>
          </ac:spMkLst>
        </pc:spChg>
        <pc:spChg chg="mod">
          <ac:chgData name="JESUS ROCHA SALAZAR" userId="4e0323458c84468b" providerId="LiveId" clId="{824EFD83-F77E-4646-99CE-487DB57DF3E4}" dt="2026-01-23T23:10:08.135" v="311" actId="1076"/>
          <ac:spMkLst>
            <pc:docMk/>
            <pc:sldMk cId="4167781778" sldId="2147473127"/>
            <ac:spMk id="25" creationId="{DBD13DBF-152E-4431-48BD-2482D36FE3D2}"/>
          </ac:spMkLst>
        </pc:spChg>
        <pc:spChg chg="mod">
          <ac:chgData name="JESUS ROCHA SALAZAR" userId="4e0323458c84468b" providerId="LiveId" clId="{824EFD83-F77E-4646-99CE-487DB57DF3E4}" dt="2026-01-23T23:09:58.375" v="310" actId="255"/>
          <ac:spMkLst>
            <pc:docMk/>
            <pc:sldMk cId="4167781778" sldId="2147473127"/>
            <ac:spMk id="28" creationId="{7561B737-D95E-ADCE-CB09-8333975B5A8E}"/>
          </ac:spMkLst>
        </pc:spChg>
        <pc:spChg chg="mod">
          <ac:chgData name="JESUS ROCHA SALAZAR" userId="4e0323458c84468b" providerId="LiveId" clId="{824EFD83-F77E-4646-99CE-487DB57DF3E4}" dt="2026-01-23T23:10:08.135" v="311" actId="1076"/>
          <ac:spMkLst>
            <pc:docMk/>
            <pc:sldMk cId="4167781778" sldId="2147473127"/>
            <ac:spMk id="37" creationId="{2B731079-7B78-6C10-4021-AC3491976C5A}"/>
          </ac:spMkLst>
        </pc:spChg>
        <pc:spChg chg="mod">
          <ac:chgData name="JESUS ROCHA SALAZAR" userId="4e0323458c84468b" providerId="LiveId" clId="{824EFD83-F77E-4646-99CE-487DB57DF3E4}" dt="2026-01-23T23:10:08.135" v="311" actId="1076"/>
          <ac:spMkLst>
            <pc:docMk/>
            <pc:sldMk cId="4167781778" sldId="2147473127"/>
            <ac:spMk id="40" creationId="{3EFD51A6-FD8C-BB29-3CD1-64EE228419AF}"/>
          </ac:spMkLst>
        </pc:spChg>
        <pc:picChg chg="mod">
          <ac:chgData name="JESUS ROCHA SALAZAR" userId="4e0323458c84468b" providerId="LiveId" clId="{824EFD83-F77E-4646-99CE-487DB57DF3E4}" dt="2026-01-23T23:10:08.135" v="311" actId="1076"/>
          <ac:picMkLst>
            <pc:docMk/>
            <pc:sldMk cId="4167781778" sldId="2147473127"/>
            <ac:picMk id="11" creationId="{DAF4DD3B-B934-4F6F-3309-AA15A8263C07}"/>
          </ac:picMkLst>
        </pc:picChg>
        <pc:picChg chg="mod">
          <ac:chgData name="JESUS ROCHA SALAZAR" userId="4e0323458c84468b" providerId="LiveId" clId="{824EFD83-F77E-4646-99CE-487DB57DF3E4}" dt="2026-01-23T23:10:08.135" v="311" actId="1076"/>
          <ac:picMkLst>
            <pc:docMk/>
            <pc:sldMk cId="4167781778" sldId="2147473127"/>
            <ac:picMk id="36" creationId="{E2A9B01E-F695-6D18-63AA-60BEDF6536D6}"/>
          </ac:picMkLst>
        </pc:picChg>
      </pc:sldChg>
      <pc:sldChg chg="addSp delSp modSp add mod">
        <pc:chgData name="JESUS ROCHA SALAZAR" userId="4e0323458c84468b" providerId="LiveId" clId="{824EFD83-F77E-4646-99CE-487DB57DF3E4}" dt="2026-01-23T23:52:02.118" v="1002" actId="1076"/>
        <pc:sldMkLst>
          <pc:docMk/>
          <pc:sldMk cId="903214082" sldId="2147473128"/>
        </pc:sldMkLst>
        <pc:spChg chg="add mod">
          <ac:chgData name="JESUS ROCHA SALAZAR" userId="4e0323458c84468b" providerId="LiveId" clId="{824EFD83-F77E-4646-99CE-487DB57DF3E4}" dt="2026-01-23T23:10:27.750" v="314" actId="1076"/>
          <ac:spMkLst>
            <pc:docMk/>
            <pc:sldMk cId="903214082" sldId="2147473128"/>
            <ac:spMk id="2" creationId="{77FBB68A-6CF3-6C98-D6A7-F6D1FE4A52F7}"/>
          </ac:spMkLst>
        </pc:spChg>
        <pc:spChg chg="mod">
          <ac:chgData name="JESUS ROCHA SALAZAR" userId="4e0323458c84468b" providerId="LiveId" clId="{824EFD83-F77E-4646-99CE-487DB57DF3E4}" dt="2026-01-23T23:08:46.298" v="298" actId="20577"/>
          <ac:spMkLst>
            <pc:docMk/>
            <pc:sldMk cId="903214082" sldId="2147473128"/>
            <ac:spMk id="5" creationId="{57A36E46-B309-5EBD-8B8D-4888E51B1471}"/>
          </ac:spMkLst>
        </pc:spChg>
        <pc:spChg chg="del">
          <ac:chgData name="JESUS ROCHA SALAZAR" userId="4e0323458c84468b" providerId="LiveId" clId="{824EFD83-F77E-4646-99CE-487DB57DF3E4}" dt="2026-01-23T23:08:56.225" v="299" actId="478"/>
          <ac:spMkLst>
            <pc:docMk/>
            <pc:sldMk cId="903214082" sldId="2147473128"/>
            <ac:spMk id="7" creationId="{AD0893A6-DC6C-7384-23A2-34176D782982}"/>
          </ac:spMkLst>
        </pc:spChg>
        <pc:spChg chg="mod">
          <ac:chgData name="JESUS ROCHA SALAZAR" userId="4e0323458c84468b" providerId="LiveId" clId="{824EFD83-F77E-4646-99CE-487DB57DF3E4}" dt="2026-01-23T23:09:24.076" v="304"/>
          <ac:spMkLst>
            <pc:docMk/>
            <pc:sldMk cId="903214082" sldId="2147473128"/>
            <ac:spMk id="15" creationId="{33E5636F-5480-8628-46E8-925299349FD7}"/>
          </ac:spMkLst>
        </pc:spChg>
        <pc:spChg chg="mod">
          <ac:chgData name="JESUS ROCHA SALAZAR" userId="4e0323458c84468b" providerId="LiveId" clId="{824EFD83-F77E-4646-99CE-487DB57DF3E4}" dt="2026-01-23T23:09:24.076" v="304"/>
          <ac:spMkLst>
            <pc:docMk/>
            <pc:sldMk cId="903214082" sldId="2147473128"/>
            <ac:spMk id="16" creationId="{162A02BC-CF27-1FE6-A5B8-297BD7154754}"/>
          </ac:spMkLst>
        </pc:spChg>
        <pc:spChg chg="mod">
          <ac:chgData name="JESUS ROCHA SALAZAR" userId="4e0323458c84468b" providerId="LiveId" clId="{824EFD83-F77E-4646-99CE-487DB57DF3E4}" dt="2026-01-23T23:09:24.076" v="304"/>
          <ac:spMkLst>
            <pc:docMk/>
            <pc:sldMk cId="903214082" sldId="2147473128"/>
            <ac:spMk id="17" creationId="{03A4C77F-D98C-4716-CA96-43A2F7B12F72}"/>
          </ac:spMkLst>
        </pc:spChg>
        <pc:spChg chg="mod">
          <ac:chgData name="JESUS ROCHA SALAZAR" userId="4e0323458c84468b" providerId="LiveId" clId="{824EFD83-F77E-4646-99CE-487DB57DF3E4}" dt="2026-01-23T23:09:24.076" v="304"/>
          <ac:spMkLst>
            <pc:docMk/>
            <pc:sldMk cId="903214082" sldId="2147473128"/>
            <ac:spMk id="18" creationId="{503F9D6D-B6C5-8808-592C-6D8467B7ABB8}"/>
          </ac:spMkLst>
        </pc:spChg>
        <pc:spChg chg="mod">
          <ac:chgData name="JESUS ROCHA SALAZAR" userId="4e0323458c84468b" providerId="LiveId" clId="{824EFD83-F77E-4646-99CE-487DB57DF3E4}" dt="2026-01-23T23:09:24.076" v="304"/>
          <ac:spMkLst>
            <pc:docMk/>
            <pc:sldMk cId="903214082" sldId="2147473128"/>
            <ac:spMk id="19" creationId="{85AC55D7-5B66-D081-227C-7DAB5BF4610D}"/>
          </ac:spMkLst>
        </pc:spChg>
        <pc:grpChg chg="add mod">
          <ac:chgData name="JESUS ROCHA SALAZAR" userId="4e0323458c84468b" providerId="LiveId" clId="{824EFD83-F77E-4646-99CE-487DB57DF3E4}" dt="2026-01-23T23:52:02.118" v="1002" actId="1076"/>
          <ac:grpSpMkLst>
            <pc:docMk/>
            <pc:sldMk cId="903214082" sldId="2147473128"/>
            <ac:grpSpMk id="3" creationId="{5FA452A4-3060-0300-9619-EA09C76B8ED8}"/>
          </ac:grpSpMkLst>
        </pc:grpChg>
        <pc:picChg chg="mod">
          <ac:chgData name="JESUS ROCHA SALAZAR" userId="4e0323458c84468b" providerId="LiveId" clId="{824EFD83-F77E-4646-99CE-487DB57DF3E4}" dt="2026-01-23T23:09:24.076" v="304"/>
          <ac:picMkLst>
            <pc:docMk/>
            <pc:sldMk cId="903214082" sldId="2147473128"/>
            <ac:picMk id="4" creationId="{9314C14E-1D5C-5B0D-1ACB-94B39565A481}"/>
          </ac:picMkLst>
        </pc:picChg>
        <pc:picChg chg="mod">
          <ac:chgData name="JESUS ROCHA SALAZAR" userId="4e0323458c84468b" providerId="LiveId" clId="{824EFD83-F77E-4646-99CE-487DB57DF3E4}" dt="2026-01-23T23:09:24.076" v="304"/>
          <ac:picMkLst>
            <pc:docMk/>
            <pc:sldMk cId="903214082" sldId="2147473128"/>
            <ac:picMk id="8" creationId="{DAE8B1D8-0677-3E14-72FF-528CB0234C0D}"/>
          </ac:picMkLst>
        </pc:picChg>
        <pc:picChg chg="mod">
          <ac:chgData name="JESUS ROCHA SALAZAR" userId="4e0323458c84468b" providerId="LiveId" clId="{824EFD83-F77E-4646-99CE-487DB57DF3E4}" dt="2026-01-23T23:09:24.076" v="304"/>
          <ac:picMkLst>
            <pc:docMk/>
            <pc:sldMk cId="903214082" sldId="2147473128"/>
            <ac:picMk id="9" creationId="{3E8ED358-E8BE-136A-5326-B60B2DB7ECF0}"/>
          </ac:picMkLst>
        </pc:picChg>
        <pc:picChg chg="mod">
          <ac:chgData name="JESUS ROCHA SALAZAR" userId="4e0323458c84468b" providerId="LiveId" clId="{824EFD83-F77E-4646-99CE-487DB57DF3E4}" dt="2026-01-23T23:09:24.076" v="304"/>
          <ac:picMkLst>
            <pc:docMk/>
            <pc:sldMk cId="903214082" sldId="2147473128"/>
            <ac:picMk id="10" creationId="{6C9AA7F8-2C39-EF20-EC72-1D65332391A0}"/>
          </ac:picMkLst>
        </pc:picChg>
        <pc:picChg chg="mod">
          <ac:chgData name="JESUS ROCHA SALAZAR" userId="4e0323458c84468b" providerId="LiveId" clId="{824EFD83-F77E-4646-99CE-487DB57DF3E4}" dt="2026-01-23T23:09:24.076" v="304"/>
          <ac:picMkLst>
            <pc:docMk/>
            <pc:sldMk cId="903214082" sldId="2147473128"/>
            <ac:picMk id="11" creationId="{DD842CCB-E60C-1B81-2BC6-75601470C9AE}"/>
          </ac:picMkLst>
        </pc:picChg>
      </pc:sldChg>
      <pc:sldChg chg="add del">
        <pc:chgData name="JESUS ROCHA SALAZAR" userId="4e0323458c84468b" providerId="LiveId" clId="{824EFD83-F77E-4646-99CE-487DB57DF3E4}" dt="2026-01-23T23:13:40.937" v="357" actId="2696"/>
        <pc:sldMkLst>
          <pc:docMk/>
          <pc:sldMk cId="2248222335" sldId="2147473129"/>
        </pc:sldMkLst>
      </pc:sldChg>
      <pc:sldChg chg="add del">
        <pc:chgData name="JESUS ROCHA SALAZAR" userId="4e0323458c84468b" providerId="LiveId" clId="{824EFD83-F77E-4646-99CE-487DB57DF3E4}" dt="2026-01-23T23:13:40.937" v="357" actId="2696"/>
        <pc:sldMkLst>
          <pc:docMk/>
          <pc:sldMk cId="405546273" sldId="2147473130"/>
        </pc:sldMkLst>
      </pc:sldChg>
      <pc:sldChg chg="addSp delSp modSp add mod">
        <pc:chgData name="JESUS ROCHA SALAZAR" userId="4e0323458c84468b" providerId="LiveId" clId="{824EFD83-F77E-4646-99CE-487DB57DF3E4}" dt="2026-01-23T23:51:53.738" v="1000" actId="1076"/>
        <pc:sldMkLst>
          <pc:docMk/>
          <pc:sldMk cId="1259283802" sldId="2147473131"/>
        </pc:sldMkLst>
        <pc:spChg chg="del mod">
          <ac:chgData name="JESUS ROCHA SALAZAR" userId="4e0323458c84468b" providerId="LiveId" clId="{824EFD83-F77E-4646-99CE-487DB57DF3E4}" dt="2026-01-23T23:11:29.404" v="324" actId="478"/>
          <ac:spMkLst>
            <pc:docMk/>
            <pc:sldMk cId="1259283802" sldId="2147473131"/>
            <ac:spMk id="2" creationId="{77FBB68A-6CF3-6C98-D6A7-F6D1FE4A52F7}"/>
          </ac:spMkLst>
        </pc:spChg>
        <pc:spChg chg="mod">
          <ac:chgData name="JESUS ROCHA SALAZAR" userId="4e0323458c84468b" providerId="LiveId" clId="{824EFD83-F77E-4646-99CE-487DB57DF3E4}" dt="2026-01-23T23:11:25.463" v="323" actId="20577"/>
          <ac:spMkLst>
            <pc:docMk/>
            <pc:sldMk cId="1259283802" sldId="2147473131"/>
            <ac:spMk id="5" creationId="{57A36E46-B309-5EBD-8B8D-4888E51B1471}"/>
          </ac:spMkLst>
        </pc:spChg>
        <pc:spChg chg="add mod">
          <ac:chgData name="JESUS ROCHA SALAZAR" userId="4e0323458c84468b" providerId="LiveId" clId="{824EFD83-F77E-4646-99CE-487DB57DF3E4}" dt="2026-01-23T23:11:51.646" v="330" actId="1076"/>
          <ac:spMkLst>
            <pc:docMk/>
            <pc:sldMk cId="1259283802" sldId="2147473131"/>
            <ac:spMk id="7" creationId="{BD207968-E34E-6D71-C934-610D7026D96D}"/>
          </ac:spMkLst>
        </pc:spChg>
        <pc:grpChg chg="del">
          <ac:chgData name="JESUS ROCHA SALAZAR" userId="4e0323458c84468b" providerId="LiveId" clId="{824EFD83-F77E-4646-99CE-487DB57DF3E4}" dt="2026-01-23T23:11:30.929" v="325" actId="478"/>
          <ac:grpSpMkLst>
            <pc:docMk/>
            <pc:sldMk cId="1259283802" sldId="2147473131"/>
            <ac:grpSpMk id="3" creationId="{5FA452A4-3060-0300-9619-EA09C76B8ED8}"/>
          </ac:grpSpMkLst>
        </pc:grpChg>
        <pc:grpChg chg="add mod">
          <ac:chgData name="JESUS ROCHA SALAZAR" userId="4e0323458c84468b" providerId="LiveId" clId="{824EFD83-F77E-4646-99CE-487DB57DF3E4}" dt="2026-01-23T23:51:53.738" v="1000" actId="1076"/>
          <ac:grpSpMkLst>
            <pc:docMk/>
            <pc:sldMk cId="1259283802" sldId="2147473131"/>
            <ac:grpSpMk id="20" creationId="{7227C3FC-5554-993F-7ED5-3150202C4118}"/>
          </ac:grpSpMkLst>
        </pc:grpChg>
        <pc:picChg chg="mod">
          <ac:chgData name="JESUS ROCHA SALAZAR" userId="4e0323458c84468b" providerId="LiveId" clId="{824EFD83-F77E-4646-99CE-487DB57DF3E4}" dt="2026-01-23T23:11:56.414" v="331"/>
          <ac:picMkLst>
            <pc:docMk/>
            <pc:sldMk cId="1259283802" sldId="2147473131"/>
            <ac:picMk id="21" creationId="{C170DA18-8817-45EA-F4BE-3EFC0F5CE5FF}"/>
          </ac:picMkLst>
        </pc:picChg>
        <pc:picChg chg="mod">
          <ac:chgData name="JESUS ROCHA SALAZAR" userId="4e0323458c84468b" providerId="LiveId" clId="{824EFD83-F77E-4646-99CE-487DB57DF3E4}" dt="2026-01-23T23:11:56.414" v="331"/>
          <ac:picMkLst>
            <pc:docMk/>
            <pc:sldMk cId="1259283802" sldId="2147473131"/>
            <ac:picMk id="22" creationId="{5032E0A6-E4A5-6E69-84D0-AC984FB367C4}"/>
          </ac:picMkLst>
        </pc:picChg>
        <pc:picChg chg="mod">
          <ac:chgData name="JESUS ROCHA SALAZAR" userId="4e0323458c84468b" providerId="LiveId" clId="{824EFD83-F77E-4646-99CE-487DB57DF3E4}" dt="2026-01-23T23:11:56.414" v="331"/>
          <ac:picMkLst>
            <pc:docMk/>
            <pc:sldMk cId="1259283802" sldId="2147473131"/>
            <ac:picMk id="23" creationId="{08E81FDF-30F6-6BFF-23E1-6B4876531A4A}"/>
          </ac:picMkLst>
        </pc:picChg>
        <pc:picChg chg="mod">
          <ac:chgData name="JESUS ROCHA SALAZAR" userId="4e0323458c84468b" providerId="LiveId" clId="{824EFD83-F77E-4646-99CE-487DB57DF3E4}" dt="2026-01-23T23:11:56.414" v="331"/>
          <ac:picMkLst>
            <pc:docMk/>
            <pc:sldMk cId="1259283802" sldId="2147473131"/>
            <ac:picMk id="24" creationId="{AE5FC9B6-B2C0-59C4-5344-7DFF6C7FF144}"/>
          </ac:picMkLst>
        </pc:picChg>
      </pc:sldChg>
      <pc:sldChg chg="addSp delSp modSp add mod">
        <pc:chgData name="JESUS ROCHA SALAZAR" userId="4e0323458c84468b" providerId="LiveId" clId="{824EFD83-F77E-4646-99CE-487DB57DF3E4}" dt="2026-01-23T23:18:02.174" v="360" actId="14100"/>
        <pc:sldMkLst>
          <pc:docMk/>
          <pc:sldMk cId="1100420468" sldId="2147473132"/>
        </pc:sldMkLst>
        <pc:spChg chg="add mod">
          <ac:chgData name="JESUS ROCHA SALAZAR" userId="4e0323458c84468b" providerId="LiveId" clId="{824EFD83-F77E-4646-99CE-487DB57DF3E4}" dt="2026-01-23T23:12:45.624" v="352" actId="1076"/>
          <ac:spMkLst>
            <pc:docMk/>
            <pc:sldMk cId="1100420468" sldId="2147473132"/>
            <ac:spMk id="2" creationId="{129122D8-3155-02F4-B11F-A319C6DF0D95}"/>
          </ac:spMkLst>
        </pc:spChg>
        <pc:spChg chg="mod">
          <ac:chgData name="JESUS ROCHA SALAZAR" userId="4e0323458c84468b" providerId="LiveId" clId="{824EFD83-F77E-4646-99CE-487DB57DF3E4}" dt="2026-01-23T23:12:24.662" v="345" actId="20577"/>
          <ac:spMkLst>
            <pc:docMk/>
            <pc:sldMk cId="1100420468" sldId="2147473132"/>
            <ac:spMk id="5" creationId="{57A36E46-B309-5EBD-8B8D-4888E51B1471}"/>
          </ac:spMkLst>
        </pc:spChg>
        <pc:spChg chg="del">
          <ac:chgData name="JESUS ROCHA SALAZAR" userId="4e0323458c84468b" providerId="LiveId" clId="{824EFD83-F77E-4646-99CE-487DB57DF3E4}" dt="2026-01-23T23:12:06.572" v="335" actId="478"/>
          <ac:spMkLst>
            <pc:docMk/>
            <pc:sldMk cId="1100420468" sldId="2147473132"/>
            <ac:spMk id="7" creationId="{BD207968-E34E-6D71-C934-610D7026D96D}"/>
          </ac:spMkLst>
        </pc:spChg>
        <pc:grpChg chg="del">
          <ac:chgData name="JESUS ROCHA SALAZAR" userId="4e0323458c84468b" providerId="LiveId" clId="{824EFD83-F77E-4646-99CE-487DB57DF3E4}" dt="2026-01-23T23:12:02.875" v="334" actId="478"/>
          <ac:grpSpMkLst>
            <pc:docMk/>
            <pc:sldMk cId="1100420468" sldId="2147473132"/>
            <ac:grpSpMk id="20" creationId="{7227C3FC-5554-993F-7ED5-3150202C4118}"/>
          </ac:grpSpMkLst>
        </pc:grpChg>
        <pc:picChg chg="add mod">
          <ac:chgData name="JESUS ROCHA SALAZAR" userId="4e0323458c84468b" providerId="LiveId" clId="{824EFD83-F77E-4646-99CE-487DB57DF3E4}" dt="2026-01-23T23:18:02.174" v="360" actId="14100"/>
          <ac:picMkLst>
            <pc:docMk/>
            <pc:sldMk cId="1100420468" sldId="2147473132"/>
            <ac:picMk id="3" creationId="{5BC4F0D3-5FDE-409F-DB3F-333CA52BA086}"/>
          </ac:picMkLst>
        </pc:picChg>
      </pc:sldChg>
      <pc:sldChg chg="addSp delSp modSp add mod">
        <pc:chgData name="JESUS ROCHA SALAZAR" userId="4e0323458c84468b" providerId="LiveId" clId="{824EFD83-F77E-4646-99CE-487DB57DF3E4}" dt="2026-01-23T23:19:46.280" v="382" actId="1076"/>
        <pc:sldMkLst>
          <pc:docMk/>
          <pc:sldMk cId="2199699667" sldId="2147473133"/>
        </pc:sldMkLst>
        <pc:spChg chg="del">
          <ac:chgData name="JESUS ROCHA SALAZAR" userId="4e0323458c84468b" providerId="LiveId" clId="{824EFD83-F77E-4646-99CE-487DB57DF3E4}" dt="2026-01-23T23:18:54.038" v="371" actId="478"/>
          <ac:spMkLst>
            <pc:docMk/>
            <pc:sldMk cId="2199699667" sldId="2147473133"/>
            <ac:spMk id="2" creationId="{129122D8-3155-02F4-B11F-A319C6DF0D95}"/>
          </ac:spMkLst>
        </pc:spChg>
        <pc:spChg chg="add mod">
          <ac:chgData name="JESUS ROCHA SALAZAR" userId="4e0323458c84468b" providerId="LiveId" clId="{824EFD83-F77E-4646-99CE-487DB57DF3E4}" dt="2026-01-23T23:19:46.280" v="382" actId="1076"/>
          <ac:spMkLst>
            <pc:docMk/>
            <pc:sldMk cId="2199699667" sldId="2147473133"/>
            <ac:spMk id="4" creationId="{7C9F286A-020C-4D4E-A2F2-FA6AA9E450F6}"/>
          </ac:spMkLst>
        </pc:spChg>
        <pc:spChg chg="mod">
          <ac:chgData name="JESUS ROCHA SALAZAR" userId="4e0323458c84468b" providerId="LiveId" clId="{824EFD83-F77E-4646-99CE-487DB57DF3E4}" dt="2026-01-23T23:18:48.245" v="369" actId="20577"/>
          <ac:spMkLst>
            <pc:docMk/>
            <pc:sldMk cId="2199699667" sldId="2147473133"/>
            <ac:spMk id="5" creationId="{57A36E46-B309-5EBD-8B8D-4888E51B1471}"/>
          </ac:spMkLst>
        </pc:spChg>
        <pc:graphicFrameChg chg="add mod">
          <ac:chgData name="JESUS ROCHA SALAZAR" userId="4e0323458c84468b" providerId="LiveId" clId="{824EFD83-F77E-4646-99CE-487DB57DF3E4}" dt="2026-01-23T23:19:42.197" v="381" actId="1076"/>
          <ac:graphicFrameMkLst>
            <pc:docMk/>
            <pc:sldMk cId="2199699667" sldId="2147473133"/>
            <ac:graphicFrameMk id="7" creationId="{427B33E7-A9BF-F2FD-B240-E4D162BE53E7}"/>
          </ac:graphicFrameMkLst>
        </pc:graphicFrameChg>
        <pc:picChg chg="del">
          <ac:chgData name="JESUS ROCHA SALAZAR" userId="4e0323458c84468b" providerId="LiveId" clId="{824EFD83-F77E-4646-99CE-487DB57DF3E4}" dt="2026-01-23T23:18:51.776" v="370" actId="478"/>
          <ac:picMkLst>
            <pc:docMk/>
            <pc:sldMk cId="2199699667" sldId="2147473133"/>
            <ac:picMk id="3" creationId="{5BC4F0D3-5FDE-409F-DB3F-333CA52BA086}"/>
          </ac:picMkLst>
        </pc:picChg>
      </pc:sldChg>
      <pc:sldChg chg="addSp delSp modSp add mod">
        <pc:chgData name="JESUS ROCHA SALAZAR" userId="4e0323458c84468b" providerId="LiveId" clId="{824EFD83-F77E-4646-99CE-487DB57DF3E4}" dt="2026-01-23T23:22:06.561" v="401" actId="1076"/>
        <pc:sldMkLst>
          <pc:docMk/>
          <pc:sldMk cId="2961695900" sldId="2147473134"/>
        </pc:sldMkLst>
        <pc:spChg chg="add mod">
          <ac:chgData name="JESUS ROCHA SALAZAR" userId="4e0323458c84468b" providerId="LiveId" clId="{824EFD83-F77E-4646-99CE-487DB57DF3E4}" dt="2026-01-23T23:22:06.561" v="401" actId="1076"/>
          <ac:spMkLst>
            <pc:docMk/>
            <pc:sldMk cId="2961695900" sldId="2147473134"/>
            <ac:spMk id="2" creationId="{AD303A81-8560-021A-E8EE-F572C2392455}"/>
          </ac:spMkLst>
        </pc:spChg>
        <pc:spChg chg="del">
          <ac:chgData name="JESUS ROCHA SALAZAR" userId="4e0323458c84468b" providerId="LiveId" clId="{824EFD83-F77E-4646-99CE-487DB57DF3E4}" dt="2026-01-23T23:21:30.973" v="385" actId="478"/>
          <ac:spMkLst>
            <pc:docMk/>
            <pc:sldMk cId="2961695900" sldId="2147473134"/>
            <ac:spMk id="4" creationId="{7C9F286A-020C-4D4E-A2F2-FA6AA9E450F6}"/>
          </ac:spMkLst>
        </pc:spChg>
        <pc:graphicFrameChg chg="add mod">
          <ac:chgData name="JESUS ROCHA SALAZAR" userId="4e0323458c84468b" providerId="LiveId" clId="{824EFD83-F77E-4646-99CE-487DB57DF3E4}" dt="2026-01-23T23:22:04.091" v="400" actId="1076"/>
          <ac:graphicFrameMkLst>
            <pc:docMk/>
            <pc:sldMk cId="2961695900" sldId="2147473134"/>
            <ac:graphicFrameMk id="3" creationId="{8628EECE-0CA8-3C5C-3243-21439130D285}"/>
          </ac:graphicFrameMkLst>
        </pc:graphicFrameChg>
        <pc:graphicFrameChg chg="del">
          <ac:chgData name="JESUS ROCHA SALAZAR" userId="4e0323458c84468b" providerId="LiveId" clId="{824EFD83-F77E-4646-99CE-487DB57DF3E4}" dt="2026-01-23T23:21:56.516" v="394" actId="478"/>
          <ac:graphicFrameMkLst>
            <pc:docMk/>
            <pc:sldMk cId="2961695900" sldId="2147473134"/>
            <ac:graphicFrameMk id="7" creationId="{427B33E7-A9BF-F2FD-B240-E4D162BE53E7}"/>
          </ac:graphicFrameMkLst>
        </pc:graphicFrameChg>
      </pc:sldChg>
      <pc:sldChg chg="addSp delSp modSp add mod">
        <pc:chgData name="JESUS ROCHA SALAZAR" userId="4e0323458c84468b" providerId="LiveId" clId="{824EFD83-F77E-4646-99CE-487DB57DF3E4}" dt="2026-01-23T23:23:17.482" v="415" actId="1076"/>
        <pc:sldMkLst>
          <pc:docMk/>
          <pc:sldMk cId="1315177693" sldId="2147473135"/>
        </pc:sldMkLst>
        <pc:spChg chg="del">
          <ac:chgData name="JESUS ROCHA SALAZAR" userId="4e0323458c84468b" providerId="LiveId" clId="{824EFD83-F77E-4646-99CE-487DB57DF3E4}" dt="2026-01-23T23:22:41.503" v="405" actId="478"/>
          <ac:spMkLst>
            <pc:docMk/>
            <pc:sldMk cId="1315177693" sldId="2147473135"/>
            <ac:spMk id="2" creationId="{AD303A81-8560-021A-E8EE-F572C2392455}"/>
          </ac:spMkLst>
        </pc:spChg>
        <pc:spChg chg="add mod">
          <ac:chgData name="JESUS ROCHA SALAZAR" userId="4e0323458c84468b" providerId="LiveId" clId="{824EFD83-F77E-4646-99CE-487DB57DF3E4}" dt="2026-01-23T23:23:01.801" v="413" actId="1076"/>
          <ac:spMkLst>
            <pc:docMk/>
            <pc:sldMk cId="1315177693" sldId="2147473135"/>
            <ac:spMk id="4" creationId="{32621085-8969-10D2-C58A-8DC679D67922}"/>
          </ac:spMkLst>
        </pc:spChg>
        <pc:spChg chg="mod">
          <ac:chgData name="JESUS ROCHA SALAZAR" userId="4e0323458c84468b" providerId="LiveId" clId="{824EFD83-F77E-4646-99CE-487DB57DF3E4}" dt="2026-01-23T23:22:49.785" v="409" actId="1076"/>
          <ac:spMkLst>
            <pc:docMk/>
            <pc:sldMk cId="1315177693" sldId="2147473135"/>
            <ac:spMk id="5" creationId="{57A36E46-B309-5EBD-8B8D-4888E51B1471}"/>
          </ac:spMkLst>
        </pc:spChg>
        <pc:graphicFrameChg chg="del mod">
          <ac:chgData name="JESUS ROCHA SALAZAR" userId="4e0323458c84468b" providerId="LiveId" clId="{824EFD83-F77E-4646-99CE-487DB57DF3E4}" dt="2026-01-23T23:22:38.775" v="404" actId="478"/>
          <ac:graphicFrameMkLst>
            <pc:docMk/>
            <pc:sldMk cId="1315177693" sldId="2147473135"/>
            <ac:graphicFrameMk id="3" creationId="{8628EECE-0CA8-3C5C-3243-21439130D285}"/>
          </ac:graphicFrameMkLst>
        </pc:graphicFrameChg>
        <pc:graphicFrameChg chg="add mod">
          <ac:chgData name="JESUS ROCHA SALAZAR" userId="4e0323458c84468b" providerId="LiveId" clId="{824EFD83-F77E-4646-99CE-487DB57DF3E4}" dt="2026-01-23T23:23:17.482" v="415" actId="1076"/>
          <ac:graphicFrameMkLst>
            <pc:docMk/>
            <pc:sldMk cId="1315177693" sldId="2147473135"/>
            <ac:graphicFrameMk id="7" creationId="{996AF5DE-56A0-788F-BE55-B8A7898AE8F9}"/>
          </ac:graphicFrameMkLst>
        </pc:graphicFrameChg>
      </pc:sldChg>
      <pc:sldChg chg="addSp delSp modSp add mod">
        <pc:chgData name="JESUS ROCHA SALAZAR" userId="4e0323458c84468b" providerId="LiveId" clId="{824EFD83-F77E-4646-99CE-487DB57DF3E4}" dt="2026-01-23T23:24:14.438" v="428" actId="1076"/>
        <pc:sldMkLst>
          <pc:docMk/>
          <pc:sldMk cId="1623164058" sldId="2147473136"/>
        </pc:sldMkLst>
        <pc:spChg chg="add mod">
          <ac:chgData name="JESUS ROCHA SALAZAR" userId="4e0323458c84468b" providerId="LiveId" clId="{824EFD83-F77E-4646-99CE-487DB57DF3E4}" dt="2026-01-23T23:23:59.801" v="422" actId="1076"/>
          <ac:spMkLst>
            <pc:docMk/>
            <pc:sldMk cId="1623164058" sldId="2147473136"/>
            <ac:spMk id="2" creationId="{B14DD91F-7876-EEF9-1F45-C524A52CC6CB}"/>
          </ac:spMkLst>
        </pc:spChg>
        <pc:spChg chg="del">
          <ac:chgData name="JESUS ROCHA SALAZAR" userId="4e0323458c84468b" providerId="LiveId" clId="{824EFD83-F77E-4646-99CE-487DB57DF3E4}" dt="2026-01-23T23:23:52.504" v="418" actId="478"/>
          <ac:spMkLst>
            <pc:docMk/>
            <pc:sldMk cId="1623164058" sldId="2147473136"/>
            <ac:spMk id="4" creationId="{32621085-8969-10D2-C58A-8DC679D67922}"/>
          </ac:spMkLst>
        </pc:spChg>
        <pc:graphicFrameChg chg="add mod">
          <ac:chgData name="JESUS ROCHA SALAZAR" userId="4e0323458c84468b" providerId="LiveId" clId="{824EFD83-F77E-4646-99CE-487DB57DF3E4}" dt="2026-01-23T23:24:14.438" v="428" actId="1076"/>
          <ac:graphicFrameMkLst>
            <pc:docMk/>
            <pc:sldMk cId="1623164058" sldId="2147473136"/>
            <ac:graphicFrameMk id="3" creationId="{139A42CC-26AD-267E-0FF6-4997C720CA3D}"/>
          </ac:graphicFrameMkLst>
        </pc:graphicFrameChg>
        <pc:graphicFrameChg chg="del">
          <ac:chgData name="JESUS ROCHA SALAZAR" userId="4e0323458c84468b" providerId="LiveId" clId="{824EFD83-F77E-4646-99CE-487DB57DF3E4}" dt="2026-01-23T23:23:48.523" v="417" actId="478"/>
          <ac:graphicFrameMkLst>
            <pc:docMk/>
            <pc:sldMk cId="1623164058" sldId="2147473136"/>
            <ac:graphicFrameMk id="7" creationId="{996AF5DE-56A0-788F-BE55-B8A7898AE8F9}"/>
          </ac:graphicFrameMkLst>
        </pc:graphicFrameChg>
      </pc:sldChg>
      <pc:sldChg chg="addSp delSp modSp add mod">
        <pc:chgData name="JESUS ROCHA SALAZAR" userId="4e0323458c84468b" providerId="LiveId" clId="{824EFD83-F77E-4646-99CE-487DB57DF3E4}" dt="2026-01-23T23:25:31.151" v="442" actId="1076"/>
        <pc:sldMkLst>
          <pc:docMk/>
          <pc:sldMk cId="4058674474" sldId="2147473137"/>
        </pc:sldMkLst>
        <pc:spChg chg="del">
          <ac:chgData name="JESUS ROCHA SALAZAR" userId="4e0323458c84468b" providerId="LiveId" clId="{824EFD83-F77E-4646-99CE-487DB57DF3E4}" dt="2026-01-23T23:24:31.206" v="430" actId="478"/>
          <ac:spMkLst>
            <pc:docMk/>
            <pc:sldMk cId="4058674474" sldId="2147473137"/>
            <ac:spMk id="2" creationId="{B14DD91F-7876-EEF9-1F45-C524A52CC6CB}"/>
          </ac:spMkLst>
        </pc:spChg>
        <pc:spChg chg="add mod">
          <ac:chgData name="JESUS ROCHA SALAZAR" userId="4e0323458c84468b" providerId="LiveId" clId="{824EFD83-F77E-4646-99CE-487DB57DF3E4}" dt="2026-01-23T23:24:59.758" v="439" actId="1076"/>
          <ac:spMkLst>
            <pc:docMk/>
            <pc:sldMk cId="4058674474" sldId="2147473137"/>
            <ac:spMk id="4" creationId="{0E7873D7-FDE8-BCCF-5A52-A5EE956947B0}"/>
          </ac:spMkLst>
        </pc:spChg>
        <pc:graphicFrameChg chg="del">
          <ac:chgData name="JESUS ROCHA SALAZAR" userId="4e0323458c84468b" providerId="LiveId" clId="{824EFD83-F77E-4646-99CE-487DB57DF3E4}" dt="2026-01-23T23:24:32.937" v="431" actId="478"/>
          <ac:graphicFrameMkLst>
            <pc:docMk/>
            <pc:sldMk cId="4058674474" sldId="2147473137"/>
            <ac:graphicFrameMk id="3" creationId="{139A42CC-26AD-267E-0FF6-4997C720CA3D}"/>
          </ac:graphicFrameMkLst>
        </pc:graphicFrameChg>
        <pc:graphicFrameChg chg="add mod">
          <ac:chgData name="JESUS ROCHA SALAZAR" userId="4e0323458c84468b" providerId="LiveId" clId="{824EFD83-F77E-4646-99CE-487DB57DF3E4}" dt="2026-01-23T23:25:31.151" v="442" actId="1076"/>
          <ac:graphicFrameMkLst>
            <pc:docMk/>
            <pc:sldMk cId="4058674474" sldId="2147473137"/>
            <ac:graphicFrameMk id="7" creationId="{D4CE2D40-CADB-C9CA-4560-9C73559003F5}"/>
          </ac:graphicFrameMkLst>
        </pc:graphicFrameChg>
      </pc:sldChg>
      <pc:sldChg chg="addSp delSp modSp add mod">
        <pc:chgData name="JESUS ROCHA SALAZAR" userId="4e0323458c84468b" providerId="LiveId" clId="{824EFD83-F77E-4646-99CE-487DB57DF3E4}" dt="2026-01-23T23:29:34.189" v="538" actId="20577"/>
        <pc:sldMkLst>
          <pc:docMk/>
          <pc:sldMk cId="3290706635" sldId="2147473138"/>
        </pc:sldMkLst>
        <pc:spChg chg="add mod">
          <ac:chgData name="JESUS ROCHA SALAZAR" userId="4e0323458c84468b" providerId="LiveId" clId="{824EFD83-F77E-4646-99CE-487DB57DF3E4}" dt="2026-01-23T23:29:11.289" v="514" actId="14100"/>
          <ac:spMkLst>
            <pc:docMk/>
            <pc:sldMk cId="3290706635" sldId="2147473138"/>
            <ac:spMk id="2" creationId="{5FF79523-6859-7DE4-48C9-AF60B36AE5F8}"/>
          </ac:spMkLst>
        </pc:spChg>
        <pc:spChg chg="add mod">
          <ac:chgData name="JESUS ROCHA SALAZAR" userId="4e0323458c84468b" providerId="LiveId" clId="{824EFD83-F77E-4646-99CE-487DB57DF3E4}" dt="2026-01-23T23:29:14.722" v="515" actId="1076"/>
          <ac:spMkLst>
            <pc:docMk/>
            <pc:sldMk cId="3290706635" sldId="2147473138"/>
            <ac:spMk id="3" creationId="{90CB9C6A-906C-3C47-A29B-540FED8B327C}"/>
          </ac:spMkLst>
        </pc:spChg>
        <pc:spChg chg="del">
          <ac:chgData name="JESUS ROCHA SALAZAR" userId="4e0323458c84468b" providerId="LiveId" clId="{824EFD83-F77E-4646-99CE-487DB57DF3E4}" dt="2026-01-23T23:27:28.212" v="484" actId="478"/>
          <ac:spMkLst>
            <pc:docMk/>
            <pc:sldMk cId="3290706635" sldId="2147473138"/>
            <ac:spMk id="4" creationId="{0E7873D7-FDE8-BCCF-5A52-A5EE956947B0}"/>
          </ac:spMkLst>
        </pc:spChg>
        <pc:spChg chg="mod">
          <ac:chgData name="JESUS ROCHA SALAZAR" userId="4e0323458c84468b" providerId="LiveId" clId="{824EFD83-F77E-4646-99CE-487DB57DF3E4}" dt="2026-01-23T23:29:34.189" v="538" actId="20577"/>
          <ac:spMkLst>
            <pc:docMk/>
            <pc:sldMk cId="3290706635" sldId="2147473138"/>
            <ac:spMk id="5" creationId="{57A36E46-B309-5EBD-8B8D-4888E51B1471}"/>
          </ac:spMkLst>
        </pc:spChg>
        <pc:graphicFrameChg chg="del">
          <ac:chgData name="JESUS ROCHA SALAZAR" userId="4e0323458c84468b" providerId="LiveId" clId="{824EFD83-F77E-4646-99CE-487DB57DF3E4}" dt="2026-01-23T23:27:29.004" v="485" actId="478"/>
          <ac:graphicFrameMkLst>
            <pc:docMk/>
            <pc:sldMk cId="3290706635" sldId="2147473138"/>
            <ac:graphicFrameMk id="7" creationId="{D4CE2D40-CADB-C9CA-4560-9C73559003F5}"/>
          </ac:graphicFrameMkLst>
        </pc:graphicFrameChg>
        <pc:graphicFrameChg chg="add mod">
          <ac:chgData name="JESUS ROCHA SALAZAR" userId="4e0323458c84468b" providerId="LiveId" clId="{824EFD83-F77E-4646-99CE-487DB57DF3E4}" dt="2026-01-23T23:29:20.144" v="517" actId="1076"/>
          <ac:graphicFrameMkLst>
            <pc:docMk/>
            <pc:sldMk cId="3290706635" sldId="2147473138"/>
            <ac:graphicFrameMk id="8" creationId="{7BBD0AEF-A2C5-3C37-6461-97F0262642CE}"/>
          </ac:graphicFrameMkLst>
        </pc:graphicFrameChg>
        <pc:graphicFrameChg chg="add mod">
          <ac:chgData name="JESUS ROCHA SALAZAR" userId="4e0323458c84468b" providerId="LiveId" clId="{824EFD83-F77E-4646-99CE-487DB57DF3E4}" dt="2026-01-23T23:29:18.768" v="516" actId="1076"/>
          <ac:graphicFrameMkLst>
            <pc:docMk/>
            <pc:sldMk cId="3290706635" sldId="2147473138"/>
            <ac:graphicFrameMk id="9" creationId="{97955A43-9804-E255-8BBD-CB825D43FC06}"/>
          </ac:graphicFrameMkLst>
        </pc:graphicFrameChg>
      </pc:sldChg>
      <pc:sldChg chg="add del">
        <pc:chgData name="JESUS ROCHA SALAZAR" userId="4e0323458c84468b" providerId="LiveId" clId="{824EFD83-F77E-4646-99CE-487DB57DF3E4}" dt="2026-01-23T23:52:38.526" v="1003" actId="2696"/>
        <pc:sldMkLst>
          <pc:docMk/>
          <pc:sldMk cId="1749736475" sldId="2147473139"/>
        </pc:sldMkLst>
      </pc:sldChg>
      <pc:sldChg chg="add del">
        <pc:chgData name="JESUS ROCHA SALAZAR" userId="4e0323458c84468b" providerId="LiveId" clId="{824EFD83-F77E-4646-99CE-487DB57DF3E4}" dt="2026-01-23T23:52:38.526" v="1003" actId="2696"/>
        <pc:sldMkLst>
          <pc:docMk/>
          <pc:sldMk cId="2079554924" sldId="2147473140"/>
        </pc:sldMkLst>
      </pc:sldChg>
      <pc:sldChg chg="addSp delSp modSp add mod">
        <pc:chgData name="JESUS ROCHA SALAZAR" userId="4e0323458c84468b" providerId="LiveId" clId="{824EFD83-F77E-4646-99CE-487DB57DF3E4}" dt="2026-01-23T23:52:58.168" v="1006" actId="1076"/>
        <pc:sldMkLst>
          <pc:docMk/>
          <pc:sldMk cId="3251358724" sldId="2147473141"/>
        </pc:sldMkLst>
        <pc:spChg chg="del">
          <ac:chgData name="JESUS ROCHA SALAZAR" userId="4e0323458c84468b" providerId="LiveId" clId="{824EFD83-F77E-4646-99CE-487DB57DF3E4}" dt="2026-01-23T23:35:09.186" v="561" actId="478"/>
          <ac:spMkLst>
            <pc:docMk/>
            <pc:sldMk cId="3251358724" sldId="2147473141"/>
            <ac:spMk id="2" creationId="{5FF79523-6859-7DE4-48C9-AF60B36AE5F8}"/>
          </ac:spMkLst>
        </pc:spChg>
        <pc:spChg chg="del">
          <ac:chgData name="JESUS ROCHA SALAZAR" userId="4e0323458c84468b" providerId="LiveId" clId="{824EFD83-F77E-4646-99CE-487DB57DF3E4}" dt="2026-01-23T23:35:15.889" v="562" actId="478"/>
          <ac:spMkLst>
            <pc:docMk/>
            <pc:sldMk cId="3251358724" sldId="2147473141"/>
            <ac:spMk id="3" creationId="{90CB9C6A-906C-3C47-A29B-540FED8B327C}"/>
          </ac:spMkLst>
        </pc:spChg>
        <pc:spChg chg="mod">
          <ac:chgData name="JESUS ROCHA SALAZAR" userId="4e0323458c84468b" providerId="LiveId" clId="{824EFD83-F77E-4646-99CE-487DB57DF3E4}" dt="2026-01-23T23:34:52.231" v="558" actId="20577"/>
          <ac:spMkLst>
            <pc:docMk/>
            <pc:sldMk cId="3251358724" sldId="2147473141"/>
            <ac:spMk id="5" creationId="{57A36E46-B309-5EBD-8B8D-4888E51B1471}"/>
          </ac:spMkLst>
        </pc:spChg>
        <pc:graphicFrameChg chg="del">
          <ac:chgData name="JESUS ROCHA SALAZAR" userId="4e0323458c84468b" providerId="LiveId" clId="{824EFD83-F77E-4646-99CE-487DB57DF3E4}" dt="2026-01-23T23:35:06.381" v="560" actId="478"/>
          <ac:graphicFrameMkLst>
            <pc:docMk/>
            <pc:sldMk cId="3251358724" sldId="2147473141"/>
            <ac:graphicFrameMk id="8" creationId="{7BBD0AEF-A2C5-3C37-6461-97F0262642CE}"/>
          </ac:graphicFrameMkLst>
        </pc:graphicFrameChg>
        <pc:graphicFrameChg chg="del">
          <ac:chgData name="JESUS ROCHA SALAZAR" userId="4e0323458c84468b" providerId="LiveId" clId="{824EFD83-F77E-4646-99CE-487DB57DF3E4}" dt="2026-01-23T23:35:04.619" v="559" actId="478"/>
          <ac:graphicFrameMkLst>
            <pc:docMk/>
            <pc:sldMk cId="3251358724" sldId="2147473141"/>
            <ac:graphicFrameMk id="9" creationId="{97955A43-9804-E255-8BBD-CB825D43FC06}"/>
          </ac:graphicFrameMkLst>
        </pc:graphicFrameChg>
        <pc:picChg chg="add mod">
          <ac:chgData name="JESUS ROCHA SALAZAR" userId="4e0323458c84468b" providerId="LiveId" clId="{824EFD83-F77E-4646-99CE-487DB57DF3E4}" dt="2026-01-23T23:52:58.168" v="1006" actId="1076"/>
          <ac:picMkLst>
            <pc:docMk/>
            <pc:sldMk cId="3251358724" sldId="2147473141"/>
            <ac:picMk id="4" creationId="{358A9497-4659-819C-62A6-D90C1CF5408A}"/>
          </ac:picMkLst>
        </pc:picChg>
        <pc:picChg chg="add mod">
          <ac:chgData name="JESUS ROCHA SALAZAR" userId="4e0323458c84468b" providerId="LiveId" clId="{824EFD83-F77E-4646-99CE-487DB57DF3E4}" dt="2026-01-23T23:36:15.166" v="577" actId="1076"/>
          <ac:picMkLst>
            <pc:docMk/>
            <pc:sldMk cId="3251358724" sldId="2147473141"/>
            <ac:picMk id="7" creationId="{0A273C41-560C-73CA-7B7D-349BF7E476C4}"/>
          </ac:picMkLst>
        </pc:picChg>
        <pc:picChg chg="add mod">
          <ac:chgData name="JESUS ROCHA SALAZAR" userId="4e0323458c84468b" providerId="LiveId" clId="{824EFD83-F77E-4646-99CE-487DB57DF3E4}" dt="2026-01-23T23:36:17.374" v="578" actId="1076"/>
          <ac:picMkLst>
            <pc:docMk/>
            <pc:sldMk cId="3251358724" sldId="2147473141"/>
            <ac:picMk id="10" creationId="{4A933766-0EB3-F987-B5FF-F5B8AAC23E3D}"/>
          </ac:picMkLst>
        </pc:picChg>
      </pc:sldChg>
      <pc:sldChg chg="addSp delSp modSp add mod">
        <pc:chgData name="JESUS ROCHA SALAZAR" userId="4e0323458c84468b" providerId="LiveId" clId="{824EFD83-F77E-4646-99CE-487DB57DF3E4}" dt="2026-01-23T23:37:12.997" v="593" actId="1076"/>
        <pc:sldMkLst>
          <pc:docMk/>
          <pc:sldMk cId="3453137478" sldId="2147473142"/>
        </pc:sldMkLst>
        <pc:picChg chg="add mod">
          <ac:chgData name="JESUS ROCHA SALAZAR" userId="4e0323458c84468b" providerId="LiveId" clId="{824EFD83-F77E-4646-99CE-487DB57DF3E4}" dt="2026-01-23T23:36:56.184" v="587" actId="1076"/>
          <ac:picMkLst>
            <pc:docMk/>
            <pc:sldMk cId="3453137478" sldId="2147473142"/>
            <ac:picMk id="2" creationId="{B49EBF3A-0583-38F3-51B9-A2B14DB015E9}"/>
          </ac:picMkLst>
        </pc:picChg>
        <pc:picChg chg="add mod">
          <ac:chgData name="JESUS ROCHA SALAZAR" userId="4e0323458c84468b" providerId="LiveId" clId="{824EFD83-F77E-4646-99CE-487DB57DF3E4}" dt="2026-01-23T23:37:12.997" v="593" actId="1076"/>
          <ac:picMkLst>
            <pc:docMk/>
            <pc:sldMk cId="3453137478" sldId="2147473142"/>
            <ac:picMk id="3" creationId="{C1B2A74D-DD3D-4900-DA9D-89DE426F0AFE}"/>
          </ac:picMkLst>
        </pc:picChg>
        <pc:picChg chg="del">
          <ac:chgData name="JESUS ROCHA SALAZAR" userId="4e0323458c84468b" providerId="LiveId" clId="{824EFD83-F77E-4646-99CE-487DB57DF3E4}" dt="2026-01-23T23:36:37.902" v="580" actId="478"/>
          <ac:picMkLst>
            <pc:docMk/>
            <pc:sldMk cId="3453137478" sldId="2147473142"/>
            <ac:picMk id="4" creationId="{358A9497-4659-819C-62A6-D90C1CF5408A}"/>
          </ac:picMkLst>
        </pc:picChg>
        <pc:picChg chg="del">
          <ac:chgData name="JESUS ROCHA SALAZAR" userId="4e0323458c84468b" providerId="LiveId" clId="{824EFD83-F77E-4646-99CE-487DB57DF3E4}" dt="2026-01-23T23:36:38.530" v="581" actId="478"/>
          <ac:picMkLst>
            <pc:docMk/>
            <pc:sldMk cId="3453137478" sldId="2147473142"/>
            <ac:picMk id="7" creationId="{0A273C41-560C-73CA-7B7D-349BF7E476C4}"/>
          </ac:picMkLst>
        </pc:picChg>
        <pc:picChg chg="del">
          <ac:chgData name="JESUS ROCHA SALAZAR" userId="4e0323458c84468b" providerId="LiveId" clId="{824EFD83-F77E-4646-99CE-487DB57DF3E4}" dt="2026-01-23T23:36:39.296" v="582" actId="478"/>
          <ac:picMkLst>
            <pc:docMk/>
            <pc:sldMk cId="3453137478" sldId="2147473142"/>
            <ac:picMk id="10" creationId="{4A933766-0EB3-F987-B5FF-F5B8AAC23E3D}"/>
          </ac:picMkLst>
        </pc:picChg>
      </pc:sldChg>
      <pc:sldChg chg="addSp delSp modSp add mod">
        <pc:chgData name="JESUS ROCHA SALAZAR" userId="4e0323458c84468b" providerId="LiveId" clId="{824EFD83-F77E-4646-99CE-487DB57DF3E4}" dt="2026-01-23T23:40:06.463" v="635" actId="14100"/>
        <pc:sldMkLst>
          <pc:docMk/>
          <pc:sldMk cId="3442201330" sldId="2147473143"/>
        </pc:sldMkLst>
        <pc:spChg chg="mod">
          <ac:chgData name="JESUS ROCHA SALAZAR" userId="4e0323458c84468b" providerId="LiveId" clId="{824EFD83-F77E-4646-99CE-487DB57DF3E4}" dt="2026-01-23T23:37:42.065" v="605" actId="20577"/>
          <ac:spMkLst>
            <pc:docMk/>
            <pc:sldMk cId="3442201330" sldId="2147473143"/>
            <ac:spMk id="5" creationId="{57A36E46-B309-5EBD-8B8D-4888E51B1471}"/>
          </ac:spMkLst>
        </pc:spChg>
        <pc:picChg chg="del">
          <ac:chgData name="JESUS ROCHA SALAZAR" userId="4e0323458c84468b" providerId="LiveId" clId="{824EFD83-F77E-4646-99CE-487DB57DF3E4}" dt="2026-01-23T23:37:50.647" v="606" actId="478"/>
          <ac:picMkLst>
            <pc:docMk/>
            <pc:sldMk cId="3442201330" sldId="2147473143"/>
            <ac:picMk id="2" creationId="{B49EBF3A-0583-38F3-51B9-A2B14DB015E9}"/>
          </ac:picMkLst>
        </pc:picChg>
        <pc:picChg chg="del">
          <ac:chgData name="JESUS ROCHA SALAZAR" userId="4e0323458c84468b" providerId="LiveId" clId="{824EFD83-F77E-4646-99CE-487DB57DF3E4}" dt="2026-01-23T23:37:52.189" v="607" actId="478"/>
          <ac:picMkLst>
            <pc:docMk/>
            <pc:sldMk cId="3442201330" sldId="2147473143"/>
            <ac:picMk id="3" creationId="{C1B2A74D-DD3D-4900-DA9D-89DE426F0AFE}"/>
          </ac:picMkLst>
        </pc:picChg>
        <pc:picChg chg="add del mod">
          <ac:chgData name="JESUS ROCHA SALAZAR" userId="4e0323458c84468b" providerId="LiveId" clId="{824EFD83-F77E-4646-99CE-487DB57DF3E4}" dt="2026-01-23T23:38:13.236" v="611" actId="478"/>
          <ac:picMkLst>
            <pc:docMk/>
            <pc:sldMk cId="3442201330" sldId="2147473143"/>
            <ac:picMk id="4" creationId="{6AADF696-B2BD-4E7B-8ED6-E72672D6CF74}"/>
          </ac:picMkLst>
        </pc:picChg>
        <pc:picChg chg="add mod">
          <ac:chgData name="JESUS ROCHA SALAZAR" userId="4e0323458c84468b" providerId="LiveId" clId="{824EFD83-F77E-4646-99CE-487DB57DF3E4}" dt="2026-01-23T23:38:54.988" v="623" actId="1076"/>
          <ac:picMkLst>
            <pc:docMk/>
            <pc:sldMk cId="3442201330" sldId="2147473143"/>
            <ac:picMk id="7" creationId="{FF31845E-4736-B151-9B33-4B97D7FFD3EC}"/>
          </ac:picMkLst>
        </pc:picChg>
        <pc:picChg chg="add mod">
          <ac:chgData name="JESUS ROCHA SALAZAR" userId="4e0323458c84468b" providerId="LiveId" clId="{824EFD83-F77E-4646-99CE-487DB57DF3E4}" dt="2026-01-23T23:39:12.498" v="627" actId="14100"/>
          <ac:picMkLst>
            <pc:docMk/>
            <pc:sldMk cId="3442201330" sldId="2147473143"/>
            <ac:picMk id="8" creationId="{3BAF3FE9-7006-0B8B-B1E9-1163305058C2}"/>
          </ac:picMkLst>
        </pc:picChg>
        <pc:picChg chg="add mod">
          <ac:chgData name="JESUS ROCHA SALAZAR" userId="4e0323458c84468b" providerId="LiveId" clId="{824EFD83-F77E-4646-99CE-487DB57DF3E4}" dt="2026-01-23T23:39:29.870" v="630" actId="1076"/>
          <ac:picMkLst>
            <pc:docMk/>
            <pc:sldMk cId="3442201330" sldId="2147473143"/>
            <ac:picMk id="9" creationId="{19B87C50-BBF9-80DD-2646-544B36F35DDD}"/>
          </ac:picMkLst>
        </pc:picChg>
        <pc:picChg chg="add mod">
          <ac:chgData name="JESUS ROCHA SALAZAR" userId="4e0323458c84468b" providerId="LiveId" clId="{824EFD83-F77E-4646-99CE-487DB57DF3E4}" dt="2026-01-23T23:39:52.273" v="633" actId="14100"/>
          <ac:picMkLst>
            <pc:docMk/>
            <pc:sldMk cId="3442201330" sldId="2147473143"/>
            <ac:picMk id="10" creationId="{1770BA9A-7057-3991-A317-F50621196931}"/>
          </ac:picMkLst>
        </pc:picChg>
        <pc:picChg chg="add mod">
          <ac:chgData name="JESUS ROCHA SALAZAR" userId="4e0323458c84468b" providerId="LiveId" clId="{824EFD83-F77E-4646-99CE-487DB57DF3E4}" dt="2026-01-23T23:40:06.463" v="635" actId="14100"/>
          <ac:picMkLst>
            <pc:docMk/>
            <pc:sldMk cId="3442201330" sldId="2147473143"/>
            <ac:picMk id="11" creationId="{2AF0C2C2-D4AE-0286-3AB1-9B8AD40294BF}"/>
          </ac:picMkLst>
        </pc:picChg>
      </pc:sldChg>
      <pc:sldChg chg="addSp delSp modSp add mod">
        <pc:chgData name="JESUS ROCHA SALAZAR" userId="4e0323458c84468b" providerId="LiveId" clId="{824EFD83-F77E-4646-99CE-487DB57DF3E4}" dt="2026-01-23T23:54:40.611" v="1007" actId="1076"/>
        <pc:sldMkLst>
          <pc:docMk/>
          <pc:sldMk cId="2977019756" sldId="2147473144"/>
        </pc:sldMkLst>
        <pc:spChg chg="mod">
          <ac:chgData name="JESUS ROCHA SALAZAR" userId="4e0323458c84468b" providerId="LiveId" clId="{824EFD83-F77E-4646-99CE-487DB57DF3E4}" dt="2026-01-23T23:41:02.567" v="642" actId="20577"/>
          <ac:spMkLst>
            <pc:docMk/>
            <pc:sldMk cId="2977019756" sldId="2147473144"/>
            <ac:spMk id="5" creationId="{57A36E46-B309-5EBD-8B8D-4888E51B1471}"/>
          </ac:spMkLst>
        </pc:spChg>
        <pc:picChg chg="add mod">
          <ac:chgData name="JESUS ROCHA SALAZAR" userId="4e0323458c84468b" providerId="LiveId" clId="{824EFD83-F77E-4646-99CE-487DB57DF3E4}" dt="2026-01-23T23:41:57.149" v="670" actId="14100"/>
          <ac:picMkLst>
            <pc:docMk/>
            <pc:sldMk cId="2977019756" sldId="2147473144"/>
            <ac:picMk id="2" creationId="{41D21A6D-E538-16A9-71C6-79D54AC7858F}"/>
          </ac:picMkLst>
        </pc:picChg>
        <pc:picChg chg="add mod">
          <ac:chgData name="JESUS ROCHA SALAZAR" userId="4e0323458c84468b" providerId="LiveId" clId="{824EFD83-F77E-4646-99CE-487DB57DF3E4}" dt="2026-01-23T23:42:17.204" v="673" actId="1076"/>
          <ac:picMkLst>
            <pc:docMk/>
            <pc:sldMk cId="2977019756" sldId="2147473144"/>
            <ac:picMk id="3" creationId="{624F1846-A6B9-64C4-6972-3FF248C6E0A5}"/>
          </ac:picMkLst>
        </pc:picChg>
        <pc:picChg chg="add mod">
          <ac:chgData name="JESUS ROCHA SALAZAR" userId="4e0323458c84468b" providerId="LiveId" clId="{824EFD83-F77E-4646-99CE-487DB57DF3E4}" dt="2026-01-23T23:54:40.611" v="1007" actId="1076"/>
          <ac:picMkLst>
            <pc:docMk/>
            <pc:sldMk cId="2977019756" sldId="2147473144"/>
            <ac:picMk id="4" creationId="{FD0DA5EE-73EC-C2E9-80AC-828D3493686A}"/>
          </ac:picMkLst>
        </pc:picChg>
        <pc:picChg chg="del">
          <ac:chgData name="JESUS ROCHA SALAZAR" userId="4e0323458c84468b" providerId="LiveId" clId="{824EFD83-F77E-4646-99CE-487DB57DF3E4}" dt="2026-01-23T23:41:05.873" v="645" actId="478"/>
          <ac:picMkLst>
            <pc:docMk/>
            <pc:sldMk cId="2977019756" sldId="2147473144"/>
            <ac:picMk id="7" creationId="{FF31845E-4736-B151-9B33-4B97D7FFD3EC}"/>
          </ac:picMkLst>
        </pc:picChg>
        <pc:picChg chg="del">
          <ac:chgData name="JESUS ROCHA SALAZAR" userId="4e0323458c84468b" providerId="LiveId" clId="{824EFD83-F77E-4646-99CE-487DB57DF3E4}" dt="2026-01-23T23:41:05.381" v="644" actId="478"/>
          <ac:picMkLst>
            <pc:docMk/>
            <pc:sldMk cId="2977019756" sldId="2147473144"/>
            <ac:picMk id="8" creationId="{3BAF3FE9-7006-0B8B-B1E9-1163305058C2}"/>
          </ac:picMkLst>
        </pc:picChg>
        <pc:picChg chg="del">
          <ac:chgData name="JESUS ROCHA SALAZAR" userId="4e0323458c84468b" providerId="LiveId" clId="{824EFD83-F77E-4646-99CE-487DB57DF3E4}" dt="2026-01-23T23:41:04.693" v="643" actId="478"/>
          <ac:picMkLst>
            <pc:docMk/>
            <pc:sldMk cId="2977019756" sldId="2147473144"/>
            <ac:picMk id="9" creationId="{19B87C50-BBF9-80DD-2646-544B36F35DDD}"/>
          </ac:picMkLst>
        </pc:picChg>
        <pc:picChg chg="del">
          <ac:chgData name="JESUS ROCHA SALAZAR" userId="4e0323458c84468b" providerId="LiveId" clId="{824EFD83-F77E-4646-99CE-487DB57DF3E4}" dt="2026-01-23T23:41:07.073" v="647" actId="478"/>
          <ac:picMkLst>
            <pc:docMk/>
            <pc:sldMk cId="2977019756" sldId="2147473144"/>
            <ac:picMk id="10" creationId="{1770BA9A-7057-3991-A317-F50621196931}"/>
          </ac:picMkLst>
        </pc:picChg>
        <pc:picChg chg="del">
          <ac:chgData name="JESUS ROCHA SALAZAR" userId="4e0323458c84468b" providerId="LiveId" clId="{824EFD83-F77E-4646-99CE-487DB57DF3E4}" dt="2026-01-23T23:41:06.693" v="646" actId="478"/>
          <ac:picMkLst>
            <pc:docMk/>
            <pc:sldMk cId="2977019756" sldId="2147473144"/>
            <ac:picMk id="11" creationId="{2AF0C2C2-D4AE-0286-3AB1-9B8AD40294BF}"/>
          </ac:picMkLst>
        </pc:picChg>
      </pc:sldChg>
      <pc:sldChg chg="addSp delSp modSp add mod">
        <pc:chgData name="JESUS ROCHA SALAZAR" userId="4e0323458c84468b" providerId="LiveId" clId="{824EFD83-F77E-4646-99CE-487DB57DF3E4}" dt="2026-01-23T23:43:08.858" v="692" actId="1076"/>
        <pc:sldMkLst>
          <pc:docMk/>
          <pc:sldMk cId="409734018" sldId="2147473145"/>
        </pc:sldMkLst>
        <pc:picChg chg="del">
          <ac:chgData name="JESUS ROCHA SALAZAR" userId="4e0323458c84468b" providerId="LiveId" clId="{824EFD83-F77E-4646-99CE-487DB57DF3E4}" dt="2026-01-23T23:42:42.654" v="675" actId="478"/>
          <ac:picMkLst>
            <pc:docMk/>
            <pc:sldMk cId="409734018" sldId="2147473145"/>
            <ac:picMk id="2" creationId="{41D21A6D-E538-16A9-71C6-79D54AC7858F}"/>
          </ac:picMkLst>
        </pc:picChg>
        <pc:picChg chg="del">
          <ac:chgData name="JESUS ROCHA SALAZAR" userId="4e0323458c84468b" providerId="LiveId" clId="{824EFD83-F77E-4646-99CE-487DB57DF3E4}" dt="2026-01-23T23:42:43.953" v="676" actId="478"/>
          <ac:picMkLst>
            <pc:docMk/>
            <pc:sldMk cId="409734018" sldId="2147473145"/>
            <ac:picMk id="3" creationId="{624F1846-A6B9-64C4-6972-3FF248C6E0A5}"/>
          </ac:picMkLst>
        </pc:picChg>
        <pc:picChg chg="del">
          <ac:chgData name="JESUS ROCHA SALAZAR" userId="4e0323458c84468b" providerId="LiveId" clId="{824EFD83-F77E-4646-99CE-487DB57DF3E4}" dt="2026-01-23T23:42:45.295" v="677" actId="478"/>
          <ac:picMkLst>
            <pc:docMk/>
            <pc:sldMk cId="409734018" sldId="2147473145"/>
            <ac:picMk id="4" creationId="{FD0DA5EE-73EC-C2E9-80AC-828D3493686A}"/>
          </ac:picMkLst>
        </pc:picChg>
        <pc:picChg chg="add mod">
          <ac:chgData name="JESUS ROCHA SALAZAR" userId="4e0323458c84468b" providerId="LiveId" clId="{824EFD83-F77E-4646-99CE-487DB57DF3E4}" dt="2026-01-23T23:43:00.856" v="691" actId="1076"/>
          <ac:picMkLst>
            <pc:docMk/>
            <pc:sldMk cId="409734018" sldId="2147473145"/>
            <ac:picMk id="7" creationId="{E7E5288B-E5C1-016A-D5C7-B8D9889196E8}"/>
          </ac:picMkLst>
        </pc:picChg>
        <pc:picChg chg="add mod">
          <ac:chgData name="JESUS ROCHA SALAZAR" userId="4e0323458c84468b" providerId="LiveId" clId="{824EFD83-F77E-4646-99CE-487DB57DF3E4}" dt="2026-01-23T23:43:08.858" v="692" actId="1076"/>
          <ac:picMkLst>
            <pc:docMk/>
            <pc:sldMk cId="409734018" sldId="2147473145"/>
            <ac:picMk id="8" creationId="{EDF5420F-9A62-F33E-FA6E-40E5652DB41E}"/>
          </ac:picMkLst>
        </pc:picChg>
      </pc:sldChg>
      <pc:sldChg chg="addSp delSp modSp add mod">
        <pc:chgData name="JESUS ROCHA SALAZAR" userId="4e0323458c84468b" providerId="LiveId" clId="{824EFD83-F77E-4646-99CE-487DB57DF3E4}" dt="2026-01-23T23:44:14.314" v="727" actId="1076"/>
        <pc:sldMkLst>
          <pc:docMk/>
          <pc:sldMk cId="1783031744" sldId="2147473146"/>
        </pc:sldMkLst>
        <pc:spChg chg="mod">
          <ac:chgData name="JESUS ROCHA SALAZAR" userId="4e0323458c84468b" providerId="LiveId" clId="{824EFD83-F77E-4646-99CE-487DB57DF3E4}" dt="2026-01-23T23:43:55.523" v="704" actId="20577"/>
          <ac:spMkLst>
            <pc:docMk/>
            <pc:sldMk cId="1783031744" sldId="2147473146"/>
            <ac:spMk id="5" creationId="{57A36E46-B309-5EBD-8B8D-4888E51B1471}"/>
          </ac:spMkLst>
        </pc:spChg>
        <pc:picChg chg="add mod">
          <ac:chgData name="JESUS ROCHA SALAZAR" userId="4e0323458c84468b" providerId="LiveId" clId="{824EFD83-F77E-4646-99CE-487DB57DF3E4}" dt="2026-01-23T23:44:14.314" v="727" actId="1076"/>
          <ac:picMkLst>
            <pc:docMk/>
            <pc:sldMk cId="1783031744" sldId="2147473146"/>
            <ac:picMk id="2" creationId="{40FC6B1D-81F3-78EC-C525-D95A3CF78D7C}"/>
          </ac:picMkLst>
        </pc:picChg>
        <pc:picChg chg="del">
          <ac:chgData name="JESUS ROCHA SALAZAR" userId="4e0323458c84468b" providerId="LiveId" clId="{824EFD83-F77E-4646-99CE-487DB57DF3E4}" dt="2026-01-23T23:43:57.115" v="705" actId="478"/>
          <ac:picMkLst>
            <pc:docMk/>
            <pc:sldMk cId="1783031744" sldId="2147473146"/>
            <ac:picMk id="7" creationId="{E7E5288B-E5C1-016A-D5C7-B8D9889196E8}"/>
          </ac:picMkLst>
        </pc:picChg>
        <pc:picChg chg="del">
          <ac:chgData name="JESUS ROCHA SALAZAR" userId="4e0323458c84468b" providerId="LiveId" clId="{824EFD83-F77E-4646-99CE-487DB57DF3E4}" dt="2026-01-23T23:43:58.371" v="706" actId="478"/>
          <ac:picMkLst>
            <pc:docMk/>
            <pc:sldMk cId="1783031744" sldId="2147473146"/>
            <ac:picMk id="8" creationId="{EDF5420F-9A62-F33E-FA6E-40E5652DB41E}"/>
          </ac:picMkLst>
        </pc:picChg>
      </pc:sldChg>
      <pc:sldChg chg="addSp delSp modSp add mod">
        <pc:chgData name="JESUS ROCHA SALAZAR" userId="4e0323458c84468b" providerId="LiveId" clId="{824EFD83-F77E-4646-99CE-487DB57DF3E4}" dt="2026-01-23T23:44:53.321" v="745" actId="1076"/>
        <pc:sldMkLst>
          <pc:docMk/>
          <pc:sldMk cId="2697861533" sldId="2147473147"/>
        </pc:sldMkLst>
        <pc:picChg chg="del">
          <ac:chgData name="JESUS ROCHA SALAZAR" userId="4e0323458c84468b" providerId="LiveId" clId="{824EFD83-F77E-4646-99CE-487DB57DF3E4}" dt="2026-01-23T23:44:33.391" v="729" actId="478"/>
          <ac:picMkLst>
            <pc:docMk/>
            <pc:sldMk cId="2697861533" sldId="2147473147"/>
            <ac:picMk id="2" creationId="{40FC6B1D-81F3-78EC-C525-D95A3CF78D7C}"/>
          </ac:picMkLst>
        </pc:picChg>
        <pc:picChg chg="add mod">
          <ac:chgData name="JESUS ROCHA SALAZAR" userId="4e0323458c84468b" providerId="LiveId" clId="{824EFD83-F77E-4646-99CE-487DB57DF3E4}" dt="2026-01-23T23:44:43.743" v="742" actId="1076"/>
          <ac:picMkLst>
            <pc:docMk/>
            <pc:sldMk cId="2697861533" sldId="2147473147"/>
            <ac:picMk id="3" creationId="{1D6A56AD-215C-A79E-5FE8-09E1D6569E08}"/>
          </ac:picMkLst>
        </pc:picChg>
        <pc:picChg chg="add mod">
          <ac:chgData name="JESUS ROCHA SALAZAR" userId="4e0323458c84468b" providerId="LiveId" clId="{824EFD83-F77E-4646-99CE-487DB57DF3E4}" dt="2026-01-23T23:44:46.647" v="743" actId="1076"/>
          <ac:picMkLst>
            <pc:docMk/>
            <pc:sldMk cId="2697861533" sldId="2147473147"/>
            <ac:picMk id="4" creationId="{51845103-66DE-C5EE-A5B4-129153C61D6F}"/>
          </ac:picMkLst>
        </pc:picChg>
        <pc:picChg chg="add mod">
          <ac:chgData name="JESUS ROCHA SALAZAR" userId="4e0323458c84468b" providerId="LiveId" clId="{824EFD83-F77E-4646-99CE-487DB57DF3E4}" dt="2026-01-23T23:44:49.973" v="744" actId="1076"/>
          <ac:picMkLst>
            <pc:docMk/>
            <pc:sldMk cId="2697861533" sldId="2147473147"/>
            <ac:picMk id="7" creationId="{05E357A2-0D33-EB36-859E-A8B2BF2DCF4C}"/>
          </ac:picMkLst>
        </pc:picChg>
        <pc:picChg chg="add mod">
          <ac:chgData name="JESUS ROCHA SALAZAR" userId="4e0323458c84468b" providerId="LiveId" clId="{824EFD83-F77E-4646-99CE-487DB57DF3E4}" dt="2026-01-23T23:44:53.321" v="745" actId="1076"/>
          <ac:picMkLst>
            <pc:docMk/>
            <pc:sldMk cId="2697861533" sldId="2147473147"/>
            <ac:picMk id="8" creationId="{30A1ABD3-AD6D-A9B0-44AE-B253AF19E0C5}"/>
          </ac:picMkLst>
        </pc:picChg>
      </pc:sldChg>
      <pc:sldChg chg="addSp delSp modSp add mod">
        <pc:chgData name="JESUS ROCHA SALAZAR" userId="4e0323458c84468b" providerId="LiveId" clId="{824EFD83-F77E-4646-99CE-487DB57DF3E4}" dt="2026-01-23T23:45:49.109" v="769" actId="1076"/>
        <pc:sldMkLst>
          <pc:docMk/>
          <pc:sldMk cId="2294433225" sldId="2147473148"/>
        </pc:sldMkLst>
        <pc:picChg chg="add mod">
          <ac:chgData name="JESUS ROCHA SALAZAR" userId="4e0323458c84468b" providerId="LiveId" clId="{824EFD83-F77E-4646-99CE-487DB57DF3E4}" dt="2026-01-23T23:45:43.592" v="768" actId="1076"/>
          <ac:picMkLst>
            <pc:docMk/>
            <pc:sldMk cId="2294433225" sldId="2147473148"/>
            <ac:picMk id="2" creationId="{F6D90887-3F5A-CA87-A51E-1114111A88D9}"/>
          </ac:picMkLst>
        </pc:picChg>
        <pc:picChg chg="del">
          <ac:chgData name="JESUS ROCHA SALAZAR" userId="4e0323458c84468b" providerId="LiveId" clId="{824EFD83-F77E-4646-99CE-487DB57DF3E4}" dt="2026-01-23T23:45:11.983" v="748" actId="478"/>
          <ac:picMkLst>
            <pc:docMk/>
            <pc:sldMk cId="2294433225" sldId="2147473148"/>
            <ac:picMk id="3" creationId="{1D6A56AD-215C-A79E-5FE8-09E1D6569E08}"/>
          </ac:picMkLst>
        </pc:picChg>
        <pc:picChg chg="del">
          <ac:chgData name="JESUS ROCHA SALAZAR" userId="4e0323458c84468b" providerId="LiveId" clId="{824EFD83-F77E-4646-99CE-487DB57DF3E4}" dt="2026-01-23T23:45:10.858" v="747" actId="478"/>
          <ac:picMkLst>
            <pc:docMk/>
            <pc:sldMk cId="2294433225" sldId="2147473148"/>
            <ac:picMk id="4" creationId="{51845103-66DE-C5EE-A5B4-129153C61D6F}"/>
          </ac:picMkLst>
        </pc:picChg>
        <pc:picChg chg="del">
          <ac:chgData name="JESUS ROCHA SALAZAR" userId="4e0323458c84468b" providerId="LiveId" clId="{824EFD83-F77E-4646-99CE-487DB57DF3E4}" dt="2026-01-23T23:45:13.240" v="749" actId="478"/>
          <ac:picMkLst>
            <pc:docMk/>
            <pc:sldMk cId="2294433225" sldId="2147473148"/>
            <ac:picMk id="7" creationId="{05E357A2-0D33-EB36-859E-A8B2BF2DCF4C}"/>
          </ac:picMkLst>
        </pc:picChg>
        <pc:picChg chg="del mod">
          <ac:chgData name="JESUS ROCHA SALAZAR" userId="4e0323458c84468b" providerId="LiveId" clId="{824EFD83-F77E-4646-99CE-487DB57DF3E4}" dt="2026-01-23T23:45:14.402" v="751" actId="478"/>
          <ac:picMkLst>
            <pc:docMk/>
            <pc:sldMk cId="2294433225" sldId="2147473148"/>
            <ac:picMk id="8" creationId="{30A1ABD3-AD6D-A9B0-44AE-B253AF19E0C5}"/>
          </ac:picMkLst>
        </pc:picChg>
        <pc:picChg chg="add mod">
          <ac:chgData name="JESUS ROCHA SALAZAR" userId="4e0323458c84468b" providerId="LiveId" clId="{824EFD83-F77E-4646-99CE-487DB57DF3E4}" dt="2026-01-23T23:45:41.746" v="767" actId="1076"/>
          <ac:picMkLst>
            <pc:docMk/>
            <pc:sldMk cId="2294433225" sldId="2147473148"/>
            <ac:picMk id="9" creationId="{5748222D-7DCC-D2D8-2A5A-13B84EADB597}"/>
          </ac:picMkLst>
        </pc:picChg>
        <pc:picChg chg="add mod">
          <ac:chgData name="JESUS ROCHA SALAZAR" userId="4e0323458c84468b" providerId="LiveId" clId="{824EFD83-F77E-4646-99CE-487DB57DF3E4}" dt="2026-01-23T23:45:49.109" v="769" actId="1076"/>
          <ac:picMkLst>
            <pc:docMk/>
            <pc:sldMk cId="2294433225" sldId="2147473148"/>
            <ac:picMk id="10" creationId="{FD0CC506-E2A7-2531-EB4A-E7883E3BFE86}"/>
          </ac:picMkLst>
        </pc:picChg>
      </pc:sldChg>
      <pc:sldChg chg="addSp delSp modSp add mod">
        <pc:chgData name="JESUS ROCHA SALAZAR" userId="4e0323458c84468b" providerId="LiveId" clId="{824EFD83-F77E-4646-99CE-487DB57DF3E4}" dt="2026-01-23T23:46:48.917" v="844" actId="1076"/>
        <pc:sldMkLst>
          <pc:docMk/>
          <pc:sldMk cId="2951850970" sldId="2147473149"/>
        </pc:sldMkLst>
        <pc:spChg chg="mod">
          <ac:chgData name="JESUS ROCHA SALAZAR" userId="4e0323458c84468b" providerId="LiveId" clId="{824EFD83-F77E-4646-99CE-487DB57DF3E4}" dt="2026-01-23T23:46:19.546" v="788" actId="20577"/>
          <ac:spMkLst>
            <pc:docMk/>
            <pc:sldMk cId="2951850970" sldId="2147473149"/>
            <ac:spMk id="5" creationId="{57A36E46-B309-5EBD-8B8D-4888E51B1471}"/>
          </ac:spMkLst>
        </pc:spChg>
        <pc:picChg chg="del mod">
          <ac:chgData name="JESUS ROCHA SALAZAR" userId="4e0323458c84468b" providerId="LiveId" clId="{824EFD83-F77E-4646-99CE-487DB57DF3E4}" dt="2026-01-23T23:45:55.283" v="774" actId="478"/>
          <ac:picMkLst>
            <pc:docMk/>
            <pc:sldMk cId="2951850970" sldId="2147473149"/>
            <ac:picMk id="2" creationId="{F6D90887-3F5A-CA87-A51E-1114111A88D9}"/>
          </ac:picMkLst>
        </pc:picChg>
        <pc:picChg chg="add mod">
          <ac:chgData name="JESUS ROCHA SALAZAR" userId="4e0323458c84468b" providerId="LiveId" clId="{824EFD83-F77E-4646-99CE-487DB57DF3E4}" dt="2026-01-23T23:46:48.917" v="844" actId="1076"/>
          <ac:picMkLst>
            <pc:docMk/>
            <pc:sldMk cId="2951850970" sldId="2147473149"/>
            <ac:picMk id="3" creationId="{1A854F85-04F0-D92F-5ACF-23D53F0B71A4}"/>
          </ac:picMkLst>
        </pc:picChg>
        <pc:picChg chg="add mod">
          <ac:chgData name="JESUS ROCHA SALAZAR" userId="4e0323458c84468b" providerId="LiveId" clId="{824EFD83-F77E-4646-99CE-487DB57DF3E4}" dt="2026-01-23T23:46:48.917" v="844" actId="1076"/>
          <ac:picMkLst>
            <pc:docMk/>
            <pc:sldMk cId="2951850970" sldId="2147473149"/>
            <ac:picMk id="4" creationId="{384B04BF-EDC7-FCF2-5CF2-3FE8FDF2DF08}"/>
          </ac:picMkLst>
        </pc:picChg>
        <pc:picChg chg="add mod">
          <ac:chgData name="JESUS ROCHA SALAZAR" userId="4e0323458c84468b" providerId="LiveId" clId="{824EFD83-F77E-4646-99CE-487DB57DF3E4}" dt="2026-01-23T23:46:48.917" v="844" actId="1076"/>
          <ac:picMkLst>
            <pc:docMk/>
            <pc:sldMk cId="2951850970" sldId="2147473149"/>
            <ac:picMk id="7" creationId="{5F525BD1-A111-9344-6E45-0032287FD62B}"/>
          </ac:picMkLst>
        </pc:picChg>
        <pc:picChg chg="del">
          <ac:chgData name="JESUS ROCHA SALAZAR" userId="4e0323458c84468b" providerId="LiveId" clId="{824EFD83-F77E-4646-99CE-487DB57DF3E4}" dt="2026-01-23T23:45:54.134" v="772" actId="478"/>
          <ac:picMkLst>
            <pc:docMk/>
            <pc:sldMk cId="2951850970" sldId="2147473149"/>
            <ac:picMk id="9" creationId="{5748222D-7DCC-D2D8-2A5A-13B84EADB597}"/>
          </ac:picMkLst>
        </pc:picChg>
        <pc:picChg chg="del">
          <ac:chgData name="JESUS ROCHA SALAZAR" userId="4e0323458c84468b" providerId="LiveId" clId="{824EFD83-F77E-4646-99CE-487DB57DF3E4}" dt="2026-01-23T23:45:52.890" v="771" actId="478"/>
          <ac:picMkLst>
            <pc:docMk/>
            <pc:sldMk cId="2951850970" sldId="2147473149"/>
            <ac:picMk id="10" creationId="{FD0CC506-E2A7-2531-EB4A-E7883E3BFE86}"/>
          </ac:picMkLst>
        </pc:picChg>
      </pc:sldChg>
      <pc:sldChg chg="addSp delSp modSp add mod">
        <pc:chgData name="JESUS ROCHA SALAZAR" userId="4e0323458c84468b" providerId="LiveId" clId="{824EFD83-F77E-4646-99CE-487DB57DF3E4}" dt="2026-01-23T23:47:21.094" v="865" actId="1076"/>
        <pc:sldMkLst>
          <pc:docMk/>
          <pc:sldMk cId="4234905084" sldId="2147473150"/>
        </pc:sldMkLst>
        <pc:picChg chg="add mod">
          <ac:chgData name="JESUS ROCHA SALAZAR" userId="4e0323458c84468b" providerId="LiveId" clId="{824EFD83-F77E-4646-99CE-487DB57DF3E4}" dt="2026-01-23T23:47:21.094" v="865" actId="1076"/>
          <ac:picMkLst>
            <pc:docMk/>
            <pc:sldMk cId="4234905084" sldId="2147473150"/>
            <ac:picMk id="2" creationId="{9EBA22C9-847E-B487-A12C-533BFE903E23}"/>
          </ac:picMkLst>
        </pc:picChg>
        <pc:picChg chg="del">
          <ac:chgData name="JESUS ROCHA SALAZAR" userId="4e0323458c84468b" providerId="LiveId" clId="{824EFD83-F77E-4646-99CE-487DB57DF3E4}" dt="2026-01-23T23:46:53.450" v="846" actId="478"/>
          <ac:picMkLst>
            <pc:docMk/>
            <pc:sldMk cId="4234905084" sldId="2147473150"/>
            <ac:picMk id="3" creationId="{1A854F85-04F0-D92F-5ACF-23D53F0B71A4}"/>
          </ac:picMkLst>
        </pc:picChg>
        <pc:picChg chg="del">
          <ac:chgData name="JESUS ROCHA SALAZAR" userId="4e0323458c84468b" providerId="LiveId" clId="{824EFD83-F77E-4646-99CE-487DB57DF3E4}" dt="2026-01-23T23:46:55.207" v="848" actId="478"/>
          <ac:picMkLst>
            <pc:docMk/>
            <pc:sldMk cId="4234905084" sldId="2147473150"/>
            <ac:picMk id="4" creationId="{384B04BF-EDC7-FCF2-5CF2-3FE8FDF2DF08}"/>
          </ac:picMkLst>
        </pc:picChg>
        <pc:picChg chg="del">
          <ac:chgData name="JESUS ROCHA SALAZAR" userId="4e0323458c84468b" providerId="LiveId" clId="{824EFD83-F77E-4646-99CE-487DB57DF3E4}" dt="2026-01-23T23:46:54.144" v="847" actId="478"/>
          <ac:picMkLst>
            <pc:docMk/>
            <pc:sldMk cId="4234905084" sldId="2147473150"/>
            <ac:picMk id="7" creationId="{5F525BD1-A111-9344-6E45-0032287FD62B}"/>
          </ac:picMkLst>
        </pc:picChg>
        <pc:picChg chg="add mod">
          <ac:chgData name="JESUS ROCHA SALAZAR" userId="4e0323458c84468b" providerId="LiveId" clId="{824EFD83-F77E-4646-99CE-487DB57DF3E4}" dt="2026-01-23T23:47:21.094" v="865" actId="1076"/>
          <ac:picMkLst>
            <pc:docMk/>
            <pc:sldMk cId="4234905084" sldId="2147473150"/>
            <ac:picMk id="8" creationId="{E6166EE6-002A-2159-FD15-AF283AB42954}"/>
          </ac:picMkLst>
        </pc:picChg>
        <pc:picChg chg="add mod">
          <ac:chgData name="JESUS ROCHA SALAZAR" userId="4e0323458c84468b" providerId="LiveId" clId="{824EFD83-F77E-4646-99CE-487DB57DF3E4}" dt="2026-01-23T23:47:21.094" v="865" actId="1076"/>
          <ac:picMkLst>
            <pc:docMk/>
            <pc:sldMk cId="4234905084" sldId="2147473150"/>
            <ac:picMk id="9" creationId="{790FAE24-9260-43AC-FBE6-E31BA814C394}"/>
          </ac:picMkLst>
        </pc:picChg>
      </pc:sldChg>
      <pc:sldChg chg="addSp delSp modSp add mod">
        <pc:chgData name="JESUS ROCHA SALAZAR" userId="4e0323458c84468b" providerId="LiveId" clId="{824EFD83-F77E-4646-99CE-487DB57DF3E4}" dt="2026-01-23T23:48:00.911" v="893" actId="1076"/>
        <pc:sldMkLst>
          <pc:docMk/>
          <pc:sldMk cId="3768736894" sldId="2147473151"/>
        </pc:sldMkLst>
        <pc:picChg chg="del">
          <ac:chgData name="JESUS ROCHA SALAZAR" userId="4e0323458c84468b" providerId="LiveId" clId="{824EFD83-F77E-4646-99CE-487DB57DF3E4}" dt="2026-01-23T23:47:43.131" v="869" actId="478"/>
          <ac:picMkLst>
            <pc:docMk/>
            <pc:sldMk cId="3768736894" sldId="2147473151"/>
            <ac:picMk id="2" creationId="{9EBA22C9-847E-B487-A12C-533BFE903E23}"/>
          </ac:picMkLst>
        </pc:picChg>
        <pc:picChg chg="add mod">
          <ac:chgData name="JESUS ROCHA SALAZAR" userId="4e0323458c84468b" providerId="LiveId" clId="{824EFD83-F77E-4646-99CE-487DB57DF3E4}" dt="2026-01-23T23:48:00.911" v="893" actId="1076"/>
          <ac:picMkLst>
            <pc:docMk/>
            <pc:sldMk cId="3768736894" sldId="2147473151"/>
            <ac:picMk id="3" creationId="{66D99134-8DF9-EC18-1084-3255A73D2EA2}"/>
          </ac:picMkLst>
        </pc:picChg>
        <pc:picChg chg="add mod">
          <ac:chgData name="JESUS ROCHA SALAZAR" userId="4e0323458c84468b" providerId="LiveId" clId="{824EFD83-F77E-4646-99CE-487DB57DF3E4}" dt="2026-01-23T23:48:00.911" v="893" actId="1076"/>
          <ac:picMkLst>
            <pc:docMk/>
            <pc:sldMk cId="3768736894" sldId="2147473151"/>
            <ac:picMk id="4" creationId="{70A19FCA-8FBE-F295-617F-137957140252}"/>
          </ac:picMkLst>
        </pc:picChg>
        <pc:picChg chg="del">
          <ac:chgData name="JESUS ROCHA SALAZAR" userId="4e0323458c84468b" providerId="LiveId" clId="{824EFD83-F77E-4646-99CE-487DB57DF3E4}" dt="2026-01-23T23:47:40.655" v="867" actId="478"/>
          <ac:picMkLst>
            <pc:docMk/>
            <pc:sldMk cId="3768736894" sldId="2147473151"/>
            <ac:picMk id="8" creationId="{E6166EE6-002A-2159-FD15-AF283AB42954}"/>
          </ac:picMkLst>
        </pc:picChg>
        <pc:picChg chg="del">
          <ac:chgData name="JESUS ROCHA SALAZAR" userId="4e0323458c84468b" providerId="LiveId" clId="{824EFD83-F77E-4646-99CE-487DB57DF3E4}" dt="2026-01-23T23:47:41.779" v="868" actId="478"/>
          <ac:picMkLst>
            <pc:docMk/>
            <pc:sldMk cId="3768736894" sldId="2147473151"/>
            <ac:picMk id="9" creationId="{790FAE24-9260-43AC-FBE6-E31BA814C394}"/>
          </ac:picMkLst>
        </pc:picChg>
      </pc:sldChg>
      <pc:sldChg chg="addSp delSp modSp add mod">
        <pc:chgData name="JESUS ROCHA SALAZAR" userId="4e0323458c84468b" providerId="LiveId" clId="{824EFD83-F77E-4646-99CE-487DB57DF3E4}" dt="2026-01-23T23:49:04.932" v="938" actId="1076"/>
        <pc:sldMkLst>
          <pc:docMk/>
          <pc:sldMk cId="1593702318" sldId="2147473152"/>
        </pc:sldMkLst>
        <pc:picChg chg="add mod">
          <ac:chgData name="JESUS ROCHA SALAZAR" userId="4e0323458c84468b" providerId="LiveId" clId="{824EFD83-F77E-4646-99CE-487DB57DF3E4}" dt="2026-01-23T23:49:04.932" v="938" actId="1076"/>
          <ac:picMkLst>
            <pc:docMk/>
            <pc:sldMk cId="1593702318" sldId="2147473152"/>
            <ac:picMk id="2" creationId="{2B229C88-DC75-530E-841D-5AC2A874A739}"/>
          </ac:picMkLst>
        </pc:picChg>
        <pc:picChg chg="del">
          <ac:chgData name="JESUS ROCHA SALAZAR" userId="4e0323458c84468b" providerId="LiveId" clId="{824EFD83-F77E-4646-99CE-487DB57DF3E4}" dt="2026-01-23T23:48:05.094" v="896" actId="478"/>
          <ac:picMkLst>
            <pc:docMk/>
            <pc:sldMk cId="1593702318" sldId="2147473152"/>
            <ac:picMk id="3" creationId="{66D99134-8DF9-EC18-1084-3255A73D2EA2}"/>
          </ac:picMkLst>
        </pc:picChg>
        <pc:picChg chg="del">
          <ac:chgData name="JESUS ROCHA SALAZAR" userId="4e0323458c84468b" providerId="LiveId" clId="{824EFD83-F77E-4646-99CE-487DB57DF3E4}" dt="2026-01-23T23:48:04.412" v="895" actId="478"/>
          <ac:picMkLst>
            <pc:docMk/>
            <pc:sldMk cId="1593702318" sldId="2147473152"/>
            <ac:picMk id="4" creationId="{70A19FCA-8FBE-F295-617F-137957140252}"/>
          </ac:picMkLst>
        </pc:picChg>
        <pc:picChg chg="add mod">
          <ac:chgData name="JESUS ROCHA SALAZAR" userId="4e0323458c84468b" providerId="LiveId" clId="{824EFD83-F77E-4646-99CE-487DB57DF3E4}" dt="2026-01-23T23:49:02.927" v="937" actId="1076"/>
          <ac:picMkLst>
            <pc:docMk/>
            <pc:sldMk cId="1593702318" sldId="2147473152"/>
            <ac:picMk id="7" creationId="{245B6247-52B3-476E-1D70-80BF9109A5E6}"/>
          </ac:picMkLst>
        </pc:picChg>
      </pc:sldChg>
      <pc:sldChg chg="addSp delSp modSp add mod">
        <pc:chgData name="JESUS ROCHA SALAZAR" userId="4e0323458c84468b" providerId="LiveId" clId="{824EFD83-F77E-4646-99CE-487DB57DF3E4}" dt="2026-01-24T00:04:27.602" v="1013" actId="1076"/>
        <pc:sldMkLst>
          <pc:docMk/>
          <pc:sldMk cId="219540469" sldId="2147473153"/>
        </pc:sldMkLst>
        <pc:spChg chg="mod">
          <ac:chgData name="JESUS ROCHA SALAZAR" userId="4e0323458c84468b" providerId="LiveId" clId="{824EFD83-F77E-4646-99CE-487DB57DF3E4}" dt="2026-01-23T23:49:38.765" v="945" actId="20577"/>
          <ac:spMkLst>
            <pc:docMk/>
            <pc:sldMk cId="219540469" sldId="2147473153"/>
            <ac:spMk id="5" creationId="{57A36E46-B309-5EBD-8B8D-4888E51B1471}"/>
          </ac:spMkLst>
        </pc:spChg>
        <pc:spChg chg="add mod">
          <ac:chgData name="JESUS ROCHA SALAZAR" userId="4e0323458c84468b" providerId="LiveId" clId="{824EFD83-F77E-4646-99CE-487DB57DF3E4}" dt="2026-01-24T00:04:24.302" v="1012" actId="1076"/>
          <ac:spMkLst>
            <pc:docMk/>
            <pc:sldMk cId="219540469" sldId="2147473153"/>
            <ac:spMk id="11" creationId="{EE91A436-EF4E-2435-F902-7E25396A7AB4}"/>
          </ac:spMkLst>
        </pc:spChg>
        <pc:spChg chg="add mod">
          <ac:chgData name="JESUS ROCHA SALAZAR" userId="4e0323458c84468b" providerId="LiveId" clId="{824EFD83-F77E-4646-99CE-487DB57DF3E4}" dt="2026-01-24T00:04:27.602" v="1013" actId="1076"/>
          <ac:spMkLst>
            <pc:docMk/>
            <pc:sldMk cId="219540469" sldId="2147473153"/>
            <ac:spMk id="15" creationId="{933D9103-A5E9-34F7-B133-64BFEE13EE8C}"/>
          </ac:spMkLst>
        </pc:spChg>
        <pc:picChg chg="del">
          <ac:chgData name="JESUS ROCHA SALAZAR" userId="4e0323458c84468b" providerId="LiveId" clId="{824EFD83-F77E-4646-99CE-487DB57DF3E4}" dt="2026-01-23T23:49:41.247" v="948" actId="478"/>
          <ac:picMkLst>
            <pc:docMk/>
            <pc:sldMk cId="219540469" sldId="2147473153"/>
            <ac:picMk id="2" creationId="{2B229C88-DC75-530E-841D-5AC2A874A739}"/>
          </ac:picMkLst>
        </pc:picChg>
        <pc:picChg chg="add mod">
          <ac:chgData name="JESUS ROCHA SALAZAR" userId="4e0323458c84468b" providerId="LiveId" clId="{824EFD83-F77E-4646-99CE-487DB57DF3E4}" dt="2026-01-23T23:51:26.092" v="997" actId="1076"/>
          <ac:picMkLst>
            <pc:docMk/>
            <pc:sldMk cId="219540469" sldId="2147473153"/>
            <ac:picMk id="3" creationId="{7EB5909B-A7C0-D610-B2A8-23C0002A6E0B}"/>
          </ac:picMkLst>
        </pc:picChg>
        <pc:picChg chg="add mod">
          <ac:chgData name="JESUS ROCHA SALAZAR" userId="4e0323458c84468b" providerId="LiveId" clId="{824EFD83-F77E-4646-99CE-487DB57DF3E4}" dt="2026-01-23T23:51:10.150" v="992" actId="1076"/>
          <ac:picMkLst>
            <pc:docMk/>
            <pc:sldMk cId="219540469" sldId="2147473153"/>
            <ac:picMk id="4" creationId="{432208C6-0E20-A961-6D6A-7295A2E6B84A}"/>
          </ac:picMkLst>
        </pc:picChg>
        <pc:picChg chg="del mod">
          <ac:chgData name="JESUS ROCHA SALAZAR" userId="4e0323458c84468b" providerId="LiveId" clId="{824EFD83-F77E-4646-99CE-487DB57DF3E4}" dt="2026-01-23T23:49:40.554" v="947" actId="478"/>
          <ac:picMkLst>
            <pc:docMk/>
            <pc:sldMk cId="219540469" sldId="2147473153"/>
            <ac:picMk id="7" creationId="{245B6247-52B3-476E-1D70-80BF9109A5E6}"/>
          </ac:picMkLst>
        </pc:picChg>
        <pc:picChg chg="add mod">
          <ac:chgData name="JESUS ROCHA SALAZAR" userId="4e0323458c84468b" providerId="LiveId" clId="{824EFD83-F77E-4646-99CE-487DB57DF3E4}" dt="2026-01-23T23:51:22.282" v="996" actId="1076"/>
          <ac:picMkLst>
            <pc:docMk/>
            <pc:sldMk cId="219540469" sldId="2147473153"/>
            <ac:picMk id="8" creationId="{D516E9FD-6AE6-B6FC-ECCB-D6B9C5ACB531}"/>
          </ac:picMkLst>
        </pc:picChg>
        <pc:picChg chg="add mod">
          <ac:chgData name="JESUS ROCHA SALAZAR" userId="4e0323458c84468b" providerId="LiveId" clId="{824EFD83-F77E-4646-99CE-487DB57DF3E4}" dt="2026-01-23T23:51:13.871" v="993" actId="1076"/>
          <ac:picMkLst>
            <pc:docMk/>
            <pc:sldMk cId="219540469" sldId="2147473153"/>
            <ac:picMk id="9" creationId="{D9407FC0-3C8C-2921-694E-072A0EE9BAB1}"/>
          </ac:picMkLst>
        </pc:picChg>
        <pc:picChg chg="add mod">
          <ac:chgData name="JESUS ROCHA SALAZAR" userId="4e0323458c84468b" providerId="LiveId" clId="{824EFD83-F77E-4646-99CE-487DB57DF3E4}" dt="2026-01-23T23:50:07.696" v="980" actId="1076"/>
          <ac:picMkLst>
            <pc:docMk/>
            <pc:sldMk cId="219540469" sldId="2147473153"/>
            <ac:picMk id="10" creationId="{C095A41C-0D8D-E60E-CBF5-DDB344284935}"/>
          </ac:picMkLst>
        </pc:picChg>
      </pc:sldChg>
      <pc:sldChg chg="delSp add del mod">
        <pc:chgData name="JESUS ROCHA SALAZAR" userId="4e0323458c84468b" providerId="LiveId" clId="{824EFD83-F77E-4646-99CE-487DB57DF3E4}" dt="2026-01-23T23:51:30.043" v="998" actId="2696"/>
        <pc:sldMkLst>
          <pc:docMk/>
          <pc:sldMk cId="2257141936" sldId="2147473154"/>
        </pc:sldMkLst>
        <pc:spChg chg="del">
          <ac:chgData name="JESUS ROCHA SALAZAR" userId="4e0323458c84468b" providerId="LiveId" clId="{824EFD83-F77E-4646-99CE-487DB57DF3E4}" dt="2026-01-23T23:50:32.331" v="987" actId="478"/>
          <ac:spMkLst>
            <pc:docMk/>
            <pc:sldMk cId="2257141936" sldId="2147473154"/>
            <ac:spMk id="6" creationId="{BCF2A869-3B82-1E5F-FB80-606519B15328}"/>
          </ac:spMkLst>
        </pc:spChg>
        <pc:spChg chg="del">
          <ac:chgData name="JESUS ROCHA SALAZAR" userId="4e0323458c84468b" providerId="LiveId" clId="{824EFD83-F77E-4646-99CE-487DB57DF3E4}" dt="2026-01-23T23:50:35.654" v="989" actId="478"/>
          <ac:spMkLst>
            <pc:docMk/>
            <pc:sldMk cId="2257141936" sldId="2147473154"/>
            <ac:spMk id="11" creationId="{EE91A436-EF4E-2435-F902-7E25396A7AB4}"/>
          </ac:spMkLst>
        </pc:spChg>
        <pc:spChg chg="del">
          <ac:chgData name="JESUS ROCHA SALAZAR" userId="4e0323458c84468b" providerId="LiveId" clId="{824EFD83-F77E-4646-99CE-487DB57DF3E4}" dt="2026-01-23T23:50:37.157" v="990" actId="478"/>
          <ac:spMkLst>
            <pc:docMk/>
            <pc:sldMk cId="2257141936" sldId="2147473154"/>
            <ac:spMk id="15" creationId="{933D9103-A5E9-34F7-B133-64BFEE13EE8C}"/>
          </ac:spMkLst>
        </pc:spChg>
        <pc:picChg chg="del">
          <ac:chgData name="JESUS ROCHA SALAZAR" userId="4e0323458c84468b" providerId="LiveId" clId="{824EFD83-F77E-4646-99CE-487DB57DF3E4}" dt="2026-01-23T23:50:32.331" v="987" actId="478"/>
          <ac:picMkLst>
            <pc:docMk/>
            <pc:sldMk cId="2257141936" sldId="2147473154"/>
            <ac:picMk id="3" creationId="{7EB5909B-A7C0-D610-B2A8-23C0002A6E0B}"/>
          </ac:picMkLst>
        </pc:picChg>
        <pc:picChg chg="del">
          <ac:chgData name="JESUS ROCHA SALAZAR" userId="4e0323458c84468b" providerId="LiveId" clId="{824EFD83-F77E-4646-99CE-487DB57DF3E4}" dt="2026-01-23T23:50:30.139" v="986" actId="478"/>
          <ac:picMkLst>
            <pc:docMk/>
            <pc:sldMk cId="2257141936" sldId="2147473154"/>
            <ac:picMk id="4" creationId="{432208C6-0E20-A961-6D6A-7295A2E6B84A}"/>
          </ac:picMkLst>
        </pc:picChg>
        <pc:picChg chg="del">
          <ac:chgData name="JESUS ROCHA SALAZAR" userId="4e0323458c84468b" providerId="LiveId" clId="{824EFD83-F77E-4646-99CE-487DB57DF3E4}" dt="2026-01-23T23:50:38.036" v="991" actId="478"/>
          <ac:picMkLst>
            <pc:docMk/>
            <pc:sldMk cId="2257141936" sldId="2147473154"/>
            <ac:picMk id="8" creationId="{D516E9FD-6AE6-B6FC-ECCB-D6B9C5ACB531}"/>
          </ac:picMkLst>
        </pc:picChg>
        <pc:picChg chg="del">
          <ac:chgData name="JESUS ROCHA SALAZAR" userId="4e0323458c84468b" providerId="LiveId" clId="{824EFD83-F77E-4646-99CE-487DB57DF3E4}" dt="2026-01-23T23:50:34.258" v="988" actId="478"/>
          <ac:picMkLst>
            <pc:docMk/>
            <pc:sldMk cId="2257141936" sldId="2147473154"/>
            <ac:picMk id="9" creationId="{D9407FC0-3C8C-2921-694E-072A0EE9BAB1}"/>
          </ac:picMkLst>
        </pc:picChg>
        <pc:picChg chg="del">
          <ac:chgData name="JESUS ROCHA SALAZAR" userId="4e0323458c84468b" providerId="LiveId" clId="{824EFD83-F77E-4646-99CE-487DB57DF3E4}" dt="2026-01-23T23:50:32.331" v="987" actId="478"/>
          <ac:picMkLst>
            <pc:docMk/>
            <pc:sldMk cId="2257141936" sldId="2147473154"/>
            <ac:picMk id="10" creationId="{C095A41C-0D8D-E60E-CBF5-DDB344284935}"/>
          </ac:picMkLst>
        </pc:picChg>
      </pc:sldChg>
      <pc:sldChg chg="addSp delSp modSp add mod">
        <pc:chgData name="JESUS ROCHA SALAZAR" userId="4e0323458c84468b" providerId="LiveId" clId="{824EFD83-F77E-4646-99CE-487DB57DF3E4}" dt="2026-01-24T00:24:05.916" v="1052" actId="1076"/>
        <pc:sldMkLst>
          <pc:docMk/>
          <pc:sldMk cId="2649640572" sldId="2147473154"/>
        </pc:sldMkLst>
        <pc:spChg chg="mod">
          <ac:chgData name="JESUS ROCHA SALAZAR" userId="4e0323458c84468b" providerId="LiveId" clId="{824EFD83-F77E-4646-99CE-487DB57DF3E4}" dt="2026-01-24T00:23:31.043" v="1027" actId="20577"/>
          <ac:spMkLst>
            <pc:docMk/>
            <pc:sldMk cId="2649640572" sldId="2147473154"/>
            <ac:spMk id="5" creationId="{57A36E46-B309-5EBD-8B8D-4888E51B1471}"/>
          </ac:spMkLst>
        </pc:spChg>
        <pc:spChg chg="del mod">
          <ac:chgData name="JESUS ROCHA SALAZAR" userId="4e0323458c84468b" providerId="LiveId" clId="{824EFD83-F77E-4646-99CE-487DB57DF3E4}" dt="2026-01-24T00:23:38.133" v="1035" actId="478"/>
          <ac:spMkLst>
            <pc:docMk/>
            <pc:sldMk cId="2649640572" sldId="2147473154"/>
            <ac:spMk id="11" creationId="{EE91A436-EF4E-2435-F902-7E25396A7AB4}"/>
          </ac:spMkLst>
        </pc:spChg>
        <pc:spChg chg="del">
          <ac:chgData name="JESUS ROCHA SALAZAR" userId="4e0323458c84468b" providerId="LiveId" clId="{824EFD83-F77E-4646-99CE-487DB57DF3E4}" dt="2026-01-24T00:23:36.906" v="1033" actId="478"/>
          <ac:spMkLst>
            <pc:docMk/>
            <pc:sldMk cId="2649640572" sldId="2147473154"/>
            <ac:spMk id="15" creationId="{933D9103-A5E9-34F7-B133-64BFEE13EE8C}"/>
          </ac:spMkLst>
        </pc:spChg>
        <pc:picChg chg="add mod">
          <ac:chgData name="JESUS ROCHA SALAZAR" userId="4e0323458c84468b" providerId="LiveId" clId="{824EFD83-F77E-4646-99CE-487DB57DF3E4}" dt="2026-01-24T00:23:59.507" v="1050" actId="1076"/>
          <ac:picMkLst>
            <pc:docMk/>
            <pc:sldMk cId="2649640572" sldId="2147473154"/>
            <ac:picMk id="2" creationId="{016210DC-B525-9FFC-5F13-381B286A1E60}"/>
          </ac:picMkLst>
        </pc:picChg>
        <pc:picChg chg="del">
          <ac:chgData name="JESUS ROCHA SALAZAR" userId="4e0323458c84468b" providerId="LiveId" clId="{824EFD83-F77E-4646-99CE-487DB57DF3E4}" dt="2026-01-24T00:23:35.687" v="1032" actId="478"/>
          <ac:picMkLst>
            <pc:docMk/>
            <pc:sldMk cId="2649640572" sldId="2147473154"/>
            <ac:picMk id="3" creationId="{7EB5909B-A7C0-D610-B2A8-23C0002A6E0B}"/>
          </ac:picMkLst>
        </pc:picChg>
        <pc:picChg chg="del">
          <ac:chgData name="JESUS ROCHA SALAZAR" userId="4e0323458c84468b" providerId="LiveId" clId="{824EFD83-F77E-4646-99CE-487DB57DF3E4}" dt="2026-01-24T00:23:34.706" v="1030" actId="478"/>
          <ac:picMkLst>
            <pc:docMk/>
            <pc:sldMk cId="2649640572" sldId="2147473154"/>
            <ac:picMk id="4" creationId="{432208C6-0E20-A961-6D6A-7295A2E6B84A}"/>
          </ac:picMkLst>
        </pc:picChg>
        <pc:picChg chg="add mod">
          <ac:chgData name="JESUS ROCHA SALAZAR" userId="4e0323458c84468b" providerId="LiveId" clId="{824EFD83-F77E-4646-99CE-487DB57DF3E4}" dt="2026-01-24T00:24:03.193" v="1051" actId="1076"/>
          <ac:picMkLst>
            <pc:docMk/>
            <pc:sldMk cId="2649640572" sldId="2147473154"/>
            <ac:picMk id="7" creationId="{EA4808AC-2059-B937-7076-E69735070504}"/>
          </ac:picMkLst>
        </pc:picChg>
        <pc:picChg chg="del">
          <ac:chgData name="JESUS ROCHA SALAZAR" userId="4e0323458c84468b" providerId="LiveId" clId="{824EFD83-F77E-4646-99CE-487DB57DF3E4}" dt="2026-01-24T00:23:35.224" v="1031" actId="478"/>
          <ac:picMkLst>
            <pc:docMk/>
            <pc:sldMk cId="2649640572" sldId="2147473154"/>
            <ac:picMk id="8" creationId="{D516E9FD-6AE6-B6FC-ECCB-D6B9C5ACB531}"/>
          </ac:picMkLst>
        </pc:picChg>
        <pc:picChg chg="del">
          <ac:chgData name="JESUS ROCHA SALAZAR" userId="4e0323458c84468b" providerId="LiveId" clId="{824EFD83-F77E-4646-99CE-487DB57DF3E4}" dt="2026-01-24T00:23:33.102" v="1028" actId="478"/>
          <ac:picMkLst>
            <pc:docMk/>
            <pc:sldMk cId="2649640572" sldId="2147473154"/>
            <ac:picMk id="9" creationId="{D9407FC0-3C8C-2921-694E-072A0EE9BAB1}"/>
          </ac:picMkLst>
        </pc:picChg>
        <pc:picChg chg="del">
          <ac:chgData name="JESUS ROCHA SALAZAR" userId="4e0323458c84468b" providerId="LiveId" clId="{824EFD83-F77E-4646-99CE-487DB57DF3E4}" dt="2026-01-24T00:23:34.176" v="1029" actId="478"/>
          <ac:picMkLst>
            <pc:docMk/>
            <pc:sldMk cId="2649640572" sldId="2147473154"/>
            <ac:picMk id="10" creationId="{C095A41C-0D8D-E60E-CBF5-DDB344284935}"/>
          </ac:picMkLst>
        </pc:picChg>
        <pc:picChg chg="add mod">
          <ac:chgData name="JESUS ROCHA SALAZAR" userId="4e0323458c84468b" providerId="LiveId" clId="{824EFD83-F77E-4646-99CE-487DB57DF3E4}" dt="2026-01-24T00:24:05.916" v="1052" actId="1076"/>
          <ac:picMkLst>
            <pc:docMk/>
            <pc:sldMk cId="2649640572" sldId="2147473154"/>
            <ac:picMk id="16" creationId="{6E49D258-8368-33A6-98E3-07F7CD5322A8}"/>
          </ac:picMkLst>
        </pc:picChg>
      </pc:sldChg>
      <pc:sldChg chg="addSp delSp modSp add mod">
        <pc:chgData name="JESUS ROCHA SALAZAR" userId="4e0323458c84468b" providerId="LiveId" clId="{824EFD83-F77E-4646-99CE-487DB57DF3E4}" dt="2026-01-24T00:25:07.567" v="1090" actId="1076"/>
        <pc:sldMkLst>
          <pc:docMk/>
          <pc:sldMk cId="4135326706" sldId="2147473155"/>
        </pc:sldMkLst>
        <pc:spChg chg="mod">
          <ac:chgData name="JESUS ROCHA SALAZAR" userId="4e0323458c84468b" providerId="LiveId" clId="{824EFD83-F77E-4646-99CE-487DB57DF3E4}" dt="2026-01-24T00:24:40.981" v="1067" actId="20577"/>
          <ac:spMkLst>
            <pc:docMk/>
            <pc:sldMk cId="4135326706" sldId="2147473155"/>
            <ac:spMk id="5" creationId="{57A36E46-B309-5EBD-8B8D-4888E51B1471}"/>
          </ac:spMkLst>
        </pc:spChg>
        <pc:picChg chg="del mod">
          <ac:chgData name="JESUS ROCHA SALAZAR" userId="4e0323458c84468b" providerId="LiveId" clId="{824EFD83-F77E-4646-99CE-487DB57DF3E4}" dt="2026-01-24T00:24:42.859" v="1068" actId="478"/>
          <ac:picMkLst>
            <pc:docMk/>
            <pc:sldMk cId="4135326706" sldId="2147473155"/>
            <ac:picMk id="2" creationId="{016210DC-B525-9FFC-5F13-381B286A1E60}"/>
          </ac:picMkLst>
        </pc:picChg>
        <pc:picChg chg="add mod">
          <ac:chgData name="JESUS ROCHA SALAZAR" userId="4e0323458c84468b" providerId="LiveId" clId="{824EFD83-F77E-4646-99CE-487DB57DF3E4}" dt="2026-01-24T00:25:07.567" v="1090" actId="1076"/>
          <ac:picMkLst>
            <pc:docMk/>
            <pc:sldMk cId="4135326706" sldId="2147473155"/>
            <ac:picMk id="3" creationId="{D92DD003-F073-A3F9-C62D-EBA6AA115FB1}"/>
          </ac:picMkLst>
        </pc:picChg>
        <pc:picChg chg="add mod">
          <ac:chgData name="JESUS ROCHA SALAZAR" userId="4e0323458c84468b" providerId="LiveId" clId="{824EFD83-F77E-4646-99CE-487DB57DF3E4}" dt="2026-01-24T00:25:07.567" v="1090" actId="1076"/>
          <ac:picMkLst>
            <pc:docMk/>
            <pc:sldMk cId="4135326706" sldId="2147473155"/>
            <ac:picMk id="4" creationId="{4543EC3A-581F-068D-FF8B-65BE51ED9CD2}"/>
          </ac:picMkLst>
        </pc:picChg>
        <pc:picChg chg="del">
          <ac:chgData name="JESUS ROCHA SALAZAR" userId="4e0323458c84468b" providerId="LiveId" clId="{824EFD83-F77E-4646-99CE-487DB57DF3E4}" dt="2026-01-24T00:24:43.614" v="1069" actId="478"/>
          <ac:picMkLst>
            <pc:docMk/>
            <pc:sldMk cId="4135326706" sldId="2147473155"/>
            <ac:picMk id="7" creationId="{EA4808AC-2059-B937-7076-E69735070504}"/>
          </ac:picMkLst>
        </pc:picChg>
        <pc:picChg chg="add mod">
          <ac:chgData name="JESUS ROCHA SALAZAR" userId="4e0323458c84468b" providerId="LiveId" clId="{824EFD83-F77E-4646-99CE-487DB57DF3E4}" dt="2026-01-24T00:25:07.567" v="1090" actId="1076"/>
          <ac:picMkLst>
            <pc:docMk/>
            <pc:sldMk cId="4135326706" sldId="2147473155"/>
            <ac:picMk id="8" creationId="{57FEAE4E-A903-FF83-247E-C9E2F9C96F93}"/>
          </ac:picMkLst>
        </pc:picChg>
        <pc:picChg chg="add mod">
          <ac:chgData name="JESUS ROCHA SALAZAR" userId="4e0323458c84468b" providerId="LiveId" clId="{824EFD83-F77E-4646-99CE-487DB57DF3E4}" dt="2026-01-24T00:25:07.567" v="1090" actId="1076"/>
          <ac:picMkLst>
            <pc:docMk/>
            <pc:sldMk cId="4135326706" sldId="2147473155"/>
            <ac:picMk id="9" creationId="{8B47DA25-37B0-4235-E66D-71CF4C87F7EB}"/>
          </ac:picMkLst>
        </pc:picChg>
        <pc:picChg chg="del">
          <ac:chgData name="JESUS ROCHA SALAZAR" userId="4e0323458c84468b" providerId="LiveId" clId="{824EFD83-F77E-4646-99CE-487DB57DF3E4}" dt="2026-01-24T00:24:44.109" v="1070" actId="478"/>
          <ac:picMkLst>
            <pc:docMk/>
            <pc:sldMk cId="4135326706" sldId="2147473155"/>
            <ac:picMk id="16" creationId="{6E49D258-8368-33A6-98E3-07F7CD5322A8}"/>
          </ac:picMkLst>
        </pc:picChg>
      </pc:sldChg>
      <pc:sldChg chg="addSp delSp modSp add mod">
        <pc:chgData name="JESUS ROCHA SALAZAR" userId="4e0323458c84468b" providerId="LiveId" clId="{824EFD83-F77E-4646-99CE-487DB57DF3E4}" dt="2026-01-24T00:27:07.337" v="1120" actId="1076"/>
        <pc:sldMkLst>
          <pc:docMk/>
          <pc:sldMk cId="896904974" sldId="2147473156"/>
        </pc:sldMkLst>
        <pc:spChg chg="mod">
          <ac:chgData name="JESUS ROCHA SALAZAR" userId="4e0323458c84468b" providerId="LiveId" clId="{824EFD83-F77E-4646-99CE-487DB57DF3E4}" dt="2026-01-24T00:25:42.918" v="1097" actId="20577"/>
          <ac:spMkLst>
            <pc:docMk/>
            <pc:sldMk cId="896904974" sldId="2147473156"/>
            <ac:spMk id="5" creationId="{57A36E46-B309-5EBD-8B8D-4888E51B1471}"/>
          </ac:spMkLst>
        </pc:spChg>
        <pc:spChg chg="mod">
          <ac:chgData name="JESUS ROCHA SALAZAR" userId="4e0323458c84468b" providerId="LiveId" clId="{824EFD83-F77E-4646-99CE-487DB57DF3E4}" dt="2026-01-24T00:27:07.337" v="1120" actId="1076"/>
          <ac:spMkLst>
            <pc:docMk/>
            <pc:sldMk cId="896904974" sldId="2147473156"/>
            <ac:spMk id="6" creationId="{BCF2A869-3B82-1E5F-FB80-606519B15328}"/>
          </ac:spMkLst>
        </pc:spChg>
        <pc:picChg chg="add mod">
          <ac:chgData name="JESUS ROCHA SALAZAR" userId="4e0323458c84468b" providerId="LiveId" clId="{824EFD83-F77E-4646-99CE-487DB57DF3E4}" dt="2026-01-24T00:27:07.337" v="1120" actId="1076"/>
          <ac:picMkLst>
            <pc:docMk/>
            <pc:sldMk cId="896904974" sldId="2147473156"/>
            <ac:picMk id="2" creationId="{56D68320-4555-7928-F8E1-53895BACD594}"/>
          </ac:picMkLst>
        </pc:picChg>
        <pc:picChg chg="del mod">
          <ac:chgData name="JESUS ROCHA SALAZAR" userId="4e0323458c84468b" providerId="LiveId" clId="{824EFD83-F77E-4646-99CE-487DB57DF3E4}" dt="2026-01-24T00:25:47.099" v="1099" actId="478"/>
          <ac:picMkLst>
            <pc:docMk/>
            <pc:sldMk cId="896904974" sldId="2147473156"/>
            <ac:picMk id="3" creationId="{D92DD003-F073-A3F9-C62D-EBA6AA115FB1}"/>
          </ac:picMkLst>
        </pc:picChg>
        <pc:picChg chg="del">
          <ac:chgData name="JESUS ROCHA SALAZAR" userId="4e0323458c84468b" providerId="LiveId" clId="{824EFD83-F77E-4646-99CE-487DB57DF3E4}" dt="2026-01-24T00:25:47.635" v="1100" actId="478"/>
          <ac:picMkLst>
            <pc:docMk/>
            <pc:sldMk cId="896904974" sldId="2147473156"/>
            <ac:picMk id="4" creationId="{4543EC3A-581F-068D-FF8B-65BE51ED9CD2}"/>
          </ac:picMkLst>
        </pc:picChg>
        <pc:picChg chg="add mod">
          <ac:chgData name="JESUS ROCHA SALAZAR" userId="4e0323458c84468b" providerId="LiveId" clId="{824EFD83-F77E-4646-99CE-487DB57DF3E4}" dt="2026-01-24T00:27:07.337" v="1120" actId="1076"/>
          <ac:picMkLst>
            <pc:docMk/>
            <pc:sldMk cId="896904974" sldId="2147473156"/>
            <ac:picMk id="7" creationId="{8457F379-3D19-F17E-16BC-E6030159BBD5}"/>
          </ac:picMkLst>
        </pc:picChg>
        <pc:picChg chg="del">
          <ac:chgData name="JESUS ROCHA SALAZAR" userId="4e0323458c84468b" providerId="LiveId" clId="{824EFD83-F77E-4646-99CE-487DB57DF3E4}" dt="2026-01-24T00:25:48.120" v="1101" actId="478"/>
          <ac:picMkLst>
            <pc:docMk/>
            <pc:sldMk cId="896904974" sldId="2147473156"/>
            <ac:picMk id="8" creationId="{57FEAE4E-A903-FF83-247E-C9E2F9C96F93}"/>
          </ac:picMkLst>
        </pc:picChg>
        <pc:picChg chg="del">
          <ac:chgData name="JESUS ROCHA SALAZAR" userId="4e0323458c84468b" providerId="LiveId" clId="{824EFD83-F77E-4646-99CE-487DB57DF3E4}" dt="2026-01-24T00:25:48.695" v="1102" actId="478"/>
          <ac:picMkLst>
            <pc:docMk/>
            <pc:sldMk cId="896904974" sldId="2147473156"/>
            <ac:picMk id="9" creationId="{8B47DA25-37B0-4235-E66D-71CF4C87F7EB}"/>
          </ac:picMkLst>
        </pc:picChg>
        <pc:picChg chg="add mod">
          <ac:chgData name="JESUS ROCHA SALAZAR" userId="4e0323458c84468b" providerId="LiveId" clId="{824EFD83-F77E-4646-99CE-487DB57DF3E4}" dt="2026-01-24T00:27:07.337" v="1120" actId="1076"/>
          <ac:picMkLst>
            <pc:docMk/>
            <pc:sldMk cId="896904974" sldId="2147473156"/>
            <ac:picMk id="10" creationId="{9D498EBD-85E3-CA7A-C888-7F5276C0C526}"/>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CED173-ADBB-4F9F-B250-DBABF25F80A1}"/>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a:extLst>
              <a:ext uri="{FF2B5EF4-FFF2-40B4-BE49-F238E27FC236}">
                <a16:creationId xmlns:a16="http://schemas.microsoft.com/office/drawing/2014/main" id="{731577A6-3A17-4A5C-A609-081116AC9E59}"/>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66218887-2D2A-4A91-964F-CFEC368559CF}" type="datetimeFigureOut">
              <a:rPr lang="id-ID" smtClean="0"/>
              <a:t>23/01/2026</a:t>
            </a:fld>
            <a:endParaRPr lang="id-ID"/>
          </a:p>
        </p:txBody>
      </p:sp>
      <p:sp>
        <p:nvSpPr>
          <p:cNvPr id="4" name="Footer Placeholder 3">
            <a:extLst>
              <a:ext uri="{FF2B5EF4-FFF2-40B4-BE49-F238E27FC236}">
                <a16:creationId xmlns:a16="http://schemas.microsoft.com/office/drawing/2014/main" id="{734AE15E-7F83-4886-8F16-92BED6547A0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5" name="Slide Number Placeholder 4">
            <a:extLst>
              <a:ext uri="{FF2B5EF4-FFF2-40B4-BE49-F238E27FC236}">
                <a16:creationId xmlns:a16="http://schemas.microsoft.com/office/drawing/2014/main" id="{17F1E6D5-D5B6-465F-B770-981EF131B7E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5C52C4C-E201-45A0-BB4F-991A321561A1}" type="slidenum">
              <a:rPr lang="id-ID" smtClean="0"/>
              <a:t>‹Nº›</a:t>
            </a:fld>
            <a:endParaRPr lang="id-ID"/>
          </a:p>
        </p:txBody>
      </p:sp>
    </p:spTree>
    <p:extLst>
      <p:ext uri="{BB962C8B-B14F-4D97-AF65-F5344CB8AC3E}">
        <p14:creationId xmlns:p14="http://schemas.microsoft.com/office/powerpoint/2010/main" val="33264287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893123"/>
      </p:ext>
    </p:extLst>
  </p:cSld>
  <p:clrMap bg1="lt1" tx1="dk1" bg2="lt2" tx2="dk2" accent1="accent1" accent2="accent2" accent3="accent3" accent4="accent4" accent5="accent5" accent6="accent6" hlink="hlink" folHlink="folHlink"/>
  <p:hf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65805690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513083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238615744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306094407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256312196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96224971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943338803"/>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00642795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72614729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55666035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‹Nº›</a:t>
            </a:fld>
            <a:endParaRPr lang="en-US" dirty="0"/>
          </a:p>
        </p:txBody>
      </p:sp>
    </p:spTree>
    <p:extLst>
      <p:ext uri="{BB962C8B-B14F-4D97-AF65-F5344CB8AC3E}">
        <p14:creationId xmlns:p14="http://schemas.microsoft.com/office/powerpoint/2010/main" val="190494313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CFB66A83-33E3-495A-BA40-8310A7896BD9}"/>
              </a:ext>
            </a:extLst>
          </p:cNvPr>
          <p:cNvSpPr>
            <a:spLocks noGrp="1"/>
          </p:cNvSpPr>
          <p:nvPr>
            <p:ph type="pic" sz="quarter" idx="11"/>
          </p:nvPr>
        </p:nvSpPr>
        <p:spPr>
          <a:xfrm>
            <a:off x="4570086" y="1169704"/>
            <a:ext cx="4052723" cy="2800964"/>
          </a:xfrm>
          <a:custGeom>
            <a:avLst/>
            <a:gdLst>
              <a:gd name="connsiteX0" fmla="*/ 1867310 w 5403630"/>
              <a:gd name="connsiteY0" fmla="*/ 0 h 3734619"/>
              <a:gd name="connsiteX1" fmla="*/ 2212207 w 5403630"/>
              <a:gd name="connsiteY1" fmla="*/ 142862 h 3734619"/>
              <a:gd name="connsiteX2" fmla="*/ 2701815 w 5403630"/>
              <a:gd name="connsiteY2" fmla="*/ 632470 h 3734619"/>
              <a:gd name="connsiteX3" fmla="*/ 3191423 w 5403630"/>
              <a:gd name="connsiteY3" fmla="*/ 142862 h 3734619"/>
              <a:gd name="connsiteX4" fmla="*/ 3881218 w 5403630"/>
              <a:gd name="connsiteY4" fmla="*/ 142862 h 3734619"/>
              <a:gd name="connsiteX5" fmla="*/ 5260769 w 5403630"/>
              <a:gd name="connsiteY5" fmla="*/ 1522412 h 3734619"/>
              <a:gd name="connsiteX6" fmla="*/ 5260769 w 5403630"/>
              <a:gd name="connsiteY6" fmla="*/ 2212208 h 3734619"/>
              <a:gd name="connsiteX7" fmla="*/ 3881218 w 5403630"/>
              <a:gd name="connsiteY7" fmla="*/ 3591758 h 3734619"/>
              <a:gd name="connsiteX8" fmla="*/ 3191423 w 5403630"/>
              <a:gd name="connsiteY8" fmla="*/ 3591758 h 3734619"/>
              <a:gd name="connsiteX9" fmla="*/ 2701815 w 5403630"/>
              <a:gd name="connsiteY9" fmla="*/ 3102151 h 3734619"/>
              <a:gd name="connsiteX10" fmla="*/ 2212207 w 5403630"/>
              <a:gd name="connsiteY10" fmla="*/ 3591758 h 3734619"/>
              <a:gd name="connsiteX11" fmla="*/ 1522412 w 5403630"/>
              <a:gd name="connsiteY11" fmla="*/ 3591758 h 3734619"/>
              <a:gd name="connsiteX12" fmla="*/ 142862 w 5403630"/>
              <a:gd name="connsiteY12" fmla="*/ 2212208 h 3734619"/>
              <a:gd name="connsiteX13" fmla="*/ 142862 w 5403630"/>
              <a:gd name="connsiteY13" fmla="*/ 1522412 h 3734619"/>
              <a:gd name="connsiteX14" fmla="*/ 1522412 w 5403630"/>
              <a:gd name="connsiteY14" fmla="*/ 142862 h 3734619"/>
              <a:gd name="connsiteX15" fmla="*/ 1867310 w 5403630"/>
              <a:gd name="connsiteY15" fmla="*/ 0 h 3734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03630" h="3734619">
                <a:moveTo>
                  <a:pt x="1867310" y="0"/>
                </a:moveTo>
                <a:cubicBezTo>
                  <a:pt x="1992138" y="0"/>
                  <a:pt x="2116967" y="47621"/>
                  <a:pt x="2212207" y="142862"/>
                </a:cubicBezTo>
                <a:lnTo>
                  <a:pt x="2701815" y="632470"/>
                </a:lnTo>
                <a:lnTo>
                  <a:pt x="3191423" y="142862"/>
                </a:lnTo>
                <a:cubicBezTo>
                  <a:pt x="3381905" y="-47620"/>
                  <a:pt x="3690736" y="-47620"/>
                  <a:pt x="3881218" y="142862"/>
                </a:cubicBezTo>
                <a:lnTo>
                  <a:pt x="5260769" y="1522412"/>
                </a:lnTo>
                <a:cubicBezTo>
                  <a:pt x="5451251" y="1712894"/>
                  <a:pt x="5451251" y="2021726"/>
                  <a:pt x="5260769" y="2212208"/>
                </a:cubicBezTo>
                <a:lnTo>
                  <a:pt x="3881218" y="3591758"/>
                </a:lnTo>
                <a:cubicBezTo>
                  <a:pt x="3690736" y="3782240"/>
                  <a:pt x="3381905" y="3782240"/>
                  <a:pt x="3191423" y="3591758"/>
                </a:cubicBezTo>
                <a:lnTo>
                  <a:pt x="2701815" y="3102151"/>
                </a:lnTo>
                <a:lnTo>
                  <a:pt x="2212207" y="3591758"/>
                </a:lnTo>
                <a:cubicBezTo>
                  <a:pt x="2021726" y="3782240"/>
                  <a:pt x="1712894" y="3782240"/>
                  <a:pt x="1522412" y="3591758"/>
                </a:cubicBezTo>
                <a:lnTo>
                  <a:pt x="142862" y="2212208"/>
                </a:lnTo>
                <a:cubicBezTo>
                  <a:pt x="-47620" y="2021726"/>
                  <a:pt x="-47620" y="1712894"/>
                  <a:pt x="142862" y="1522412"/>
                </a:cubicBezTo>
                <a:lnTo>
                  <a:pt x="1522412" y="142862"/>
                </a:lnTo>
                <a:cubicBezTo>
                  <a:pt x="1617653" y="47621"/>
                  <a:pt x="1742481" y="0"/>
                  <a:pt x="1867310" y="0"/>
                </a:cubicBezTo>
                <a:close/>
              </a:path>
            </a:pathLst>
          </a:custGeom>
        </p:spPr>
        <p:txBody>
          <a:bodyPr wrap="square">
            <a:noAutofit/>
          </a:bodyPr>
          <a:lstStyle/>
          <a:p>
            <a:endParaRPr lang="id-ID"/>
          </a:p>
        </p:txBody>
      </p:sp>
    </p:spTree>
    <p:extLst>
      <p:ext uri="{BB962C8B-B14F-4D97-AF65-F5344CB8AC3E}">
        <p14:creationId xmlns:p14="http://schemas.microsoft.com/office/powerpoint/2010/main" val="3951658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nodePh="1">
                                  <p:stCondLst>
                                    <p:cond delay="0"/>
                                  </p:stCondLst>
                                  <p:endCondLst>
                                    <p:cond evt="begin" delay="0">
                                      <p:tn val="5"/>
                                    </p:cond>
                                  </p:end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85942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54C0F3D-A00C-408A-8FDD-34AAD6BE0960}"/>
              </a:ext>
            </a:extLst>
          </p:cNvPr>
          <p:cNvSpPr>
            <a:spLocks noGrp="1"/>
          </p:cNvSpPr>
          <p:nvPr>
            <p:ph type="pic" sz="quarter" idx="10"/>
          </p:nvPr>
        </p:nvSpPr>
        <p:spPr>
          <a:xfrm>
            <a:off x="0" y="0"/>
            <a:ext cx="6360924" cy="4402394"/>
          </a:xfrm>
          <a:custGeom>
            <a:avLst/>
            <a:gdLst>
              <a:gd name="connsiteX0" fmla="*/ 0 w 8481232"/>
              <a:gd name="connsiteY0" fmla="*/ 0 h 5869858"/>
              <a:gd name="connsiteX1" fmla="*/ 6316990 w 8481232"/>
              <a:gd name="connsiteY1" fmla="*/ 0 h 5869858"/>
              <a:gd name="connsiteX2" fmla="*/ 8271790 w 8481232"/>
              <a:gd name="connsiteY2" fmla="*/ 1963035 h 5869858"/>
              <a:gd name="connsiteX3" fmla="*/ 8271790 w 8481232"/>
              <a:gd name="connsiteY3" fmla="*/ 2963797 h 5869858"/>
              <a:gd name="connsiteX4" fmla="*/ 5575514 w 8481232"/>
              <a:gd name="connsiteY4" fmla="*/ 5658158 h 5869858"/>
              <a:gd name="connsiteX5" fmla="*/ 5074777 w 8481232"/>
              <a:gd name="connsiteY5" fmla="*/ 5869858 h 5869858"/>
              <a:gd name="connsiteX6" fmla="*/ 0 w 8481232"/>
              <a:gd name="connsiteY6" fmla="*/ 5869858 h 5869858"/>
              <a:gd name="connsiteX7" fmla="*/ 0 w 8481232"/>
              <a:gd name="connsiteY7" fmla="*/ 0 h 5869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81232" h="5869858">
                <a:moveTo>
                  <a:pt x="0" y="0"/>
                </a:moveTo>
                <a:cubicBezTo>
                  <a:pt x="0" y="0"/>
                  <a:pt x="0" y="0"/>
                  <a:pt x="6316990" y="0"/>
                </a:cubicBezTo>
                <a:cubicBezTo>
                  <a:pt x="6316990" y="0"/>
                  <a:pt x="6316990" y="0"/>
                  <a:pt x="8271790" y="1963035"/>
                </a:cubicBezTo>
                <a:cubicBezTo>
                  <a:pt x="8551047" y="2232471"/>
                  <a:pt x="8551047" y="2684738"/>
                  <a:pt x="8271790" y="2963797"/>
                </a:cubicBezTo>
                <a:cubicBezTo>
                  <a:pt x="8271790" y="2963797"/>
                  <a:pt x="8271790" y="2963797"/>
                  <a:pt x="5575514" y="5658158"/>
                </a:cubicBezTo>
                <a:cubicBezTo>
                  <a:pt x="5440700" y="5792877"/>
                  <a:pt x="5267368" y="5869858"/>
                  <a:pt x="5074777" y="5869858"/>
                </a:cubicBezTo>
                <a:cubicBezTo>
                  <a:pt x="5074777" y="5869858"/>
                  <a:pt x="5074777" y="5869858"/>
                  <a:pt x="0" y="5869858"/>
                </a:cubicBezTo>
                <a:cubicBezTo>
                  <a:pt x="0" y="5869858"/>
                  <a:pt x="0" y="5869858"/>
                  <a:pt x="0" y="0"/>
                </a:cubicBezTo>
                <a:close/>
              </a:path>
            </a:pathLst>
          </a:custGeom>
        </p:spPr>
        <p:txBody>
          <a:bodyPr wrap="square">
            <a:noAutofit/>
          </a:bodyPr>
          <a:lstStyle/>
          <a:p>
            <a:endParaRPr lang="id-ID"/>
          </a:p>
        </p:txBody>
      </p:sp>
    </p:spTree>
    <p:extLst>
      <p:ext uri="{BB962C8B-B14F-4D97-AF65-F5344CB8AC3E}">
        <p14:creationId xmlns:p14="http://schemas.microsoft.com/office/powerpoint/2010/main" val="1830468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7A653CF1-82BD-4689-BEBA-D371BB415554}"/>
              </a:ext>
            </a:extLst>
          </p:cNvPr>
          <p:cNvSpPr>
            <a:spLocks noGrp="1"/>
          </p:cNvSpPr>
          <p:nvPr>
            <p:ph type="pic" sz="quarter" idx="10"/>
          </p:nvPr>
        </p:nvSpPr>
        <p:spPr>
          <a:xfrm>
            <a:off x="1195164" y="1653072"/>
            <a:ext cx="7945787" cy="3490432"/>
          </a:xfrm>
          <a:custGeom>
            <a:avLst/>
            <a:gdLst>
              <a:gd name="connsiteX0" fmla="*/ 5047666 w 10594382"/>
              <a:gd name="connsiteY0" fmla="*/ 0 h 4653909"/>
              <a:gd name="connsiteX1" fmla="*/ 10594382 w 10594382"/>
              <a:gd name="connsiteY1" fmla="*/ 0 h 4653909"/>
              <a:gd name="connsiteX2" fmla="*/ 10594382 w 10594382"/>
              <a:gd name="connsiteY2" fmla="*/ 4653909 h 4653909"/>
              <a:gd name="connsiteX3" fmla="*/ 0 w 10594382"/>
              <a:gd name="connsiteY3" fmla="*/ 4653909 h 4653909"/>
              <a:gd name="connsiteX4" fmla="*/ 6284 w 10594382"/>
              <a:gd name="connsiteY4" fmla="*/ 4647620 h 4653909"/>
              <a:gd name="connsiteX5" fmla="*/ 4370949 w 10594382"/>
              <a:gd name="connsiteY5" fmla="*/ 278907 h 4653909"/>
              <a:gd name="connsiteX6" fmla="*/ 5047666 w 10594382"/>
              <a:gd name="connsiteY6" fmla="*/ 0 h 465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94382" h="4653909">
                <a:moveTo>
                  <a:pt x="5047666" y="0"/>
                </a:moveTo>
                <a:lnTo>
                  <a:pt x="10594382" y="0"/>
                </a:lnTo>
                <a:lnTo>
                  <a:pt x="10594382" y="4653909"/>
                </a:lnTo>
                <a:lnTo>
                  <a:pt x="0" y="4653909"/>
                </a:lnTo>
                <a:lnTo>
                  <a:pt x="6284" y="4647620"/>
                </a:lnTo>
                <a:cubicBezTo>
                  <a:pt x="411253" y="4242275"/>
                  <a:pt x="1491170" y="3161356"/>
                  <a:pt x="4370949" y="278907"/>
                </a:cubicBezTo>
                <a:cubicBezTo>
                  <a:pt x="4550080" y="99610"/>
                  <a:pt x="4788921" y="0"/>
                  <a:pt x="5047666" y="0"/>
                </a:cubicBezTo>
                <a:close/>
              </a:path>
            </a:pathLst>
          </a:custGeom>
        </p:spPr>
        <p:txBody>
          <a:bodyPr wrap="square">
            <a:noAutofit/>
          </a:bodyPr>
          <a:lstStyle/>
          <a:p>
            <a:endParaRPr lang="id-ID"/>
          </a:p>
        </p:txBody>
      </p:sp>
    </p:spTree>
    <p:extLst>
      <p:ext uri="{BB962C8B-B14F-4D97-AF65-F5344CB8AC3E}">
        <p14:creationId xmlns:p14="http://schemas.microsoft.com/office/powerpoint/2010/main" val="374718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nodePh="1">
                                  <p:stCondLst>
                                    <p:cond delay="0"/>
                                  </p:stCondLst>
                                  <p:endCondLst>
                                    <p:cond evt="begin" delay="0">
                                      <p:tn val="5"/>
                                    </p:cond>
                                  </p:endCondLst>
                                  <p:childTnLst>
                                    <p:set>
                                      <p:cBhvr>
                                        <p:cTn id="6" dur="1" fill="hold">
                                          <p:stCondLst>
                                            <p:cond delay="0"/>
                                          </p:stCondLst>
                                        </p:cTn>
                                        <p:tgtEl>
                                          <p:spTgt spid="30"/>
                                        </p:tgtEl>
                                        <p:attrNameLst>
                                          <p:attrName>style.visibility</p:attrName>
                                        </p:attrNameLst>
                                      </p:cBhvr>
                                      <p:to>
                                        <p:strVal val="visible"/>
                                      </p:to>
                                    </p:set>
                                    <p:animEffect transition="in" filter="wipe(right)">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1/23/2026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‹Nº›</a:t>
            </a:fld>
            <a:endParaRPr lang="en-US" dirty="0"/>
          </a:p>
        </p:txBody>
      </p:sp>
    </p:spTree>
    <p:extLst>
      <p:ext uri="{BB962C8B-B14F-4D97-AF65-F5344CB8AC3E}">
        <p14:creationId xmlns:p14="http://schemas.microsoft.com/office/powerpoint/2010/main" val="637055023"/>
      </p:ext>
    </p:extLst>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3" r:id="rId4"/>
    <p:sldLayoutId id="2147483914" r:id="rId5"/>
    <p:sldLayoutId id="2147483915" r:id="rId6"/>
    <p:sldLayoutId id="2147483916" r:id="rId7"/>
    <p:sldLayoutId id="2147483917" r:id="rId8"/>
    <p:sldLayoutId id="2147483918" r:id="rId9"/>
    <p:sldLayoutId id="2147483919" r:id="rId10"/>
    <p:sldLayoutId id="2147483920" r:id="rId11"/>
    <p:sldLayoutId id="2147483716" r:id="rId12"/>
    <p:sldLayoutId id="2147483714" r:id="rId13"/>
    <p:sldLayoutId id="2147483650" r:id="rId14"/>
    <p:sldLayoutId id="2147483921" r:id="rId15"/>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1.wmf"/><Relationship Id="rId7"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4.xml"/><Relationship Id="rId6" Type="http://schemas.openxmlformats.org/officeDocument/2006/relationships/oleObject" Target="../embeddings/oleObject3.bin"/><Relationship Id="rId5" Type="http://schemas.openxmlformats.org/officeDocument/2006/relationships/image" Target="../media/image2.wmf"/><Relationship Id="rId10" Type="http://schemas.openxmlformats.org/officeDocument/2006/relationships/image" Target="../media/image5.png"/><Relationship Id="rId4" Type="http://schemas.openxmlformats.org/officeDocument/2006/relationships/oleObject" Target="../embeddings/oleObject2.bin"/><Relationship Id="rId9" Type="http://schemas.openxmlformats.org/officeDocument/2006/relationships/image" Target="../media/image4.wmf"/></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5.bin"/><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6.bin"/><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7.bin"/><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8.bin"/><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9.bin"/><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0.bin"/><Relationship Id="rId1" Type="http://schemas.openxmlformats.org/officeDocument/2006/relationships/slideLayout" Target="../slideLayouts/slideLayout4.xml"/><Relationship Id="rId5" Type="http://schemas.openxmlformats.org/officeDocument/2006/relationships/image" Target="../media/image23.wmf"/><Relationship Id="rId4"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 Id="rId4" Type="http://schemas.openxmlformats.org/officeDocument/2006/relationships/image" Target="../media/image26.jpe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5" Type="http://schemas.openxmlformats.org/officeDocument/2006/relationships/image" Target="../media/image43.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4.xml"/><Relationship Id="rId4" Type="http://schemas.openxmlformats.org/officeDocument/2006/relationships/image" Target="../media/image64.png"/></Relationships>
</file>

<file path=ppt/slides/_rels/slide2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4.xml"/><Relationship Id="rId5" Type="http://schemas.openxmlformats.org/officeDocument/2006/relationships/image" Target="../media/image68.png"/><Relationship Id="rId4" Type="http://schemas.openxmlformats.org/officeDocument/2006/relationships/image" Target="../media/image67.png"/></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 name="Freeform 9">
            <a:extLst>
              <a:ext uri="{FF2B5EF4-FFF2-40B4-BE49-F238E27FC236}">
                <a16:creationId xmlns:a16="http://schemas.microsoft.com/office/drawing/2014/main" id="{CF82F7C9-E76F-44A6-8028-2DF626E91C6D}"/>
              </a:ext>
            </a:extLst>
          </p:cNvPr>
          <p:cNvSpPr>
            <a:spLocks/>
          </p:cNvSpPr>
          <p:nvPr/>
        </p:nvSpPr>
        <p:spPr bwMode="auto">
          <a:xfrm>
            <a:off x="6924660" y="-2371"/>
            <a:ext cx="2219340" cy="3147527"/>
          </a:xfrm>
          <a:custGeom>
            <a:avLst/>
            <a:gdLst>
              <a:gd name="T0" fmla="*/ 350 w 350"/>
              <a:gd name="T1" fmla="*/ 0 h 499"/>
              <a:gd name="T2" fmla="*/ 12 w 350"/>
              <a:gd name="T3" fmla="*/ 338 h 499"/>
              <a:gd name="T4" fmla="*/ 12 w 350"/>
              <a:gd name="T5" fmla="*/ 383 h 499"/>
              <a:gd name="T6" fmla="*/ 117 w 350"/>
              <a:gd name="T7" fmla="*/ 487 h 499"/>
              <a:gd name="T8" fmla="*/ 161 w 350"/>
              <a:gd name="T9" fmla="*/ 487 h 499"/>
              <a:gd name="T10" fmla="*/ 350 w 350"/>
              <a:gd name="T11" fmla="*/ 298 h 499"/>
              <a:gd name="T12" fmla="*/ 350 w 350"/>
              <a:gd name="T13" fmla="*/ 0 h 499"/>
            </a:gdLst>
            <a:ahLst/>
            <a:cxnLst>
              <a:cxn ang="0">
                <a:pos x="T0" y="T1"/>
              </a:cxn>
              <a:cxn ang="0">
                <a:pos x="T2" y="T3"/>
              </a:cxn>
              <a:cxn ang="0">
                <a:pos x="T4" y="T5"/>
              </a:cxn>
              <a:cxn ang="0">
                <a:pos x="T6" y="T7"/>
              </a:cxn>
              <a:cxn ang="0">
                <a:pos x="T8" y="T9"/>
              </a:cxn>
              <a:cxn ang="0">
                <a:pos x="T10" y="T11"/>
              </a:cxn>
              <a:cxn ang="0">
                <a:pos x="T12" y="T13"/>
              </a:cxn>
            </a:cxnLst>
            <a:rect l="0" t="0" r="r" b="b"/>
            <a:pathLst>
              <a:path w="350" h="499">
                <a:moveTo>
                  <a:pt x="350" y="0"/>
                </a:moveTo>
                <a:cubicBezTo>
                  <a:pt x="12" y="338"/>
                  <a:pt x="12" y="338"/>
                  <a:pt x="12" y="338"/>
                </a:cubicBezTo>
                <a:cubicBezTo>
                  <a:pt x="0" y="350"/>
                  <a:pt x="0" y="370"/>
                  <a:pt x="12" y="383"/>
                </a:cubicBezTo>
                <a:cubicBezTo>
                  <a:pt x="117" y="487"/>
                  <a:pt x="117" y="487"/>
                  <a:pt x="117" y="487"/>
                </a:cubicBezTo>
                <a:cubicBezTo>
                  <a:pt x="129" y="499"/>
                  <a:pt x="149" y="499"/>
                  <a:pt x="161" y="487"/>
                </a:cubicBezTo>
                <a:cubicBezTo>
                  <a:pt x="350" y="298"/>
                  <a:pt x="350" y="298"/>
                  <a:pt x="350" y="298"/>
                </a:cubicBezTo>
                <a:lnTo>
                  <a:pt x="350" y="0"/>
                </a:lnTo>
                <a:close/>
              </a:path>
            </a:pathLst>
          </a:custGeom>
          <a:gradFill>
            <a:gsLst>
              <a:gs pos="100000">
                <a:srgbClr val="09193C"/>
              </a:gs>
              <a:gs pos="0">
                <a:srgbClr val="003CA3"/>
              </a:gs>
            </a:gsLst>
            <a:lin ang="5400000" scaled="1"/>
          </a:gradFill>
          <a:ln>
            <a:noFill/>
          </a:ln>
        </p:spPr>
        <p:txBody>
          <a:bodyPr vert="horz" wrap="square" lIns="68580" tIns="34290" rIns="68580" bIns="34290" numCol="1" anchor="t" anchorCtr="0" compatLnSpc="1">
            <a:prstTxWarp prst="textNoShape">
              <a:avLst/>
            </a:prstTxWarp>
          </a:bodyPr>
          <a:lstStyle/>
          <a:p>
            <a:endParaRPr lang="id-ID" sz="1013"/>
          </a:p>
        </p:txBody>
      </p:sp>
      <p:sp>
        <p:nvSpPr>
          <p:cNvPr id="22" name="Freeform: Shape 21">
            <a:extLst>
              <a:ext uri="{FF2B5EF4-FFF2-40B4-BE49-F238E27FC236}">
                <a16:creationId xmlns:a16="http://schemas.microsoft.com/office/drawing/2014/main" id="{F676D53E-7427-4631-81F2-DB85070D41B3}"/>
              </a:ext>
            </a:extLst>
          </p:cNvPr>
          <p:cNvSpPr/>
          <p:nvPr/>
        </p:nvSpPr>
        <p:spPr>
          <a:xfrm>
            <a:off x="4692545" y="1730924"/>
            <a:ext cx="4451457" cy="3407836"/>
          </a:xfrm>
          <a:custGeom>
            <a:avLst/>
            <a:gdLst>
              <a:gd name="connsiteX0" fmla="*/ 4856875 w 5935276"/>
              <a:gd name="connsiteY0" fmla="*/ 0 h 4543781"/>
              <a:gd name="connsiteX1" fmla="*/ 5935276 w 5935276"/>
              <a:gd name="connsiteY1" fmla="*/ 0 h 4543781"/>
              <a:gd name="connsiteX2" fmla="*/ 5935276 w 5935276"/>
              <a:gd name="connsiteY2" fmla="*/ 4543781 h 4543781"/>
              <a:gd name="connsiteX3" fmla="*/ 702490 w 5935276"/>
              <a:gd name="connsiteY3" fmla="*/ 4543781 h 4543781"/>
              <a:gd name="connsiteX4" fmla="*/ 0 w 5935276"/>
              <a:gd name="connsiteY4" fmla="*/ 4542809 h 4543781"/>
              <a:gd name="connsiteX5" fmla="*/ 4026531 w 5935276"/>
              <a:gd name="connsiteY5" fmla="*/ 354794 h 4543781"/>
              <a:gd name="connsiteX6" fmla="*/ 4856875 w 5935276"/>
              <a:gd name="connsiteY6" fmla="*/ 0 h 454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35276" h="4543781">
                <a:moveTo>
                  <a:pt x="4856875" y="0"/>
                </a:moveTo>
                <a:lnTo>
                  <a:pt x="5935276" y="0"/>
                </a:lnTo>
                <a:lnTo>
                  <a:pt x="5935276" y="4543781"/>
                </a:lnTo>
                <a:lnTo>
                  <a:pt x="702490" y="4543781"/>
                </a:lnTo>
                <a:lnTo>
                  <a:pt x="0" y="4542809"/>
                </a:lnTo>
                <a:lnTo>
                  <a:pt x="4026531" y="354794"/>
                </a:lnTo>
                <a:cubicBezTo>
                  <a:pt x="4254291" y="129925"/>
                  <a:pt x="4549927" y="0"/>
                  <a:pt x="4856875" y="0"/>
                </a:cubicBezTo>
                <a:close/>
              </a:path>
            </a:pathLst>
          </a:custGeom>
          <a:gradFill>
            <a:gsLst>
              <a:gs pos="26000">
                <a:srgbClr val="09193C"/>
              </a:gs>
              <a:gs pos="100000">
                <a:srgbClr val="003CA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3"/>
          </a:p>
        </p:txBody>
      </p:sp>
      <p:sp>
        <p:nvSpPr>
          <p:cNvPr id="20" name="Freeform: Shape 19">
            <a:extLst>
              <a:ext uri="{FF2B5EF4-FFF2-40B4-BE49-F238E27FC236}">
                <a16:creationId xmlns:a16="http://schemas.microsoft.com/office/drawing/2014/main" id="{2156E7ED-E596-4DB3-AC2C-2843D3AB5BA8}"/>
              </a:ext>
            </a:extLst>
          </p:cNvPr>
          <p:cNvSpPr/>
          <p:nvPr/>
        </p:nvSpPr>
        <p:spPr>
          <a:xfrm>
            <a:off x="5477859" y="2245417"/>
            <a:ext cx="3666145" cy="2898083"/>
          </a:xfrm>
          <a:custGeom>
            <a:avLst/>
            <a:gdLst>
              <a:gd name="connsiteX0" fmla="*/ 4248543 w 4888193"/>
              <a:gd name="connsiteY0" fmla="*/ 0 h 3864111"/>
              <a:gd name="connsiteX1" fmla="*/ 4888193 w 4888193"/>
              <a:gd name="connsiteY1" fmla="*/ 0 h 3864111"/>
              <a:gd name="connsiteX2" fmla="*/ 4888193 w 4888193"/>
              <a:gd name="connsiteY2" fmla="*/ 3864111 h 3864111"/>
              <a:gd name="connsiteX3" fmla="*/ 0 w 4888193"/>
              <a:gd name="connsiteY3" fmla="*/ 3864111 h 3864111"/>
              <a:gd name="connsiteX4" fmla="*/ 3343188 w 4888193"/>
              <a:gd name="connsiteY4" fmla="*/ 386844 h 3864111"/>
              <a:gd name="connsiteX5" fmla="*/ 4248543 w 4888193"/>
              <a:gd name="connsiteY5" fmla="*/ 0 h 3864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88193" h="3864111">
                <a:moveTo>
                  <a:pt x="4248543" y="0"/>
                </a:moveTo>
                <a:lnTo>
                  <a:pt x="4888193" y="0"/>
                </a:lnTo>
                <a:lnTo>
                  <a:pt x="4888193" y="3864111"/>
                </a:lnTo>
                <a:lnTo>
                  <a:pt x="0" y="3864111"/>
                </a:lnTo>
                <a:lnTo>
                  <a:pt x="3343188" y="386844"/>
                </a:lnTo>
                <a:cubicBezTo>
                  <a:pt x="3591523" y="141661"/>
                  <a:pt x="3913866" y="0"/>
                  <a:pt x="4248543" y="0"/>
                </a:cubicBezTo>
                <a:close/>
              </a:path>
            </a:pathLst>
          </a:custGeom>
          <a:gradFill>
            <a:gsLst>
              <a:gs pos="61000">
                <a:srgbClr val="09193C"/>
              </a:gs>
              <a:gs pos="0">
                <a:srgbClr val="003CA3"/>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3"/>
          </a:p>
        </p:txBody>
      </p:sp>
      <p:sp>
        <p:nvSpPr>
          <p:cNvPr id="14" name="Title 1">
            <a:extLst>
              <a:ext uri="{FF2B5EF4-FFF2-40B4-BE49-F238E27FC236}">
                <a16:creationId xmlns:a16="http://schemas.microsoft.com/office/drawing/2014/main" id="{EC7DE09E-54A6-4A32-AD88-7408F7286AD3}"/>
              </a:ext>
            </a:extLst>
          </p:cNvPr>
          <p:cNvSpPr txBox="1">
            <a:spLocks/>
          </p:cNvSpPr>
          <p:nvPr/>
        </p:nvSpPr>
        <p:spPr>
          <a:xfrm>
            <a:off x="1664858" y="3434842"/>
            <a:ext cx="3002835" cy="15444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id-ID" sz="2000" spc="225" dirty="0">
              <a:latin typeface="+mn-lt"/>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78CDE5D4-BED1-4679-97DB-6E2E6F8D48DB}"/>
              </a:ext>
            </a:extLst>
          </p:cNvPr>
          <p:cNvSpPr txBox="1"/>
          <p:nvPr/>
        </p:nvSpPr>
        <p:spPr>
          <a:xfrm>
            <a:off x="321589" y="473404"/>
            <a:ext cx="6875990" cy="2000548"/>
          </a:xfrm>
          <a:prstGeom prst="rect">
            <a:avLst/>
          </a:prstGeom>
          <a:noFill/>
        </p:spPr>
        <p:txBody>
          <a:bodyPr wrap="square" lIns="91440" tIns="45720" rIns="91440" bIns="45720" rtlCol="0" anchor="t">
            <a:spAutoFit/>
          </a:bodyPr>
          <a:lstStyle/>
          <a:p>
            <a:pPr algn="ctr"/>
            <a:r>
              <a:rPr lang="es-ES" sz="4800" b="1" spc="300" dirty="0">
                <a:latin typeface="Raleway"/>
              </a:rPr>
              <a:t>Artificial </a:t>
            </a:r>
            <a:r>
              <a:rPr lang="es-ES" sz="4800" b="1" spc="300" dirty="0" err="1">
                <a:latin typeface="Raleway"/>
              </a:rPr>
              <a:t>Neuron</a:t>
            </a:r>
            <a:endParaRPr lang="es-ES" sz="4800" b="1" spc="300" dirty="0">
              <a:latin typeface="Raleway"/>
            </a:endParaRPr>
          </a:p>
          <a:p>
            <a:pPr algn="ctr"/>
            <a:endParaRPr lang="es-ES" sz="4800" b="1" spc="300" dirty="0">
              <a:latin typeface="Raleway"/>
            </a:endParaRPr>
          </a:p>
          <a:p>
            <a:pPr algn="ctr"/>
            <a:r>
              <a:rPr lang="es-ES" sz="2800" b="1" spc="300" dirty="0" err="1">
                <a:latin typeface="Raleway"/>
              </a:rPr>
              <a:t>January</a:t>
            </a:r>
            <a:r>
              <a:rPr lang="es-ES" sz="2800" b="1" spc="300" dirty="0">
                <a:latin typeface="Raleway"/>
              </a:rPr>
              <a:t> 2026</a:t>
            </a:r>
          </a:p>
        </p:txBody>
      </p:sp>
    </p:spTree>
    <p:extLst>
      <p:ext uri="{BB962C8B-B14F-4D97-AF65-F5344CB8AC3E}">
        <p14:creationId xmlns:p14="http://schemas.microsoft.com/office/powerpoint/2010/main" val="1433306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8" fill="hold" grpId="0" nodeType="afterEffect" nodePh="1">
                                  <p:stCondLst>
                                    <p:cond delay="0"/>
                                  </p:stCondLst>
                                  <p:endCondLst>
                                    <p:cond evt="begin" delay="0">
                                      <p:tn val="9"/>
                                    </p:cond>
                                  </p:end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par>
                                <p:cTn id="12" presetID="22" presetClass="entr" presetSubtype="2"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right)">
                                      <p:cBhvr>
                                        <p:cTn id="14" dur="500"/>
                                        <p:tgtEl>
                                          <p:spTgt spid="11"/>
                                        </p:tgtEl>
                                      </p:cBhvr>
                                    </p:animEffect>
                                  </p:childTnLst>
                                </p:cTn>
                              </p:par>
                              <p:par>
                                <p:cTn id="15" presetID="22" presetClass="entr" presetSubtype="2"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right)">
                                      <p:cBhvr>
                                        <p:cTn id="17" dur="500"/>
                                        <p:tgtEl>
                                          <p:spTgt spid="20"/>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up)">
                                      <p:cBhvr>
                                        <p:cTn id="2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2" grpId="0" animBg="1"/>
      <p:bldP spid="20" grpId="0" animBg="1"/>
      <p:bldP spid="14" grpId="0"/>
      <p:bldP spid="1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812B0-87F6-84C7-1B57-A2BFEF1CDB32}"/>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5022D1E3-1313-9BB8-AF08-FF8C813234F9}"/>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EC99A055-C22D-BB45-4648-0F33AE28B69F}"/>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C9B4FDB0-B889-6FAA-123D-C925303354AE}"/>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9989BC41-E11F-CF5C-2D7D-8C91102FCDBC}"/>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2A7A5529-7021-BAD2-DAC5-E597EEB05092}"/>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Artificial </a:t>
            </a:r>
            <a:r>
              <a:rPr lang="es-MX" sz="2400" b="1" dirty="0" err="1">
                <a:solidFill>
                  <a:srgbClr val="002060"/>
                </a:solidFill>
                <a:latin typeface="Raleway" pitchFamily="2" charset="0"/>
                <a:ea typeface="+mn-ea"/>
                <a:cs typeface="+mn-cs"/>
              </a:rPr>
              <a:t>Neuron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Perceptron</a:t>
            </a:r>
            <a:r>
              <a:rPr lang="es-MX" sz="2400" b="1" dirty="0">
                <a:solidFill>
                  <a:srgbClr val="002060"/>
                </a:solidFill>
                <a:latin typeface="Raleway" pitchFamily="2" charset="0"/>
                <a:ea typeface="+mn-ea"/>
                <a:cs typeface="+mn-cs"/>
              </a:rPr>
              <a:t>)</a:t>
            </a:r>
          </a:p>
        </p:txBody>
      </p:sp>
      <p:sp>
        <p:nvSpPr>
          <p:cNvPr id="7" name="CuadroTexto 6">
            <a:extLst>
              <a:ext uri="{FF2B5EF4-FFF2-40B4-BE49-F238E27FC236}">
                <a16:creationId xmlns:a16="http://schemas.microsoft.com/office/drawing/2014/main" id="{750663B0-93DF-49E4-5562-61ADD1856452}"/>
              </a:ext>
            </a:extLst>
          </p:cNvPr>
          <p:cNvSpPr txBox="1"/>
          <p:nvPr/>
        </p:nvSpPr>
        <p:spPr>
          <a:xfrm>
            <a:off x="5447489" y="1524608"/>
            <a:ext cx="3547353" cy="1077218"/>
          </a:xfrm>
          <a:prstGeom prst="rect">
            <a:avLst/>
          </a:prstGeom>
          <a:noFill/>
        </p:spPr>
        <p:txBody>
          <a:bodyPr wrap="square" rtlCol="0">
            <a:spAutoFit/>
          </a:bodyPr>
          <a:lstStyle/>
          <a:p>
            <a:pPr algn="just"/>
            <a:r>
              <a:rPr lang="en-US" sz="1600" dirty="0">
                <a:latin typeface="+mj-lt"/>
              </a:rPr>
              <a:t>Then, we introduce non-linearity to the result, , by applying a function called the </a:t>
            </a:r>
            <a:r>
              <a:rPr lang="en-US" sz="1600" b="1" dirty="0">
                <a:latin typeface="+mj-lt"/>
              </a:rPr>
              <a:t>activation</a:t>
            </a:r>
            <a:r>
              <a:rPr lang="en-US" sz="1600" dirty="0">
                <a:latin typeface="+mj-lt"/>
              </a:rPr>
              <a:t> or </a:t>
            </a:r>
            <a:r>
              <a:rPr lang="en-US" sz="1600" b="1" dirty="0">
                <a:latin typeface="+mj-lt"/>
              </a:rPr>
              <a:t>transfer</a:t>
            </a:r>
            <a:r>
              <a:rPr lang="en-US" sz="1600" dirty="0">
                <a:latin typeface="+mj-lt"/>
              </a:rPr>
              <a:t> function. Thus, our output becomes:</a:t>
            </a:r>
            <a:endParaRPr lang="es-MX" sz="1600" dirty="0">
              <a:latin typeface="+mj-lt"/>
            </a:endParaRPr>
          </a:p>
        </p:txBody>
      </p:sp>
      <p:sp>
        <p:nvSpPr>
          <p:cNvPr id="18" name="CuadroTexto 17">
            <a:extLst>
              <a:ext uri="{FF2B5EF4-FFF2-40B4-BE49-F238E27FC236}">
                <a16:creationId xmlns:a16="http://schemas.microsoft.com/office/drawing/2014/main" id="{3FDDAABF-2301-5211-EA11-F8793493018C}"/>
              </a:ext>
            </a:extLst>
          </p:cNvPr>
          <p:cNvSpPr txBox="1"/>
          <p:nvPr/>
        </p:nvSpPr>
        <p:spPr>
          <a:xfrm>
            <a:off x="5447489" y="3179783"/>
            <a:ext cx="3489003" cy="1323439"/>
          </a:xfrm>
          <a:prstGeom prst="rect">
            <a:avLst/>
          </a:prstGeom>
          <a:noFill/>
        </p:spPr>
        <p:txBody>
          <a:bodyPr wrap="square">
            <a:spAutoFit/>
          </a:bodyPr>
          <a:lstStyle/>
          <a:p>
            <a:pPr algn="just"/>
            <a:r>
              <a:rPr lang="en-US" sz="1600" dirty="0">
                <a:latin typeface="+mj-lt"/>
              </a:rPr>
              <a:t>So, a neuron takes the input, </a:t>
            </a:r>
            <a:r>
              <a:rPr lang="en-US" sz="1600" b="1" i="1" dirty="0">
                <a:latin typeface="+mj-lt"/>
              </a:rPr>
              <a:t>x</a:t>
            </a:r>
            <a:r>
              <a:rPr lang="en-US" sz="1600" dirty="0">
                <a:latin typeface="+mj-lt"/>
              </a:rPr>
              <a:t>, multiples it by weights, </a:t>
            </a:r>
            <a:r>
              <a:rPr lang="en-US" sz="1600" b="1" i="1" dirty="0">
                <a:latin typeface="+mj-lt"/>
              </a:rPr>
              <a:t>w</a:t>
            </a:r>
            <a:r>
              <a:rPr lang="en-US" sz="1600" dirty="0">
                <a:latin typeface="+mj-lt"/>
              </a:rPr>
              <a:t>, and adds bias, </a:t>
            </a:r>
            <a:r>
              <a:rPr lang="en-US" sz="1600" b="1" i="1" dirty="0">
                <a:latin typeface="+mj-lt"/>
              </a:rPr>
              <a:t>b</a:t>
            </a:r>
            <a:r>
              <a:rPr lang="en-US" sz="1600" dirty="0">
                <a:latin typeface="+mj-lt"/>
              </a:rPr>
              <a:t>, forms , and then we apply the activation function on and get the output, .</a:t>
            </a:r>
            <a:endParaRPr lang="es-MX" sz="1600" dirty="0">
              <a:latin typeface="+mj-lt"/>
            </a:endParaRPr>
          </a:p>
        </p:txBody>
      </p:sp>
      <p:sp>
        <p:nvSpPr>
          <p:cNvPr id="21" name="CuadroTexto 20">
            <a:extLst>
              <a:ext uri="{FF2B5EF4-FFF2-40B4-BE49-F238E27FC236}">
                <a16:creationId xmlns:a16="http://schemas.microsoft.com/office/drawing/2014/main" id="{0E47CA4C-41D8-B9FA-83C4-7AC03B233DD0}"/>
              </a:ext>
            </a:extLst>
          </p:cNvPr>
          <p:cNvSpPr txBox="1"/>
          <p:nvPr/>
        </p:nvSpPr>
        <p:spPr>
          <a:xfrm>
            <a:off x="372935" y="682625"/>
            <a:ext cx="5074554" cy="830997"/>
          </a:xfrm>
          <a:prstGeom prst="rect">
            <a:avLst/>
          </a:prstGeom>
          <a:noFill/>
        </p:spPr>
        <p:txBody>
          <a:bodyPr wrap="square">
            <a:spAutoFit/>
          </a:bodyPr>
          <a:lstStyle/>
          <a:p>
            <a:pPr algn="just"/>
            <a:r>
              <a:rPr lang="en-US" sz="1600" b="1" dirty="0" err="1">
                <a:latin typeface="+mj-lt"/>
              </a:rPr>
              <a:t>Perceptrons</a:t>
            </a:r>
            <a:r>
              <a:rPr lang="en-US" sz="1600" dirty="0">
                <a:latin typeface="+mj-lt"/>
              </a:rPr>
              <a:t> were invented as simple computational models of neurons. A single neuron typically has many inputs (dendrites), a cell body, and a single output (the axon).</a:t>
            </a:r>
            <a:endParaRPr lang="es-ES" sz="1600" dirty="0">
              <a:latin typeface="+mj-lt"/>
            </a:endParaRPr>
          </a:p>
        </p:txBody>
      </p:sp>
      <p:graphicFrame>
        <p:nvGraphicFramePr>
          <p:cNvPr id="22" name="Objeto 21">
            <a:extLst>
              <a:ext uri="{FF2B5EF4-FFF2-40B4-BE49-F238E27FC236}">
                <a16:creationId xmlns:a16="http://schemas.microsoft.com/office/drawing/2014/main" id="{E2C4CCC8-6323-4113-8437-2452701C2D7A}"/>
              </a:ext>
            </a:extLst>
          </p:cNvPr>
          <p:cNvGraphicFramePr>
            <a:graphicFrameLocks noChangeAspect="1"/>
          </p:cNvGraphicFramePr>
          <p:nvPr/>
        </p:nvGraphicFramePr>
        <p:xfrm>
          <a:off x="588962" y="1732859"/>
          <a:ext cx="4284732" cy="2770363"/>
        </p:xfrm>
        <a:graphic>
          <a:graphicData uri="http://schemas.openxmlformats.org/presentationml/2006/ole">
            <mc:AlternateContent xmlns:mc="http://schemas.openxmlformats.org/markup-compatibility/2006">
              <mc:Choice xmlns:v="urn:schemas-microsoft-com:vml" Requires="v">
                <p:oleObj name="Imagen de mapa de bits" r:id="rId2" imgW="5686560" imgH="3676680" progId="Paint.Picture">
                  <p:embed/>
                </p:oleObj>
              </mc:Choice>
              <mc:Fallback>
                <p:oleObj name="Imagen de mapa de bits" r:id="rId2" imgW="5686560" imgH="3676680" progId="Paint.Picture">
                  <p:embed/>
                  <p:pic>
                    <p:nvPicPr>
                      <p:cNvPr id="22" name="Objeto 21">
                        <a:extLst>
                          <a:ext uri="{FF2B5EF4-FFF2-40B4-BE49-F238E27FC236}">
                            <a16:creationId xmlns:a16="http://schemas.microsoft.com/office/drawing/2014/main" id="{E2C4CCC8-6323-4113-8437-2452701C2D7A}"/>
                          </a:ext>
                        </a:extLst>
                      </p:cNvPr>
                      <p:cNvPicPr/>
                      <p:nvPr/>
                    </p:nvPicPr>
                    <p:blipFill>
                      <a:blip r:embed="rId3"/>
                      <a:stretch>
                        <a:fillRect/>
                      </a:stretch>
                    </p:blipFill>
                    <p:spPr>
                      <a:xfrm>
                        <a:off x="588962" y="1732859"/>
                        <a:ext cx="4284732" cy="2770363"/>
                      </a:xfrm>
                      <a:prstGeom prst="rect">
                        <a:avLst/>
                      </a:prstGeom>
                    </p:spPr>
                  </p:pic>
                </p:oleObj>
              </mc:Fallback>
            </mc:AlternateContent>
          </a:graphicData>
        </a:graphic>
      </p:graphicFrame>
      <p:graphicFrame>
        <p:nvGraphicFramePr>
          <p:cNvPr id="23" name="Objeto 22">
            <a:extLst>
              <a:ext uri="{FF2B5EF4-FFF2-40B4-BE49-F238E27FC236}">
                <a16:creationId xmlns:a16="http://schemas.microsoft.com/office/drawing/2014/main" id="{0A97942B-DF92-72D7-C7F6-9AB65898C635}"/>
              </a:ext>
            </a:extLst>
          </p:cNvPr>
          <p:cNvGraphicFramePr>
            <a:graphicFrameLocks noChangeAspect="1"/>
          </p:cNvGraphicFramePr>
          <p:nvPr/>
        </p:nvGraphicFramePr>
        <p:xfrm>
          <a:off x="6555583" y="1151934"/>
          <a:ext cx="1065132" cy="234956"/>
        </p:xfrm>
        <a:graphic>
          <a:graphicData uri="http://schemas.openxmlformats.org/presentationml/2006/ole">
            <mc:AlternateContent xmlns:mc="http://schemas.openxmlformats.org/markup-compatibility/2006">
              <mc:Choice xmlns:v="urn:schemas-microsoft-com:vml" Requires="v">
                <p:oleObj name="Imagen de mapa de bits" r:id="rId4" imgW="1295280" imgH="285840" progId="Paint.Picture">
                  <p:embed/>
                </p:oleObj>
              </mc:Choice>
              <mc:Fallback>
                <p:oleObj name="Imagen de mapa de bits" r:id="rId4" imgW="1295280" imgH="285840" progId="Paint.Picture">
                  <p:embed/>
                  <p:pic>
                    <p:nvPicPr>
                      <p:cNvPr id="23" name="Objeto 22">
                        <a:extLst>
                          <a:ext uri="{FF2B5EF4-FFF2-40B4-BE49-F238E27FC236}">
                            <a16:creationId xmlns:a16="http://schemas.microsoft.com/office/drawing/2014/main" id="{0A97942B-DF92-72D7-C7F6-9AB65898C635}"/>
                          </a:ext>
                        </a:extLst>
                      </p:cNvPr>
                      <p:cNvPicPr/>
                      <p:nvPr/>
                    </p:nvPicPr>
                    <p:blipFill>
                      <a:blip r:embed="rId5"/>
                      <a:stretch>
                        <a:fillRect/>
                      </a:stretch>
                    </p:blipFill>
                    <p:spPr>
                      <a:xfrm>
                        <a:off x="6555583" y="1151934"/>
                        <a:ext cx="1065132" cy="234956"/>
                      </a:xfrm>
                      <a:prstGeom prst="rect">
                        <a:avLst/>
                      </a:prstGeom>
                    </p:spPr>
                  </p:pic>
                </p:oleObj>
              </mc:Fallback>
            </mc:AlternateContent>
          </a:graphicData>
        </a:graphic>
      </p:graphicFrame>
      <p:graphicFrame>
        <p:nvGraphicFramePr>
          <p:cNvPr id="24" name="Objeto 23">
            <a:extLst>
              <a:ext uri="{FF2B5EF4-FFF2-40B4-BE49-F238E27FC236}">
                <a16:creationId xmlns:a16="http://schemas.microsoft.com/office/drawing/2014/main" id="{6FC59255-F8B9-2FD6-558C-0CE10FBF1C5D}"/>
              </a:ext>
            </a:extLst>
          </p:cNvPr>
          <p:cNvGraphicFramePr>
            <a:graphicFrameLocks noChangeAspect="1"/>
          </p:cNvGraphicFramePr>
          <p:nvPr/>
        </p:nvGraphicFramePr>
        <p:xfrm>
          <a:off x="5601751" y="614299"/>
          <a:ext cx="3297210" cy="305442"/>
        </p:xfrm>
        <a:graphic>
          <a:graphicData uri="http://schemas.openxmlformats.org/presentationml/2006/ole">
            <mc:AlternateContent xmlns:mc="http://schemas.openxmlformats.org/markup-compatibility/2006">
              <mc:Choice xmlns:v="urn:schemas-microsoft-com:vml" Requires="v">
                <p:oleObj name="Imagen de mapa de bits" r:id="rId6" imgW="4010040" imgH="371520" progId="Paint.Picture">
                  <p:embed/>
                </p:oleObj>
              </mc:Choice>
              <mc:Fallback>
                <p:oleObj name="Imagen de mapa de bits" r:id="rId6" imgW="4010040" imgH="371520" progId="Paint.Picture">
                  <p:embed/>
                  <p:pic>
                    <p:nvPicPr>
                      <p:cNvPr id="24" name="Objeto 23">
                        <a:extLst>
                          <a:ext uri="{FF2B5EF4-FFF2-40B4-BE49-F238E27FC236}">
                            <a16:creationId xmlns:a16="http://schemas.microsoft.com/office/drawing/2014/main" id="{6FC59255-F8B9-2FD6-558C-0CE10FBF1C5D}"/>
                          </a:ext>
                        </a:extLst>
                      </p:cNvPr>
                      <p:cNvPicPr/>
                      <p:nvPr/>
                    </p:nvPicPr>
                    <p:blipFill>
                      <a:blip r:embed="rId7"/>
                      <a:stretch>
                        <a:fillRect/>
                      </a:stretch>
                    </p:blipFill>
                    <p:spPr>
                      <a:xfrm>
                        <a:off x="5601751" y="614299"/>
                        <a:ext cx="3297210" cy="305442"/>
                      </a:xfrm>
                      <a:prstGeom prst="rect">
                        <a:avLst/>
                      </a:prstGeom>
                    </p:spPr>
                  </p:pic>
                </p:oleObj>
              </mc:Fallback>
            </mc:AlternateContent>
          </a:graphicData>
        </a:graphic>
      </p:graphicFrame>
      <p:graphicFrame>
        <p:nvGraphicFramePr>
          <p:cNvPr id="25" name="Objeto 24">
            <a:extLst>
              <a:ext uri="{FF2B5EF4-FFF2-40B4-BE49-F238E27FC236}">
                <a16:creationId xmlns:a16="http://schemas.microsoft.com/office/drawing/2014/main" id="{4D83081A-D224-CCEE-D6E8-068E0E713EAE}"/>
              </a:ext>
            </a:extLst>
          </p:cNvPr>
          <p:cNvGraphicFramePr>
            <a:graphicFrameLocks noChangeAspect="1"/>
          </p:cNvGraphicFramePr>
          <p:nvPr/>
        </p:nvGraphicFramePr>
        <p:xfrm>
          <a:off x="6762621" y="2724150"/>
          <a:ext cx="975470" cy="333309"/>
        </p:xfrm>
        <a:graphic>
          <a:graphicData uri="http://schemas.openxmlformats.org/presentationml/2006/ole">
            <mc:AlternateContent xmlns:mc="http://schemas.openxmlformats.org/markup-compatibility/2006">
              <mc:Choice xmlns:v="urn:schemas-microsoft-com:vml" Requires="v">
                <p:oleObj name="Imagen de mapa de bits" r:id="rId8" imgW="1162080" imgH="447840" progId="Paint.Picture">
                  <p:embed/>
                </p:oleObj>
              </mc:Choice>
              <mc:Fallback>
                <p:oleObj name="Imagen de mapa de bits" r:id="rId8" imgW="1162080" imgH="447840" progId="Paint.Picture">
                  <p:embed/>
                  <p:pic>
                    <p:nvPicPr>
                      <p:cNvPr id="25" name="Objeto 24">
                        <a:extLst>
                          <a:ext uri="{FF2B5EF4-FFF2-40B4-BE49-F238E27FC236}">
                            <a16:creationId xmlns:a16="http://schemas.microsoft.com/office/drawing/2014/main" id="{4D83081A-D224-CCEE-D6E8-068E0E713EAE}"/>
                          </a:ext>
                        </a:extLst>
                      </p:cNvPr>
                      <p:cNvPicPr/>
                      <p:nvPr/>
                    </p:nvPicPr>
                    <p:blipFill>
                      <a:blip r:embed="rId9"/>
                      <a:stretch>
                        <a:fillRect/>
                      </a:stretch>
                    </p:blipFill>
                    <p:spPr>
                      <a:xfrm>
                        <a:off x="6762621" y="2724150"/>
                        <a:ext cx="975470" cy="333309"/>
                      </a:xfrm>
                      <a:prstGeom prst="rect">
                        <a:avLst/>
                      </a:prstGeom>
                    </p:spPr>
                  </p:pic>
                </p:oleObj>
              </mc:Fallback>
            </mc:AlternateContent>
          </a:graphicData>
        </a:graphic>
      </p:graphicFrame>
      <p:pic>
        <p:nvPicPr>
          <p:cNvPr id="2" name="Imagen 1">
            <a:extLst>
              <a:ext uri="{FF2B5EF4-FFF2-40B4-BE49-F238E27FC236}">
                <a16:creationId xmlns:a16="http://schemas.microsoft.com/office/drawing/2014/main" id="{ABF87840-1F62-3B7E-E287-9004FC1225CF}"/>
              </a:ext>
            </a:extLst>
          </p:cNvPr>
          <p:cNvPicPr>
            <a:picLocks noChangeAspect="1"/>
          </p:cNvPicPr>
          <p:nvPr/>
        </p:nvPicPr>
        <p:blipFill>
          <a:blip r:embed="rId10"/>
          <a:stretch>
            <a:fillRect/>
          </a:stretch>
        </p:blipFill>
        <p:spPr>
          <a:xfrm>
            <a:off x="4200401" y="3513835"/>
            <a:ext cx="158758" cy="234962"/>
          </a:xfrm>
          <a:prstGeom prst="rect">
            <a:avLst/>
          </a:prstGeom>
        </p:spPr>
      </p:pic>
      <p:pic>
        <p:nvPicPr>
          <p:cNvPr id="3" name="Imagen 2">
            <a:extLst>
              <a:ext uri="{FF2B5EF4-FFF2-40B4-BE49-F238E27FC236}">
                <a16:creationId xmlns:a16="http://schemas.microsoft.com/office/drawing/2014/main" id="{E901361C-202B-70E9-09B0-FB7CB75AAB31}"/>
              </a:ext>
            </a:extLst>
          </p:cNvPr>
          <p:cNvPicPr>
            <a:picLocks noChangeAspect="1"/>
          </p:cNvPicPr>
          <p:nvPr/>
        </p:nvPicPr>
        <p:blipFill>
          <a:blip r:embed="rId10"/>
          <a:stretch>
            <a:fillRect/>
          </a:stretch>
        </p:blipFill>
        <p:spPr>
          <a:xfrm>
            <a:off x="6820385" y="2773323"/>
            <a:ext cx="158758" cy="234962"/>
          </a:xfrm>
          <a:prstGeom prst="rect">
            <a:avLst/>
          </a:prstGeom>
        </p:spPr>
      </p:pic>
    </p:spTree>
    <p:extLst>
      <p:ext uri="{BB962C8B-B14F-4D97-AF65-F5344CB8AC3E}">
        <p14:creationId xmlns:p14="http://schemas.microsoft.com/office/powerpoint/2010/main" val="268863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ítulo 3">
            <a:extLst>
              <a:ext uri="{FF2B5EF4-FFF2-40B4-BE49-F238E27FC236}">
                <a16:creationId xmlns:a16="http://schemas.microsoft.com/office/drawing/2014/main" id="{EFAA74EA-A2B4-FC8E-8EB4-9442AF166D5B}"/>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Artificial </a:t>
            </a:r>
            <a:r>
              <a:rPr lang="es-MX" sz="2400" b="1" dirty="0" err="1">
                <a:solidFill>
                  <a:srgbClr val="002060"/>
                </a:solidFill>
                <a:latin typeface="Raleway" pitchFamily="2" charset="0"/>
                <a:ea typeface="+mn-ea"/>
                <a:cs typeface="+mn-cs"/>
              </a:rPr>
              <a:t>Neuron</a:t>
            </a:r>
            <a:r>
              <a:rPr lang="es-MX" sz="2400" b="1" dirty="0">
                <a:solidFill>
                  <a:srgbClr val="002060"/>
                </a:solidFill>
                <a:latin typeface="Raleway" pitchFamily="2" charset="0"/>
                <a:ea typeface="+mn-ea"/>
                <a:cs typeface="+mn-cs"/>
              </a:rPr>
              <a:t> – Forward </a:t>
            </a:r>
            <a:r>
              <a:rPr lang="es-MX" sz="2400" b="1" dirty="0" err="1">
                <a:solidFill>
                  <a:srgbClr val="002060"/>
                </a:solidFill>
                <a:latin typeface="Raleway" pitchFamily="2" charset="0"/>
                <a:ea typeface="+mn-ea"/>
                <a:cs typeface="+mn-cs"/>
              </a:rPr>
              <a:t>Propagation</a:t>
            </a:r>
            <a:endParaRPr lang="es-MX" sz="2400" b="1" dirty="0">
              <a:solidFill>
                <a:srgbClr val="002060"/>
              </a:solidFill>
              <a:latin typeface="Raleway" pitchFamily="2" charset="0"/>
              <a:ea typeface="+mn-ea"/>
              <a:cs typeface="+mn-cs"/>
            </a:endParaRPr>
          </a:p>
        </p:txBody>
      </p:sp>
      <p:sp>
        <p:nvSpPr>
          <p:cNvPr id="28" name="CuadroTexto 27">
            <a:extLst>
              <a:ext uri="{FF2B5EF4-FFF2-40B4-BE49-F238E27FC236}">
                <a16:creationId xmlns:a16="http://schemas.microsoft.com/office/drawing/2014/main" id="{7561B737-D95E-ADCE-CB09-8333975B5A8E}"/>
              </a:ext>
            </a:extLst>
          </p:cNvPr>
          <p:cNvSpPr txBox="1"/>
          <p:nvPr/>
        </p:nvSpPr>
        <p:spPr>
          <a:xfrm>
            <a:off x="868363" y="503238"/>
            <a:ext cx="7331413" cy="1631216"/>
          </a:xfrm>
          <a:prstGeom prst="rect">
            <a:avLst/>
          </a:prstGeom>
          <a:noFill/>
        </p:spPr>
        <p:txBody>
          <a:bodyPr wrap="square">
            <a:spAutoFit/>
          </a:bodyPr>
          <a:lstStyle/>
          <a:p>
            <a:pPr algn="just"/>
            <a:r>
              <a:rPr lang="en-US" sz="2000" dirty="0">
                <a:latin typeface="+mj-lt"/>
              </a:rPr>
              <a:t>Forward propagation (also known as a forward pass) is the process by which an artificial neuron (or an entire network) transforms input data into an output prediction. It is the "thinking" phase of the neuron, where information flows in a single direction—from the inputs, through the mathematical operations, to the final estimate.</a:t>
            </a:r>
            <a:endParaRPr lang="es-MX" sz="2000" dirty="0">
              <a:latin typeface="+mj-lt"/>
            </a:endParaRPr>
          </a:p>
        </p:txBody>
      </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5339902" y="479695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6" name="Imagen 35">
            <a:extLst>
              <a:ext uri="{FF2B5EF4-FFF2-40B4-BE49-F238E27FC236}">
                <a16:creationId xmlns:a16="http://schemas.microsoft.com/office/drawing/2014/main" id="{E2A9B01E-F695-6D18-63AA-60BEDF6536D6}"/>
              </a:ext>
            </a:extLst>
          </p:cNvPr>
          <p:cNvPicPr>
            <a:picLocks noChangeAspect="1"/>
          </p:cNvPicPr>
          <p:nvPr/>
        </p:nvPicPr>
        <p:blipFill>
          <a:blip r:embed="rId2"/>
          <a:stretch>
            <a:fillRect/>
          </a:stretch>
        </p:blipFill>
        <p:spPr>
          <a:xfrm>
            <a:off x="1049792" y="2390468"/>
            <a:ext cx="4769095" cy="2387723"/>
          </a:xfrm>
          <a:prstGeom prst="rect">
            <a:avLst/>
          </a:prstGeom>
        </p:spPr>
      </p:pic>
      <p:sp>
        <p:nvSpPr>
          <p:cNvPr id="37" name="Flecha: a la derecha 36">
            <a:extLst>
              <a:ext uri="{FF2B5EF4-FFF2-40B4-BE49-F238E27FC236}">
                <a16:creationId xmlns:a16="http://schemas.microsoft.com/office/drawing/2014/main" id="{2B731079-7B78-6C10-4021-AC3491976C5A}"/>
              </a:ext>
            </a:extLst>
          </p:cNvPr>
          <p:cNvSpPr/>
          <p:nvPr/>
        </p:nvSpPr>
        <p:spPr>
          <a:xfrm>
            <a:off x="5991538" y="3454941"/>
            <a:ext cx="382697" cy="1297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mc:AlternateContent xmlns:mc="http://schemas.openxmlformats.org/markup-compatibility/2006">
        <mc:Choice xmlns:a14="http://schemas.microsoft.com/office/drawing/2010/main" Requires="a14">
          <p:sp>
            <p:nvSpPr>
              <p:cNvPr id="40" name="CuadroTexto 39">
                <a:extLst>
                  <a:ext uri="{FF2B5EF4-FFF2-40B4-BE49-F238E27FC236}">
                    <a16:creationId xmlns:a16="http://schemas.microsoft.com/office/drawing/2014/main" id="{3EFD51A6-FD8C-BB29-3CD1-64EE228419AF}"/>
                  </a:ext>
                </a:extLst>
              </p:cNvPr>
              <p:cNvSpPr txBox="1"/>
              <p:nvPr/>
            </p:nvSpPr>
            <p:spPr>
              <a:xfrm>
                <a:off x="2311755" y="3838895"/>
                <a:ext cx="1139362" cy="818301"/>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s-MX" sz="1200" i="1" smtClean="0">
                          <a:latin typeface="Cambria Math" panose="02040503050406030204" pitchFamily="18" charset="0"/>
                        </a:rPr>
                        <m:t>𝑧</m:t>
                      </m:r>
                      <m:r>
                        <a:rPr lang="es-MX" sz="1200" i="0">
                          <a:latin typeface="Cambria Math" panose="02040503050406030204" pitchFamily="18" charset="0"/>
                        </a:rPr>
                        <m:t>=</m:t>
                      </m:r>
                      <m:d>
                        <m:dPr>
                          <m:ctrlPr>
                            <a:rPr lang="es-MX" sz="1200" i="1">
                              <a:latin typeface="Cambria Math" panose="02040503050406030204" pitchFamily="18" charset="0"/>
                            </a:rPr>
                          </m:ctrlPr>
                        </m:dPr>
                        <m:e>
                          <m:sSub>
                            <m:sSubPr>
                              <m:ctrlPr>
                                <a:rPr lang="es-MX" sz="1200" i="1">
                                  <a:solidFill>
                                    <a:srgbClr val="836967"/>
                                  </a:solidFill>
                                  <a:latin typeface="Cambria Math" panose="02040503050406030204" pitchFamily="18" charset="0"/>
                                </a:rPr>
                              </m:ctrlPr>
                            </m:sSubPr>
                            <m:e>
                              <m:r>
                                <a:rPr lang="es-MX" sz="1200" i="1">
                                  <a:latin typeface="Cambria Math" panose="02040503050406030204" pitchFamily="18" charset="0"/>
                                </a:rPr>
                                <m:t>𝑥</m:t>
                              </m:r>
                            </m:e>
                            <m:sub>
                              <m:r>
                                <a:rPr lang="es-MX" sz="1200" i="0">
                                  <a:latin typeface="Cambria Math" panose="02040503050406030204" pitchFamily="18" charset="0"/>
                                </a:rPr>
                                <m:t>1</m:t>
                              </m:r>
                            </m:sub>
                          </m:sSub>
                          <m:sSub>
                            <m:sSubPr>
                              <m:ctrlPr>
                                <a:rPr lang="es-MX" sz="1200" i="1">
                                  <a:solidFill>
                                    <a:srgbClr val="836967"/>
                                  </a:solidFill>
                                  <a:latin typeface="Cambria Math" panose="02040503050406030204" pitchFamily="18" charset="0"/>
                                </a:rPr>
                              </m:ctrlPr>
                            </m:sSubPr>
                            <m:e>
                              <m:r>
                                <a:rPr lang="es-MX" sz="1200" i="1">
                                  <a:latin typeface="Cambria Math" panose="02040503050406030204" pitchFamily="18" charset="0"/>
                                </a:rPr>
                                <m:t>𝑤</m:t>
                              </m:r>
                            </m:e>
                            <m:sub>
                              <m:r>
                                <a:rPr lang="es-MX" sz="1200" i="0">
                                  <a:latin typeface="Cambria Math" panose="02040503050406030204" pitchFamily="18" charset="0"/>
                                </a:rPr>
                                <m:t>1</m:t>
                              </m:r>
                            </m:sub>
                          </m:sSub>
                          <m:r>
                            <a:rPr lang="es-MX" sz="1200" i="0">
                              <a:latin typeface="Cambria Math" panose="02040503050406030204" pitchFamily="18" charset="0"/>
                            </a:rPr>
                            <m:t>+</m:t>
                          </m:r>
                          <m:sSub>
                            <m:sSubPr>
                              <m:ctrlPr>
                                <a:rPr lang="es-MX" sz="1200" i="1">
                                  <a:solidFill>
                                    <a:srgbClr val="836967"/>
                                  </a:solidFill>
                                  <a:latin typeface="Cambria Math" panose="02040503050406030204" pitchFamily="18" charset="0"/>
                                </a:rPr>
                              </m:ctrlPr>
                            </m:sSubPr>
                            <m:e>
                              <m:r>
                                <a:rPr lang="es-MX" sz="1200" i="1">
                                  <a:latin typeface="Cambria Math" panose="02040503050406030204" pitchFamily="18" charset="0"/>
                                </a:rPr>
                                <m:t>𝑥</m:t>
                              </m:r>
                            </m:e>
                            <m:sub>
                              <m:r>
                                <a:rPr lang="es-MX" sz="1200" i="0">
                                  <a:latin typeface="Cambria Math" panose="02040503050406030204" pitchFamily="18" charset="0"/>
                                </a:rPr>
                                <m:t>2</m:t>
                              </m:r>
                            </m:sub>
                          </m:sSub>
                          <m:sSub>
                            <m:sSubPr>
                              <m:ctrlPr>
                                <a:rPr lang="es-MX" sz="1200" i="1">
                                  <a:solidFill>
                                    <a:srgbClr val="836967"/>
                                  </a:solidFill>
                                  <a:latin typeface="Cambria Math" panose="02040503050406030204" pitchFamily="18" charset="0"/>
                                </a:rPr>
                              </m:ctrlPr>
                            </m:sSubPr>
                            <m:e>
                              <m:r>
                                <a:rPr lang="es-MX" sz="1200" i="1">
                                  <a:latin typeface="Cambria Math" panose="02040503050406030204" pitchFamily="18" charset="0"/>
                                </a:rPr>
                                <m:t>𝑤</m:t>
                              </m:r>
                            </m:e>
                            <m:sub>
                              <m:r>
                                <a:rPr lang="es-MX" sz="1200" i="0">
                                  <a:latin typeface="Cambria Math" panose="02040503050406030204" pitchFamily="18" charset="0"/>
                                </a:rPr>
                                <m:t>2</m:t>
                              </m:r>
                            </m:sub>
                          </m:sSub>
                          <m:r>
                            <a:rPr lang="es-MX" sz="1200" i="0">
                              <a:latin typeface="Cambria Math" panose="02040503050406030204" pitchFamily="18" charset="0"/>
                            </a:rPr>
                            <m:t>+</m:t>
                          </m:r>
                          <m:sSub>
                            <m:sSubPr>
                              <m:ctrlPr>
                                <a:rPr lang="es-MX" sz="1200" i="1">
                                  <a:solidFill>
                                    <a:srgbClr val="836967"/>
                                  </a:solidFill>
                                  <a:latin typeface="Cambria Math" panose="02040503050406030204" pitchFamily="18" charset="0"/>
                                </a:rPr>
                              </m:ctrlPr>
                            </m:sSubPr>
                            <m:e>
                              <m:r>
                                <a:rPr lang="es-MX" sz="1200" i="1">
                                  <a:latin typeface="Cambria Math" panose="02040503050406030204" pitchFamily="18" charset="0"/>
                                </a:rPr>
                                <m:t>𝑥</m:t>
                              </m:r>
                            </m:e>
                            <m:sub>
                              <m:r>
                                <a:rPr lang="es-MX" sz="1200" i="0">
                                  <a:latin typeface="Cambria Math" panose="02040503050406030204" pitchFamily="18" charset="0"/>
                                </a:rPr>
                                <m:t>3</m:t>
                              </m:r>
                            </m:sub>
                          </m:sSub>
                          <m:sSub>
                            <m:sSubPr>
                              <m:ctrlPr>
                                <a:rPr lang="es-MX" sz="1200" i="1">
                                  <a:solidFill>
                                    <a:srgbClr val="836967"/>
                                  </a:solidFill>
                                  <a:latin typeface="Cambria Math" panose="02040503050406030204" pitchFamily="18" charset="0"/>
                                </a:rPr>
                              </m:ctrlPr>
                            </m:sSubPr>
                            <m:e>
                              <m:r>
                                <a:rPr lang="es-MX" sz="1200" i="1">
                                  <a:latin typeface="Cambria Math" panose="02040503050406030204" pitchFamily="18" charset="0"/>
                                </a:rPr>
                                <m:t>𝑤</m:t>
                              </m:r>
                            </m:e>
                            <m:sub>
                              <m:r>
                                <a:rPr lang="es-MX" sz="1200" i="0">
                                  <a:latin typeface="Cambria Math" panose="02040503050406030204" pitchFamily="18" charset="0"/>
                                </a:rPr>
                                <m:t>3</m:t>
                              </m:r>
                            </m:sub>
                          </m:sSub>
                        </m:e>
                      </m:d>
                      <m:r>
                        <a:rPr lang="es-MX" sz="1200" i="0">
                          <a:latin typeface="Cambria Math" panose="02040503050406030204" pitchFamily="18" charset="0"/>
                        </a:rPr>
                        <m:t>+</m:t>
                      </m:r>
                      <m:r>
                        <a:rPr lang="es-MX" sz="1200" i="1">
                          <a:latin typeface="Cambria Math" panose="02040503050406030204" pitchFamily="18" charset="0"/>
                        </a:rPr>
                        <m:t>𝑏</m:t>
                      </m:r>
                    </m:oMath>
                  </m:oMathPara>
                </a14:m>
                <a:endParaRPr lang="es-MX" sz="1200" dirty="0"/>
              </a:p>
            </p:txBody>
          </p:sp>
        </mc:Choice>
        <mc:Fallback>
          <p:sp>
            <p:nvSpPr>
              <p:cNvPr id="40" name="CuadroTexto 39">
                <a:extLst>
                  <a:ext uri="{FF2B5EF4-FFF2-40B4-BE49-F238E27FC236}">
                    <a16:creationId xmlns:a16="http://schemas.microsoft.com/office/drawing/2014/main" id="{3EFD51A6-FD8C-BB29-3CD1-64EE228419AF}"/>
                  </a:ext>
                </a:extLst>
              </p:cNvPr>
              <p:cNvSpPr txBox="1">
                <a:spLocks noRot="1" noChangeAspect="1" noMove="1" noResize="1" noEditPoints="1" noAdjustHandles="1" noChangeArrowheads="1" noChangeShapeType="1" noTextEdit="1"/>
              </p:cNvSpPr>
              <p:nvPr/>
            </p:nvSpPr>
            <p:spPr>
              <a:xfrm>
                <a:off x="2311755" y="3838895"/>
                <a:ext cx="1139362" cy="818301"/>
              </a:xfrm>
              <a:prstGeom prst="rect">
                <a:avLst/>
              </a:prstGeom>
              <a:blipFill>
                <a:blip r:embed="rId3"/>
                <a:stretch>
                  <a:fillRect t="-14179" r="-1604" b="-55224"/>
                </a:stretch>
              </a:blipFill>
            </p:spPr>
            <p:txBody>
              <a:bodyPr/>
              <a:lstStyle/>
              <a:p>
                <a:r>
                  <a:rPr lang="es-MX">
                    <a:noFill/>
                  </a:rPr>
                  <a:t> </a:t>
                </a:r>
              </a:p>
            </p:txBody>
          </p:sp>
        </mc:Fallback>
      </mc:AlternateContent>
      <p:sp>
        <p:nvSpPr>
          <p:cNvPr id="41" name="CuadroTexto 40">
            <a:extLst>
              <a:ext uri="{FF2B5EF4-FFF2-40B4-BE49-F238E27FC236}">
                <a16:creationId xmlns:a16="http://schemas.microsoft.com/office/drawing/2014/main" id="{6B6BA69C-9AE1-9E6B-DE91-05C4BF5727C5}"/>
              </a:ext>
            </a:extLst>
          </p:cNvPr>
          <p:cNvSpPr txBox="1"/>
          <p:nvPr/>
        </p:nvSpPr>
        <p:spPr>
          <a:xfrm>
            <a:off x="6546886" y="3131009"/>
            <a:ext cx="1099741" cy="707886"/>
          </a:xfrm>
          <a:prstGeom prst="rect">
            <a:avLst/>
          </a:prstGeom>
          <a:noFill/>
        </p:spPr>
        <p:txBody>
          <a:bodyPr wrap="square" rtlCol="0">
            <a:spAutoFit/>
          </a:bodyPr>
          <a:lstStyle/>
          <a:p>
            <a:pPr algn="ctr"/>
            <a:r>
              <a:rPr lang="es-MX" sz="2000" b="1" dirty="0" err="1">
                <a:latin typeface="Times New Roman" panose="02020603050405020304" pitchFamily="18" charset="0"/>
                <a:cs typeface="Times New Roman" panose="02020603050405020304" pitchFamily="18" charset="0"/>
              </a:rPr>
              <a:t>Other</a:t>
            </a:r>
            <a:r>
              <a:rPr lang="es-MX" sz="2000" b="1" dirty="0">
                <a:latin typeface="Times New Roman" panose="02020603050405020304" pitchFamily="18" charset="0"/>
                <a:cs typeface="Times New Roman" panose="02020603050405020304" pitchFamily="18" charset="0"/>
              </a:rPr>
              <a:t> </a:t>
            </a:r>
            <a:r>
              <a:rPr lang="es-MX" sz="2000" b="1" dirty="0" err="1">
                <a:latin typeface="Times New Roman" panose="02020603050405020304" pitchFamily="18" charset="0"/>
                <a:cs typeface="Times New Roman" panose="02020603050405020304" pitchFamily="18" charset="0"/>
              </a:rPr>
              <a:t>Neuron</a:t>
            </a:r>
            <a:endParaRPr lang="es-MX"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5447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7" name="Título 3">
            <a:extLst>
              <a:ext uri="{FF2B5EF4-FFF2-40B4-BE49-F238E27FC236}">
                <a16:creationId xmlns:a16="http://schemas.microsoft.com/office/drawing/2014/main" id="{EFAA74EA-A2B4-FC8E-8EB4-9442AF166D5B}"/>
              </a:ext>
            </a:extLst>
          </p:cNvPr>
          <p:cNvSpPr>
            <a:spLocks noGrp="1"/>
          </p:cNvSpPr>
          <p:nvPr>
            <p:ph type="title"/>
          </p:nvPr>
        </p:nvSpPr>
        <p:spPr>
          <a:xfrm>
            <a:off x="1049792" y="-253558"/>
            <a:ext cx="7886700" cy="994172"/>
          </a:xfrm>
        </p:spPr>
        <p:txBody>
          <a:bodyPr>
            <a:normAutofit/>
          </a:bodyPr>
          <a:lstStyle/>
          <a:p>
            <a:r>
              <a:rPr lang="es-MX" sz="2400" b="1" dirty="0">
                <a:solidFill>
                  <a:srgbClr val="002060"/>
                </a:solidFill>
                <a:latin typeface="Raleway" pitchFamily="2" charset="0"/>
                <a:ea typeface="+mn-ea"/>
                <a:cs typeface="+mn-cs"/>
              </a:rPr>
              <a:t>Artificial </a:t>
            </a:r>
            <a:r>
              <a:rPr lang="es-MX" sz="2400" b="1" dirty="0" err="1">
                <a:solidFill>
                  <a:srgbClr val="002060"/>
                </a:solidFill>
                <a:latin typeface="Raleway" pitchFamily="2" charset="0"/>
                <a:ea typeface="+mn-ea"/>
                <a:cs typeface="+mn-cs"/>
              </a:rPr>
              <a:t>Neuron</a:t>
            </a:r>
            <a:r>
              <a:rPr lang="es-MX" sz="2400" b="1" dirty="0">
                <a:solidFill>
                  <a:srgbClr val="002060"/>
                </a:solidFill>
                <a:latin typeface="Raleway" pitchFamily="2" charset="0"/>
                <a:ea typeface="+mn-ea"/>
                <a:cs typeface="+mn-cs"/>
              </a:rPr>
              <a:t> – </a:t>
            </a:r>
            <a:r>
              <a:rPr lang="es-MX" sz="2400" b="1" dirty="0" err="1">
                <a:solidFill>
                  <a:srgbClr val="002060"/>
                </a:solidFill>
                <a:latin typeface="Raleway" pitchFamily="2" charset="0"/>
                <a:ea typeface="+mn-ea"/>
                <a:cs typeface="+mn-cs"/>
              </a:rPr>
              <a:t>Backward</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Propagation</a:t>
            </a:r>
            <a:endParaRPr lang="es-MX" sz="2400" b="1" dirty="0">
              <a:solidFill>
                <a:srgbClr val="002060"/>
              </a:solidFill>
              <a:latin typeface="Raleway" pitchFamily="2" charset="0"/>
              <a:ea typeface="+mn-ea"/>
              <a:cs typeface="+mn-cs"/>
            </a:endParaRPr>
          </a:p>
        </p:txBody>
      </p:sp>
      <p:sp>
        <p:nvSpPr>
          <p:cNvPr id="28" name="CuadroTexto 27">
            <a:extLst>
              <a:ext uri="{FF2B5EF4-FFF2-40B4-BE49-F238E27FC236}">
                <a16:creationId xmlns:a16="http://schemas.microsoft.com/office/drawing/2014/main" id="{7561B737-D95E-ADCE-CB09-8333975B5A8E}"/>
              </a:ext>
            </a:extLst>
          </p:cNvPr>
          <p:cNvSpPr txBox="1"/>
          <p:nvPr/>
        </p:nvSpPr>
        <p:spPr>
          <a:xfrm>
            <a:off x="868363" y="650288"/>
            <a:ext cx="7331413" cy="1631216"/>
          </a:xfrm>
          <a:prstGeom prst="rect">
            <a:avLst/>
          </a:prstGeom>
          <a:noFill/>
        </p:spPr>
        <p:txBody>
          <a:bodyPr wrap="square">
            <a:spAutoFit/>
          </a:bodyPr>
          <a:lstStyle/>
          <a:p>
            <a:pPr algn="just"/>
            <a:r>
              <a:rPr lang="en-US" sz="2000" dirty="0">
                <a:latin typeface="+mj-lt"/>
              </a:rPr>
              <a:t>Backward propagation (or backpropagation) is the "learning" phase of an artificial neuron. While forward propagation calculates a prediction, backpropagation goes in the reverse direction to figure out exactly how much each weight and bias contributed to the prediction error.</a:t>
            </a:r>
            <a:endParaRPr lang="es-MX" sz="2000" dirty="0">
              <a:latin typeface="+mj-lt"/>
            </a:endParaRPr>
          </a:p>
        </p:txBody>
      </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5234334" y="46879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Imagen 10">
            <a:extLst>
              <a:ext uri="{FF2B5EF4-FFF2-40B4-BE49-F238E27FC236}">
                <a16:creationId xmlns:a16="http://schemas.microsoft.com/office/drawing/2014/main" id="{DAF4DD3B-B934-4F6F-3309-AA15A8263C07}"/>
              </a:ext>
            </a:extLst>
          </p:cNvPr>
          <p:cNvPicPr>
            <a:picLocks noChangeAspect="1"/>
          </p:cNvPicPr>
          <p:nvPr/>
        </p:nvPicPr>
        <p:blipFill>
          <a:blip r:embed="rId2"/>
          <a:stretch>
            <a:fillRect/>
          </a:stretch>
        </p:blipFill>
        <p:spPr>
          <a:xfrm>
            <a:off x="6479784" y="3172691"/>
            <a:ext cx="1657435" cy="476274"/>
          </a:xfrm>
          <a:prstGeom prst="rect">
            <a:avLst/>
          </a:prstGeom>
        </p:spPr>
      </p:pic>
      <p:sp>
        <p:nvSpPr>
          <p:cNvPr id="25" name="CuadroTexto 24">
            <a:extLst>
              <a:ext uri="{FF2B5EF4-FFF2-40B4-BE49-F238E27FC236}">
                <a16:creationId xmlns:a16="http://schemas.microsoft.com/office/drawing/2014/main" id="{DBD13DBF-152E-4431-48BD-2482D36FE3D2}"/>
              </a:ext>
            </a:extLst>
          </p:cNvPr>
          <p:cNvSpPr txBox="1"/>
          <p:nvPr/>
        </p:nvSpPr>
        <p:spPr>
          <a:xfrm>
            <a:off x="7131091" y="2769932"/>
            <a:ext cx="640165" cy="369332"/>
          </a:xfrm>
          <a:prstGeom prst="rect">
            <a:avLst/>
          </a:prstGeom>
          <a:noFill/>
        </p:spPr>
        <p:txBody>
          <a:bodyPr wrap="square" rtlCol="0">
            <a:spAutoFit/>
          </a:bodyPr>
          <a:lstStyle/>
          <a:p>
            <a:r>
              <a:rPr lang="es-MX" b="1" dirty="0"/>
              <a:t>MSE</a:t>
            </a:r>
          </a:p>
        </p:txBody>
      </p:sp>
      <p:pic>
        <p:nvPicPr>
          <p:cNvPr id="36" name="Imagen 35">
            <a:extLst>
              <a:ext uri="{FF2B5EF4-FFF2-40B4-BE49-F238E27FC236}">
                <a16:creationId xmlns:a16="http://schemas.microsoft.com/office/drawing/2014/main" id="{E2A9B01E-F695-6D18-63AA-60BEDF6536D6}"/>
              </a:ext>
            </a:extLst>
          </p:cNvPr>
          <p:cNvPicPr>
            <a:picLocks noChangeAspect="1"/>
          </p:cNvPicPr>
          <p:nvPr/>
        </p:nvPicPr>
        <p:blipFill>
          <a:blip r:embed="rId3"/>
          <a:stretch>
            <a:fillRect/>
          </a:stretch>
        </p:blipFill>
        <p:spPr>
          <a:xfrm>
            <a:off x="944224" y="2281504"/>
            <a:ext cx="4769095" cy="2387723"/>
          </a:xfrm>
          <a:prstGeom prst="rect">
            <a:avLst/>
          </a:prstGeom>
        </p:spPr>
      </p:pic>
      <p:sp>
        <p:nvSpPr>
          <p:cNvPr id="37" name="Flecha: a la derecha 36">
            <a:extLst>
              <a:ext uri="{FF2B5EF4-FFF2-40B4-BE49-F238E27FC236}">
                <a16:creationId xmlns:a16="http://schemas.microsoft.com/office/drawing/2014/main" id="{2B731079-7B78-6C10-4021-AC3491976C5A}"/>
              </a:ext>
            </a:extLst>
          </p:cNvPr>
          <p:cNvSpPr/>
          <p:nvPr/>
        </p:nvSpPr>
        <p:spPr>
          <a:xfrm>
            <a:off x="5885970" y="3345977"/>
            <a:ext cx="382697" cy="1297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mc:AlternateContent xmlns:mc="http://schemas.openxmlformats.org/markup-compatibility/2006">
        <mc:Choice xmlns:a14="http://schemas.microsoft.com/office/drawing/2010/main" Requires="a14">
          <p:sp>
            <p:nvSpPr>
              <p:cNvPr id="40" name="CuadroTexto 39">
                <a:extLst>
                  <a:ext uri="{FF2B5EF4-FFF2-40B4-BE49-F238E27FC236}">
                    <a16:creationId xmlns:a16="http://schemas.microsoft.com/office/drawing/2014/main" id="{3EFD51A6-FD8C-BB29-3CD1-64EE228419AF}"/>
                  </a:ext>
                </a:extLst>
              </p:cNvPr>
              <p:cNvSpPr txBox="1"/>
              <p:nvPr/>
            </p:nvSpPr>
            <p:spPr>
              <a:xfrm>
                <a:off x="2206187" y="3729931"/>
                <a:ext cx="1139362" cy="818301"/>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s-MX" sz="1200" i="1" smtClean="0">
                          <a:latin typeface="Cambria Math" panose="02040503050406030204" pitchFamily="18" charset="0"/>
                        </a:rPr>
                        <m:t>𝑧</m:t>
                      </m:r>
                      <m:r>
                        <a:rPr lang="es-MX" sz="1200" i="0">
                          <a:latin typeface="Cambria Math" panose="02040503050406030204" pitchFamily="18" charset="0"/>
                        </a:rPr>
                        <m:t>=</m:t>
                      </m:r>
                      <m:d>
                        <m:dPr>
                          <m:ctrlPr>
                            <a:rPr lang="es-MX" sz="1200" i="1">
                              <a:latin typeface="Cambria Math" panose="02040503050406030204" pitchFamily="18" charset="0"/>
                            </a:rPr>
                          </m:ctrlPr>
                        </m:dPr>
                        <m:e>
                          <m:sSub>
                            <m:sSubPr>
                              <m:ctrlPr>
                                <a:rPr lang="es-MX" sz="1200" i="1">
                                  <a:solidFill>
                                    <a:srgbClr val="836967"/>
                                  </a:solidFill>
                                  <a:latin typeface="Cambria Math" panose="02040503050406030204" pitchFamily="18" charset="0"/>
                                </a:rPr>
                              </m:ctrlPr>
                            </m:sSubPr>
                            <m:e>
                              <m:r>
                                <a:rPr lang="es-MX" sz="1200" i="1">
                                  <a:latin typeface="Cambria Math" panose="02040503050406030204" pitchFamily="18" charset="0"/>
                                </a:rPr>
                                <m:t>𝑥</m:t>
                              </m:r>
                            </m:e>
                            <m:sub>
                              <m:r>
                                <a:rPr lang="es-MX" sz="1200" i="0">
                                  <a:latin typeface="Cambria Math" panose="02040503050406030204" pitchFamily="18" charset="0"/>
                                </a:rPr>
                                <m:t>1</m:t>
                              </m:r>
                            </m:sub>
                          </m:sSub>
                          <m:sSub>
                            <m:sSubPr>
                              <m:ctrlPr>
                                <a:rPr lang="es-MX" sz="1200" i="1">
                                  <a:solidFill>
                                    <a:srgbClr val="836967"/>
                                  </a:solidFill>
                                  <a:latin typeface="Cambria Math" panose="02040503050406030204" pitchFamily="18" charset="0"/>
                                </a:rPr>
                              </m:ctrlPr>
                            </m:sSubPr>
                            <m:e>
                              <m:r>
                                <a:rPr lang="es-MX" sz="1200" i="1">
                                  <a:latin typeface="Cambria Math" panose="02040503050406030204" pitchFamily="18" charset="0"/>
                                </a:rPr>
                                <m:t>𝑤</m:t>
                              </m:r>
                            </m:e>
                            <m:sub>
                              <m:r>
                                <a:rPr lang="es-MX" sz="1200" i="0">
                                  <a:latin typeface="Cambria Math" panose="02040503050406030204" pitchFamily="18" charset="0"/>
                                </a:rPr>
                                <m:t>1</m:t>
                              </m:r>
                            </m:sub>
                          </m:sSub>
                          <m:r>
                            <a:rPr lang="es-MX" sz="1200" i="0">
                              <a:latin typeface="Cambria Math" panose="02040503050406030204" pitchFamily="18" charset="0"/>
                            </a:rPr>
                            <m:t>+</m:t>
                          </m:r>
                          <m:sSub>
                            <m:sSubPr>
                              <m:ctrlPr>
                                <a:rPr lang="es-MX" sz="1200" i="1">
                                  <a:solidFill>
                                    <a:srgbClr val="836967"/>
                                  </a:solidFill>
                                  <a:latin typeface="Cambria Math" panose="02040503050406030204" pitchFamily="18" charset="0"/>
                                </a:rPr>
                              </m:ctrlPr>
                            </m:sSubPr>
                            <m:e>
                              <m:r>
                                <a:rPr lang="es-MX" sz="1200" i="1">
                                  <a:latin typeface="Cambria Math" panose="02040503050406030204" pitchFamily="18" charset="0"/>
                                </a:rPr>
                                <m:t>𝑥</m:t>
                              </m:r>
                            </m:e>
                            <m:sub>
                              <m:r>
                                <a:rPr lang="es-MX" sz="1200" i="0">
                                  <a:latin typeface="Cambria Math" panose="02040503050406030204" pitchFamily="18" charset="0"/>
                                </a:rPr>
                                <m:t>2</m:t>
                              </m:r>
                            </m:sub>
                          </m:sSub>
                          <m:sSub>
                            <m:sSubPr>
                              <m:ctrlPr>
                                <a:rPr lang="es-MX" sz="1200" i="1">
                                  <a:solidFill>
                                    <a:srgbClr val="836967"/>
                                  </a:solidFill>
                                  <a:latin typeface="Cambria Math" panose="02040503050406030204" pitchFamily="18" charset="0"/>
                                </a:rPr>
                              </m:ctrlPr>
                            </m:sSubPr>
                            <m:e>
                              <m:r>
                                <a:rPr lang="es-MX" sz="1200" i="1">
                                  <a:latin typeface="Cambria Math" panose="02040503050406030204" pitchFamily="18" charset="0"/>
                                </a:rPr>
                                <m:t>𝑤</m:t>
                              </m:r>
                            </m:e>
                            <m:sub>
                              <m:r>
                                <a:rPr lang="es-MX" sz="1200" i="0">
                                  <a:latin typeface="Cambria Math" panose="02040503050406030204" pitchFamily="18" charset="0"/>
                                </a:rPr>
                                <m:t>2</m:t>
                              </m:r>
                            </m:sub>
                          </m:sSub>
                          <m:r>
                            <a:rPr lang="es-MX" sz="1200" i="0">
                              <a:latin typeface="Cambria Math" panose="02040503050406030204" pitchFamily="18" charset="0"/>
                            </a:rPr>
                            <m:t>+</m:t>
                          </m:r>
                          <m:sSub>
                            <m:sSubPr>
                              <m:ctrlPr>
                                <a:rPr lang="es-MX" sz="1200" i="1">
                                  <a:solidFill>
                                    <a:srgbClr val="836967"/>
                                  </a:solidFill>
                                  <a:latin typeface="Cambria Math" panose="02040503050406030204" pitchFamily="18" charset="0"/>
                                </a:rPr>
                              </m:ctrlPr>
                            </m:sSubPr>
                            <m:e>
                              <m:r>
                                <a:rPr lang="es-MX" sz="1200" i="1">
                                  <a:latin typeface="Cambria Math" panose="02040503050406030204" pitchFamily="18" charset="0"/>
                                </a:rPr>
                                <m:t>𝑥</m:t>
                              </m:r>
                            </m:e>
                            <m:sub>
                              <m:r>
                                <a:rPr lang="es-MX" sz="1200" i="0">
                                  <a:latin typeface="Cambria Math" panose="02040503050406030204" pitchFamily="18" charset="0"/>
                                </a:rPr>
                                <m:t>3</m:t>
                              </m:r>
                            </m:sub>
                          </m:sSub>
                          <m:sSub>
                            <m:sSubPr>
                              <m:ctrlPr>
                                <a:rPr lang="es-MX" sz="1200" i="1">
                                  <a:solidFill>
                                    <a:srgbClr val="836967"/>
                                  </a:solidFill>
                                  <a:latin typeface="Cambria Math" panose="02040503050406030204" pitchFamily="18" charset="0"/>
                                </a:rPr>
                              </m:ctrlPr>
                            </m:sSubPr>
                            <m:e>
                              <m:r>
                                <a:rPr lang="es-MX" sz="1200" i="1">
                                  <a:latin typeface="Cambria Math" panose="02040503050406030204" pitchFamily="18" charset="0"/>
                                </a:rPr>
                                <m:t>𝑤</m:t>
                              </m:r>
                            </m:e>
                            <m:sub>
                              <m:r>
                                <a:rPr lang="es-MX" sz="1200" i="0">
                                  <a:latin typeface="Cambria Math" panose="02040503050406030204" pitchFamily="18" charset="0"/>
                                </a:rPr>
                                <m:t>3</m:t>
                              </m:r>
                            </m:sub>
                          </m:sSub>
                        </m:e>
                      </m:d>
                      <m:r>
                        <a:rPr lang="es-MX" sz="1200" i="0">
                          <a:latin typeface="Cambria Math" panose="02040503050406030204" pitchFamily="18" charset="0"/>
                        </a:rPr>
                        <m:t>+</m:t>
                      </m:r>
                      <m:r>
                        <a:rPr lang="es-MX" sz="1200" i="1">
                          <a:latin typeface="Cambria Math" panose="02040503050406030204" pitchFamily="18" charset="0"/>
                        </a:rPr>
                        <m:t>𝑏</m:t>
                      </m:r>
                    </m:oMath>
                  </m:oMathPara>
                </a14:m>
                <a:endParaRPr lang="es-MX" sz="1200" dirty="0"/>
              </a:p>
            </p:txBody>
          </p:sp>
        </mc:Choice>
        <mc:Fallback>
          <p:sp>
            <p:nvSpPr>
              <p:cNvPr id="40" name="CuadroTexto 39">
                <a:extLst>
                  <a:ext uri="{FF2B5EF4-FFF2-40B4-BE49-F238E27FC236}">
                    <a16:creationId xmlns:a16="http://schemas.microsoft.com/office/drawing/2014/main" id="{3EFD51A6-FD8C-BB29-3CD1-64EE228419AF}"/>
                  </a:ext>
                </a:extLst>
              </p:cNvPr>
              <p:cNvSpPr txBox="1">
                <a:spLocks noRot="1" noChangeAspect="1" noMove="1" noResize="1" noEditPoints="1" noAdjustHandles="1" noChangeArrowheads="1" noChangeShapeType="1" noTextEdit="1"/>
              </p:cNvSpPr>
              <p:nvPr/>
            </p:nvSpPr>
            <p:spPr>
              <a:xfrm>
                <a:off x="2206187" y="3729931"/>
                <a:ext cx="1139362" cy="818301"/>
              </a:xfrm>
              <a:prstGeom prst="rect">
                <a:avLst/>
              </a:prstGeom>
              <a:blipFill>
                <a:blip r:embed="rId4"/>
                <a:stretch>
                  <a:fillRect t="-14179" r="-1070" b="-55224"/>
                </a:stretch>
              </a:blipFill>
            </p:spPr>
            <p:txBody>
              <a:bodyPr/>
              <a:lstStyle/>
              <a:p>
                <a:r>
                  <a:rPr lang="es-MX">
                    <a:noFill/>
                  </a:rPr>
                  <a:t> </a:t>
                </a:r>
              </a:p>
            </p:txBody>
          </p:sp>
        </mc:Fallback>
      </mc:AlternateContent>
    </p:spTree>
    <p:extLst>
      <p:ext uri="{BB962C8B-B14F-4D97-AF65-F5344CB8AC3E}">
        <p14:creationId xmlns:p14="http://schemas.microsoft.com/office/powerpoint/2010/main" val="4167781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does</a:t>
            </a:r>
            <a:r>
              <a:rPr lang="es-MX" sz="2400" b="1" dirty="0">
                <a:solidFill>
                  <a:srgbClr val="002060"/>
                </a:solidFill>
                <a:latin typeface="Raleway" pitchFamily="2" charset="0"/>
                <a:ea typeface="+mn-ea"/>
                <a:cs typeface="+mn-cs"/>
              </a:rPr>
              <a:t> ANN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br>
              <a:rPr lang="en-US" sz="1800" b="1" dirty="0">
                <a:latin typeface="+mj-lt"/>
              </a:rPr>
            </a:br>
            <a:endParaRPr lang="es-MX" sz="2400" b="1" dirty="0">
              <a:solidFill>
                <a:srgbClr val="002060"/>
              </a:solidFill>
              <a:latin typeface="Raleway" pitchFamily="2" charset="0"/>
              <a:ea typeface="+mn-ea"/>
              <a:cs typeface="+mn-cs"/>
            </a:endParaRPr>
          </a:p>
        </p:txBody>
      </p:sp>
      <p:sp>
        <p:nvSpPr>
          <p:cNvPr id="7" name="CuadroTexto 6">
            <a:extLst>
              <a:ext uri="{FF2B5EF4-FFF2-40B4-BE49-F238E27FC236}">
                <a16:creationId xmlns:a16="http://schemas.microsoft.com/office/drawing/2014/main" id="{AD0893A6-DC6C-7384-23A2-34176D782982}"/>
              </a:ext>
            </a:extLst>
          </p:cNvPr>
          <p:cNvSpPr txBox="1"/>
          <p:nvPr/>
        </p:nvSpPr>
        <p:spPr>
          <a:xfrm>
            <a:off x="455109" y="826993"/>
            <a:ext cx="8538582" cy="2862322"/>
          </a:xfrm>
          <a:prstGeom prst="rect">
            <a:avLst/>
          </a:prstGeom>
          <a:noFill/>
        </p:spPr>
        <p:txBody>
          <a:bodyPr wrap="square">
            <a:spAutoFit/>
          </a:bodyPr>
          <a:lstStyle/>
          <a:p>
            <a:pPr algn="just"/>
            <a:r>
              <a:rPr lang="en-US" sz="2000" dirty="0">
                <a:latin typeface="+mj-lt"/>
              </a:rPr>
              <a:t>We define a new function called the </a:t>
            </a:r>
            <a:r>
              <a:rPr lang="en-US" sz="2000" b="1" dirty="0">
                <a:latin typeface="+mj-lt"/>
              </a:rPr>
              <a:t>cost function (</a:t>
            </a:r>
            <a:r>
              <a:rPr lang="en-US" sz="2000" b="1" i="1" dirty="0">
                <a:latin typeface="+mj-lt"/>
              </a:rPr>
              <a:t>J</a:t>
            </a:r>
            <a:r>
              <a:rPr lang="en-US" sz="2000" b="1" dirty="0">
                <a:latin typeface="+mj-lt"/>
              </a:rPr>
              <a:t>)</a:t>
            </a:r>
            <a:r>
              <a:rPr lang="en-US" sz="2000" dirty="0">
                <a:latin typeface="+mj-lt"/>
              </a:rPr>
              <a:t>, also known as the </a:t>
            </a:r>
            <a:r>
              <a:rPr lang="en-US" sz="2000" b="1" dirty="0">
                <a:latin typeface="+mj-lt"/>
              </a:rPr>
              <a:t>loss function (</a:t>
            </a:r>
            <a:r>
              <a:rPr lang="en-US" sz="2000" b="1" i="1" dirty="0">
                <a:latin typeface="+mj-lt"/>
              </a:rPr>
              <a:t>L</a:t>
            </a:r>
            <a:r>
              <a:rPr lang="en-US" sz="2000" b="1" dirty="0">
                <a:latin typeface="+mj-lt"/>
              </a:rPr>
              <a:t>)</a:t>
            </a:r>
            <a:r>
              <a:rPr lang="en-US" sz="2000" dirty="0">
                <a:latin typeface="+mj-lt"/>
              </a:rPr>
              <a:t>, which tells us how well our neural network is performing. If the cost or loss is very high, then it means that our network is not predicting the correct output. So, our objective is to minimize the cost function so that our neural network predictions will be better. How can we minimize the cost function? That is, how can we minimize the loss/cost? We learned that the neural network makes predictions using forward propagation. So, if we can change some values in the forward propagation, we can predict the correct output and minimize the loss.</a:t>
            </a:r>
            <a:endParaRPr lang="es-MX" sz="2000" dirty="0">
              <a:latin typeface="+mj-lt"/>
            </a:endParaRPr>
          </a:p>
          <a:p>
            <a:pPr algn="just"/>
            <a:endParaRPr lang="es-MX" sz="2000" dirty="0">
              <a:latin typeface="+mj-lt"/>
            </a:endParaRPr>
          </a:p>
        </p:txBody>
      </p:sp>
    </p:spTree>
    <p:extLst>
      <p:ext uri="{BB962C8B-B14F-4D97-AF65-F5344CB8AC3E}">
        <p14:creationId xmlns:p14="http://schemas.microsoft.com/office/powerpoint/2010/main" val="309411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r>
              <a:rPr lang="es-MX" sz="2400" b="1" dirty="0" err="1">
                <a:solidFill>
                  <a:srgbClr val="002060"/>
                </a:solidFill>
                <a:latin typeface="Raleway" pitchFamily="2" charset="0"/>
                <a:ea typeface="+mn-ea"/>
                <a:cs typeface="+mn-cs"/>
              </a:rPr>
              <a:t>Loss</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Function</a:t>
            </a:r>
            <a:r>
              <a:rPr lang="es-MX" sz="2400" b="1" dirty="0">
                <a:solidFill>
                  <a:srgbClr val="002060"/>
                </a:solidFill>
                <a:latin typeface="Raleway" pitchFamily="2" charset="0"/>
                <a:ea typeface="+mn-ea"/>
                <a:cs typeface="+mn-cs"/>
              </a:rPr>
              <a:t> (Mean </a:t>
            </a:r>
            <a:r>
              <a:rPr lang="es-MX" sz="2400" b="1" dirty="0" err="1">
                <a:solidFill>
                  <a:srgbClr val="002060"/>
                </a:solidFill>
                <a:latin typeface="Raleway" pitchFamily="2" charset="0"/>
                <a:ea typeface="+mn-ea"/>
                <a:cs typeface="+mn-cs"/>
              </a:rPr>
              <a:t>Squared</a:t>
            </a:r>
            <a:r>
              <a:rPr lang="es-MX" sz="2400" b="1" dirty="0">
                <a:solidFill>
                  <a:srgbClr val="002060"/>
                </a:solidFill>
                <a:latin typeface="Raleway" pitchFamily="2" charset="0"/>
                <a:ea typeface="+mn-ea"/>
                <a:cs typeface="+mn-cs"/>
              </a:rPr>
              <a:t> Error, Mean Absolute Error)</a:t>
            </a: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sp>
        <p:nvSpPr>
          <p:cNvPr id="2" name="CuadroTexto 1">
            <a:extLst>
              <a:ext uri="{FF2B5EF4-FFF2-40B4-BE49-F238E27FC236}">
                <a16:creationId xmlns:a16="http://schemas.microsoft.com/office/drawing/2014/main" id="{77FBB68A-6CF3-6C98-D6A7-F6D1FE4A52F7}"/>
              </a:ext>
            </a:extLst>
          </p:cNvPr>
          <p:cNvSpPr txBox="1"/>
          <p:nvPr/>
        </p:nvSpPr>
        <p:spPr>
          <a:xfrm>
            <a:off x="632699" y="515597"/>
            <a:ext cx="8183402" cy="1015663"/>
          </a:xfrm>
          <a:prstGeom prst="rect">
            <a:avLst/>
          </a:prstGeom>
          <a:noFill/>
        </p:spPr>
        <p:txBody>
          <a:bodyPr wrap="square">
            <a:spAutoFit/>
          </a:bodyPr>
          <a:lstStyle/>
          <a:p>
            <a:pPr algn="just"/>
            <a:r>
              <a:rPr lang="en-US" sz="2000" dirty="0">
                <a:latin typeface="+mj-lt"/>
              </a:rPr>
              <a:t>This function is defined as the mean of the squared difference between the actual output and the predicted output. It is used when you want your neural network to predict a continuous scalar value</a:t>
            </a:r>
            <a:endParaRPr lang="es-ES" sz="2000" dirty="0">
              <a:latin typeface="+mj-lt"/>
            </a:endParaRPr>
          </a:p>
        </p:txBody>
      </p:sp>
      <p:grpSp>
        <p:nvGrpSpPr>
          <p:cNvPr id="3" name="Grupo 2">
            <a:extLst>
              <a:ext uri="{FF2B5EF4-FFF2-40B4-BE49-F238E27FC236}">
                <a16:creationId xmlns:a16="http://schemas.microsoft.com/office/drawing/2014/main" id="{5FA452A4-3060-0300-9619-EA09C76B8ED8}"/>
              </a:ext>
            </a:extLst>
          </p:cNvPr>
          <p:cNvGrpSpPr/>
          <p:nvPr/>
        </p:nvGrpSpPr>
        <p:grpSpPr>
          <a:xfrm>
            <a:off x="1244811" y="1543619"/>
            <a:ext cx="6654377" cy="3100944"/>
            <a:chOff x="1297940" y="3139121"/>
            <a:chExt cx="7024687" cy="3244349"/>
          </a:xfrm>
        </p:grpSpPr>
        <p:pic>
          <p:nvPicPr>
            <p:cNvPr id="4" name="Imagen 3">
              <a:extLst>
                <a:ext uri="{FF2B5EF4-FFF2-40B4-BE49-F238E27FC236}">
                  <a16:creationId xmlns:a16="http://schemas.microsoft.com/office/drawing/2014/main" id="{9314C14E-1D5C-5B0D-1ACB-94B39565A481}"/>
                </a:ext>
              </a:extLst>
            </p:cNvPr>
            <p:cNvPicPr>
              <a:picLocks noChangeAspect="1"/>
            </p:cNvPicPr>
            <p:nvPr/>
          </p:nvPicPr>
          <p:blipFill>
            <a:blip r:embed="rId2"/>
            <a:stretch>
              <a:fillRect/>
            </a:stretch>
          </p:blipFill>
          <p:spPr>
            <a:xfrm>
              <a:off x="3341052" y="3139121"/>
              <a:ext cx="4981575" cy="1514475"/>
            </a:xfrm>
            <a:prstGeom prst="rect">
              <a:avLst/>
            </a:prstGeom>
          </p:spPr>
        </p:pic>
        <p:pic>
          <p:nvPicPr>
            <p:cNvPr id="8" name="Imagen 7">
              <a:extLst>
                <a:ext uri="{FF2B5EF4-FFF2-40B4-BE49-F238E27FC236}">
                  <a16:creationId xmlns:a16="http://schemas.microsoft.com/office/drawing/2014/main" id="{DAE8B1D8-0677-3E14-72FF-528CB0234C0D}"/>
                </a:ext>
              </a:extLst>
            </p:cNvPr>
            <p:cNvPicPr>
              <a:picLocks noChangeAspect="1"/>
            </p:cNvPicPr>
            <p:nvPr/>
          </p:nvPicPr>
          <p:blipFill>
            <a:blip r:embed="rId2"/>
            <a:stretch>
              <a:fillRect/>
            </a:stretch>
          </p:blipFill>
          <p:spPr>
            <a:xfrm>
              <a:off x="3341051" y="4868995"/>
              <a:ext cx="4981575" cy="1514475"/>
            </a:xfrm>
            <a:prstGeom prst="rect">
              <a:avLst/>
            </a:prstGeom>
          </p:spPr>
        </p:pic>
        <p:pic>
          <p:nvPicPr>
            <p:cNvPr id="9" name="Imagen 8">
              <a:extLst>
                <a:ext uri="{FF2B5EF4-FFF2-40B4-BE49-F238E27FC236}">
                  <a16:creationId xmlns:a16="http://schemas.microsoft.com/office/drawing/2014/main" id="{3E8ED358-E8BE-136A-5326-B60B2DB7ECF0}"/>
                </a:ext>
              </a:extLst>
            </p:cNvPr>
            <p:cNvPicPr>
              <a:picLocks noChangeAspect="1"/>
            </p:cNvPicPr>
            <p:nvPr/>
          </p:nvPicPr>
          <p:blipFill>
            <a:blip r:embed="rId3"/>
            <a:stretch>
              <a:fillRect/>
            </a:stretch>
          </p:blipFill>
          <p:spPr>
            <a:xfrm>
              <a:off x="6381432" y="5289353"/>
              <a:ext cx="180975" cy="704850"/>
            </a:xfrm>
            <a:prstGeom prst="rect">
              <a:avLst/>
            </a:prstGeom>
          </p:spPr>
        </p:pic>
        <p:pic>
          <p:nvPicPr>
            <p:cNvPr id="10" name="Imagen 9">
              <a:extLst>
                <a:ext uri="{FF2B5EF4-FFF2-40B4-BE49-F238E27FC236}">
                  <a16:creationId xmlns:a16="http://schemas.microsoft.com/office/drawing/2014/main" id="{6C9AA7F8-2C39-EF20-EC72-1D65332391A0}"/>
                </a:ext>
              </a:extLst>
            </p:cNvPr>
            <p:cNvPicPr>
              <a:picLocks noChangeAspect="1"/>
            </p:cNvPicPr>
            <p:nvPr/>
          </p:nvPicPr>
          <p:blipFill>
            <a:blip r:embed="rId3"/>
            <a:stretch>
              <a:fillRect/>
            </a:stretch>
          </p:blipFill>
          <p:spPr>
            <a:xfrm>
              <a:off x="7895272" y="5299513"/>
              <a:ext cx="180975" cy="704850"/>
            </a:xfrm>
            <a:prstGeom prst="rect">
              <a:avLst/>
            </a:prstGeom>
          </p:spPr>
        </p:pic>
        <p:pic>
          <p:nvPicPr>
            <p:cNvPr id="11" name="Imagen 10">
              <a:extLst>
                <a:ext uri="{FF2B5EF4-FFF2-40B4-BE49-F238E27FC236}">
                  <a16:creationId xmlns:a16="http://schemas.microsoft.com/office/drawing/2014/main" id="{DD842CCB-E60C-1B81-2BC6-75601470C9AE}"/>
                </a:ext>
              </a:extLst>
            </p:cNvPr>
            <p:cNvPicPr>
              <a:picLocks noChangeAspect="1"/>
            </p:cNvPicPr>
            <p:nvPr/>
          </p:nvPicPr>
          <p:blipFill>
            <a:blip r:embed="rId4"/>
            <a:stretch>
              <a:fillRect/>
            </a:stretch>
          </p:blipFill>
          <p:spPr>
            <a:xfrm>
              <a:off x="8079738" y="5324913"/>
              <a:ext cx="219075" cy="247650"/>
            </a:xfrm>
            <a:prstGeom prst="rect">
              <a:avLst/>
            </a:prstGeom>
          </p:spPr>
        </p:pic>
        <p:sp>
          <p:nvSpPr>
            <p:cNvPr id="15" name="Title 2">
              <a:extLst>
                <a:ext uri="{FF2B5EF4-FFF2-40B4-BE49-F238E27FC236}">
                  <a16:creationId xmlns:a16="http://schemas.microsoft.com/office/drawing/2014/main" id="{33E5636F-5480-8628-46E8-925299349FD7}"/>
                </a:ext>
              </a:extLst>
            </p:cNvPr>
            <p:cNvSpPr txBox="1">
              <a:spLocks/>
            </p:cNvSpPr>
            <p:nvPr/>
          </p:nvSpPr>
          <p:spPr>
            <a:xfrm>
              <a:off x="1831847" y="3509454"/>
              <a:ext cx="870713" cy="640080"/>
            </a:xfrm>
            <a:prstGeom prst="rect">
              <a:avLst/>
            </a:prstGeom>
          </p:spPr>
          <p:txBody>
            <a:bodyPr vert="horz" lIns="91440" tIns="45720" rIns="91440" bIns="45720" rtlCol="0" anchor="b" anchorCtr="0">
              <a:noAutofit/>
            </a:bodyPr>
            <a:lstStyle>
              <a:lvl1pPr algn="l" defTabSz="914400" rtl="0" eaLnBrk="1" latinLnBrk="0" hangingPunct="1">
                <a:spcBef>
                  <a:spcPct val="0"/>
                </a:spcBef>
                <a:buNone/>
                <a:defRPr sz="2800" kern="1200">
                  <a:solidFill>
                    <a:schemeClr val="bg2">
                      <a:lumMod val="25000"/>
                    </a:schemeClr>
                  </a:solidFill>
                  <a:latin typeface="+mj-lt"/>
                  <a:ea typeface="+mj-ea"/>
                  <a:cs typeface="+mj-cs"/>
                </a:defRPr>
              </a:lvl1pPr>
            </a:lstStyle>
            <a:p>
              <a:pPr algn="just"/>
              <a:r>
                <a:rPr lang="es-MX" sz="2400" b="1" dirty="0"/>
                <a:t>MSE</a:t>
              </a:r>
              <a:endParaRPr lang="en-US" sz="2400" b="1" dirty="0">
                <a:latin typeface="+mj-lt"/>
              </a:endParaRPr>
            </a:p>
          </p:txBody>
        </p:sp>
        <p:sp>
          <p:nvSpPr>
            <p:cNvPr id="16" name="Title 2">
              <a:extLst>
                <a:ext uri="{FF2B5EF4-FFF2-40B4-BE49-F238E27FC236}">
                  <a16:creationId xmlns:a16="http://schemas.microsoft.com/office/drawing/2014/main" id="{162A02BC-CF27-1FE6-A5B8-297BD7154754}"/>
                </a:ext>
              </a:extLst>
            </p:cNvPr>
            <p:cNvSpPr txBox="1">
              <a:spLocks/>
            </p:cNvSpPr>
            <p:nvPr/>
          </p:nvSpPr>
          <p:spPr>
            <a:xfrm>
              <a:off x="1834224" y="5211383"/>
              <a:ext cx="870713" cy="640080"/>
            </a:xfrm>
            <a:prstGeom prst="rect">
              <a:avLst/>
            </a:prstGeom>
          </p:spPr>
          <p:txBody>
            <a:bodyPr vert="horz" lIns="91440" tIns="45720" rIns="91440" bIns="45720" rtlCol="0" anchor="b" anchorCtr="0">
              <a:noAutofit/>
            </a:bodyPr>
            <a:lstStyle>
              <a:lvl1pPr algn="l" defTabSz="914400" rtl="0" eaLnBrk="1" latinLnBrk="0" hangingPunct="1">
                <a:spcBef>
                  <a:spcPct val="0"/>
                </a:spcBef>
                <a:buNone/>
                <a:defRPr sz="2800" kern="1200">
                  <a:solidFill>
                    <a:schemeClr val="bg2">
                      <a:lumMod val="25000"/>
                    </a:schemeClr>
                  </a:solidFill>
                  <a:latin typeface="+mj-lt"/>
                  <a:ea typeface="+mj-ea"/>
                  <a:cs typeface="+mj-cs"/>
                </a:defRPr>
              </a:lvl1pPr>
            </a:lstStyle>
            <a:p>
              <a:pPr algn="just"/>
              <a:r>
                <a:rPr lang="es-MX" sz="2400" b="1" dirty="0"/>
                <a:t>MAE</a:t>
              </a:r>
              <a:endParaRPr lang="en-US" sz="2400" b="1" dirty="0">
                <a:latin typeface="+mj-lt"/>
              </a:endParaRPr>
            </a:p>
          </p:txBody>
        </p:sp>
        <p:sp>
          <p:nvSpPr>
            <p:cNvPr id="17" name="Flecha: a la derecha 16">
              <a:extLst>
                <a:ext uri="{FF2B5EF4-FFF2-40B4-BE49-F238E27FC236}">
                  <a16:creationId xmlns:a16="http://schemas.microsoft.com/office/drawing/2014/main" id="{03A4C77F-D98C-4716-CA96-43A2F7B12F72}"/>
                </a:ext>
              </a:extLst>
            </p:cNvPr>
            <p:cNvSpPr/>
            <p:nvPr/>
          </p:nvSpPr>
          <p:spPr>
            <a:xfrm>
              <a:off x="2624772" y="3875627"/>
              <a:ext cx="477520" cy="922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Flecha: a la derecha 17">
              <a:extLst>
                <a:ext uri="{FF2B5EF4-FFF2-40B4-BE49-F238E27FC236}">
                  <a16:creationId xmlns:a16="http://schemas.microsoft.com/office/drawing/2014/main" id="{503F9D6D-B6C5-8808-592C-6D8467B7ABB8}"/>
                </a:ext>
              </a:extLst>
            </p:cNvPr>
            <p:cNvSpPr/>
            <p:nvPr/>
          </p:nvSpPr>
          <p:spPr>
            <a:xfrm>
              <a:off x="2655186" y="5572563"/>
              <a:ext cx="477520" cy="922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Title 2">
              <a:extLst>
                <a:ext uri="{FF2B5EF4-FFF2-40B4-BE49-F238E27FC236}">
                  <a16:creationId xmlns:a16="http://schemas.microsoft.com/office/drawing/2014/main" id="{85AC55D7-5B66-D081-227C-7DAB5BF4610D}"/>
                </a:ext>
              </a:extLst>
            </p:cNvPr>
            <p:cNvSpPr txBox="1">
              <a:spLocks/>
            </p:cNvSpPr>
            <p:nvPr/>
          </p:nvSpPr>
          <p:spPr>
            <a:xfrm>
              <a:off x="1297940" y="5684323"/>
              <a:ext cx="1814405" cy="640080"/>
            </a:xfrm>
            <a:prstGeom prst="rect">
              <a:avLst/>
            </a:prstGeom>
          </p:spPr>
          <p:txBody>
            <a:bodyPr vert="horz" lIns="91440" tIns="45720" rIns="91440" bIns="45720" rtlCol="0" anchor="b" anchorCtr="0">
              <a:noAutofit/>
            </a:bodyPr>
            <a:lstStyle>
              <a:lvl1pPr algn="l" defTabSz="914400" rtl="0" eaLnBrk="1" latinLnBrk="0" hangingPunct="1">
                <a:spcBef>
                  <a:spcPct val="0"/>
                </a:spcBef>
                <a:buNone/>
                <a:defRPr sz="2800" kern="1200">
                  <a:solidFill>
                    <a:schemeClr val="bg2">
                      <a:lumMod val="25000"/>
                    </a:schemeClr>
                  </a:solidFill>
                  <a:latin typeface="+mj-lt"/>
                  <a:ea typeface="+mj-ea"/>
                  <a:cs typeface="+mj-cs"/>
                </a:defRPr>
              </a:lvl1pPr>
            </a:lstStyle>
            <a:p>
              <a:pPr algn="ctr"/>
              <a:r>
                <a:rPr lang="es-MX" sz="1400" b="1" dirty="0" err="1">
                  <a:solidFill>
                    <a:srgbClr val="FF0000"/>
                  </a:solidFill>
                </a:rPr>
                <a:t>When</a:t>
              </a:r>
              <a:r>
                <a:rPr lang="es-MX" sz="1400" b="1" dirty="0">
                  <a:solidFill>
                    <a:srgbClr val="FF0000"/>
                  </a:solidFill>
                </a:rPr>
                <a:t> </a:t>
              </a:r>
              <a:r>
                <a:rPr lang="es-MX" sz="1400" b="1" dirty="0" err="1">
                  <a:solidFill>
                    <a:srgbClr val="FF0000"/>
                  </a:solidFill>
                </a:rPr>
                <a:t>there</a:t>
              </a:r>
              <a:r>
                <a:rPr lang="es-MX" sz="1400" b="1" dirty="0">
                  <a:solidFill>
                    <a:srgbClr val="FF0000"/>
                  </a:solidFill>
                </a:rPr>
                <a:t> </a:t>
              </a:r>
              <a:r>
                <a:rPr lang="es-MX" sz="1400" b="1" dirty="0" err="1">
                  <a:solidFill>
                    <a:srgbClr val="FF0000"/>
                  </a:solidFill>
                </a:rPr>
                <a:t>is</a:t>
              </a:r>
              <a:r>
                <a:rPr lang="es-MX" sz="1400" b="1" dirty="0">
                  <a:solidFill>
                    <a:srgbClr val="FF0000"/>
                  </a:solidFill>
                </a:rPr>
                <a:t> </a:t>
              </a:r>
              <a:r>
                <a:rPr lang="es-MX" sz="1400" b="1" dirty="0" err="1">
                  <a:solidFill>
                    <a:srgbClr val="FF0000"/>
                  </a:solidFill>
                </a:rPr>
                <a:t>high</a:t>
              </a:r>
              <a:r>
                <a:rPr lang="es-MX" sz="1400" b="1" dirty="0">
                  <a:solidFill>
                    <a:srgbClr val="FF0000"/>
                  </a:solidFill>
                </a:rPr>
                <a:t> </a:t>
              </a:r>
              <a:r>
                <a:rPr lang="es-MX" sz="1400" b="1" dirty="0" err="1">
                  <a:solidFill>
                    <a:srgbClr val="FF0000"/>
                  </a:solidFill>
                </a:rPr>
                <a:t>volatility</a:t>
              </a:r>
              <a:r>
                <a:rPr lang="es-MX" sz="1400" b="1" dirty="0">
                  <a:solidFill>
                    <a:srgbClr val="FF0000"/>
                  </a:solidFill>
                </a:rPr>
                <a:t> in data</a:t>
              </a:r>
              <a:endParaRPr lang="en-US" sz="1400" b="1" dirty="0">
                <a:solidFill>
                  <a:srgbClr val="FF0000"/>
                </a:solidFill>
                <a:latin typeface="+mj-lt"/>
              </a:endParaRPr>
            </a:p>
          </p:txBody>
        </p:sp>
      </p:grpSp>
    </p:spTree>
    <p:extLst>
      <p:ext uri="{BB962C8B-B14F-4D97-AF65-F5344CB8AC3E}">
        <p14:creationId xmlns:p14="http://schemas.microsoft.com/office/powerpoint/2010/main" val="903214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MX" sz="2400" b="1" dirty="0" err="1">
                <a:solidFill>
                  <a:srgbClr val="002060"/>
                </a:solidFill>
                <a:latin typeface="Raleway" pitchFamily="2" charset="0"/>
                <a:ea typeface="+mn-ea"/>
                <a:cs typeface="+mn-cs"/>
              </a:rPr>
              <a:t>Loss</a:t>
            </a:r>
            <a:r>
              <a:rPr lang="es-MX" sz="1200" b="1" dirty="0"/>
              <a:t> </a:t>
            </a:r>
            <a:r>
              <a:rPr lang="es-MX" sz="2400" b="1" dirty="0" err="1">
                <a:solidFill>
                  <a:srgbClr val="002060"/>
                </a:solidFill>
                <a:latin typeface="Raleway" pitchFamily="2" charset="0"/>
                <a:ea typeface="+mn-ea"/>
                <a:cs typeface="+mn-cs"/>
              </a:rPr>
              <a:t>Function</a:t>
            </a:r>
            <a:r>
              <a:rPr lang="es-MX" sz="2400" b="1" dirty="0">
                <a:solidFill>
                  <a:srgbClr val="002060"/>
                </a:solidFill>
                <a:latin typeface="Raleway" pitchFamily="2" charset="0"/>
                <a:ea typeface="+mn-ea"/>
                <a:cs typeface="+mn-cs"/>
              </a:rPr>
              <a:t> (Cross-</a:t>
            </a:r>
            <a:r>
              <a:rPr lang="es-MX" sz="2400" b="1" dirty="0" err="1">
                <a:solidFill>
                  <a:srgbClr val="002060"/>
                </a:solidFill>
                <a:latin typeface="Raleway" pitchFamily="2" charset="0"/>
                <a:ea typeface="+mn-ea"/>
                <a:cs typeface="+mn-cs"/>
              </a:rPr>
              <a:t>Entropy</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Loss</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Function</a:t>
            </a:r>
            <a:r>
              <a:rPr lang="es-MX" sz="2400" b="1" dirty="0">
                <a:solidFill>
                  <a:srgbClr val="002060"/>
                </a:solidFill>
                <a:latin typeface="Raleway" pitchFamily="2" charset="0"/>
                <a:ea typeface="+mn-ea"/>
                <a:cs typeface="+mn-cs"/>
              </a:rPr>
              <a:t>)</a:t>
            </a: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sp>
        <p:nvSpPr>
          <p:cNvPr id="7" name="CuadroTexto 6">
            <a:extLst>
              <a:ext uri="{FF2B5EF4-FFF2-40B4-BE49-F238E27FC236}">
                <a16:creationId xmlns:a16="http://schemas.microsoft.com/office/drawing/2014/main" id="{BD207968-E34E-6D71-C934-610D7026D96D}"/>
              </a:ext>
            </a:extLst>
          </p:cNvPr>
          <p:cNvSpPr txBox="1"/>
          <p:nvPr/>
        </p:nvSpPr>
        <p:spPr>
          <a:xfrm>
            <a:off x="954741" y="872096"/>
            <a:ext cx="7429914" cy="707886"/>
          </a:xfrm>
          <a:prstGeom prst="rect">
            <a:avLst/>
          </a:prstGeom>
          <a:noFill/>
        </p:spPr>
        <p:txBody>
          <a:bodyPr wrap="square">
            <a:spAutoFit/>
          </a:bodyPr>
          <a:lstStyle/>
          <a:p>
            <a:pPr algn="just"/>
            <a:r>
              <a:rPr lang="en-US" sz="2000" dirty="0">
                <a:latin typeface="+mj-lt"/>
              </a:rPr>
              <a:t>You should always use cross-entropy loss if probabilities are involved. Meaning if you are doing some kind of classification.</a:t>
            </a:r>
            <a:endParaRPr lang="es-ES" sz="2000" dirty="0">
              <a:latin typeface="+mj-lt"/>
            </a:endParaRPr>
          </a:p>
        </p:txBody>
      </p:sp>
      <p:grpSp>
        <p:nvGrpSpPr>
          <p:cNvPr id="20" name="Grupo 19">
            <a:extLst>
              <a:ext uri="{FF2B5EF4-FFF2-40B4-BE49-F238E27FC236}">
                <a16:creationId xmlns:a16="http://schemas.microsoft.com/office/drawing/2014/main" id="{7227C3FC-5554-993F-7ED5-3150202C4118}"/>
              </a:ext>
            </a:extLst>
          </p:cNvPr>
          <p:cNvGrpSpPr/>
          <p:nvPr/>
        </p:nvGrpSpPr>
        <p:grpSpPr>
          <a:xfrm>
            <a:off x="2385739" y="2130949"/>
            <a:ext cx="4677322" cy="1566113"/>
            <a:chOff x="3827462" y="3429000"/>
            <a:chExt cx="4943475" cy="1571625"/>
          </a:xfrm>
        </p:grpSpPr>
        <p:pic>
          <p:nvPicPr>
            <p:cNvPr id="21" name="Imagen 20">
              <a:extLst>
                <a:ext uri="{FF2B5EF4-FFF2-40B4-BE49-F238E27FC236}">
                  <a16:creationId xmlns:a16="http://schemas.microsoft.com/office/drawing/2014/main" id="{C170DA18-8817-45EA-F4BE-3EFC0F5CE5FF}"/>
                </a:ext>
              </a:extLst>
            </p:cNvPr>
            <p:cNvPicPr>
              <a:picLocks noChangeAspect="1"/>
            </p:cNvPicPr>
            <p:nvPr/>
          </p:nvPicPr>
          <p:blipFill>
            <a:blip r:embed="rId2"/>
            <a:stretch>
              <a:fillRect/>
            </a:stretch>
          </p:blipFill>
          <p:spPr>
            <a:xfrm>
              <a:off x="3827462" y="3429000"/>
              <a:ext cx="4943475" cy="1571625"/>
            </a:xfrm>
            <a:prstGeom prst="rect">
              <a:avLst/>
            </a:prstGeom>
          </p:spPr>
        </p:pic>
        <p:pic>
          <p:nvPicPr>
            <p:cNvPr id="22" name="Imagen 21">
              <a:extLst>
                <a:ext uri="{FF2B5EF4-FFF2-40B4-BE49-F238E27FC236}">
                  <a16:creationId xmlns:a16="http://schemas.microsoft.com/office/drawing/2014/main" id="{5032E0A6-E4A5-6E69-84D0-AC984FB367C4}"/>
                </a:ext>
              </a:extLst>
            </p:cNvPr>
            <p:cNvPicPr>
              <a:picLocks noChangeAspect="1"/>
            </p:cNvPicPr>
            <p:nvPr/>
          </p:nvPicPr>
          <p:blipFill>
            <a:blip r:embed="rId3"/>
            <a:stretch>
              <a:fillRect/>
            </a:stretch>
          </p:blipFill>
          <p:spPr>
            <a:xfrm>
              <a:off x="8361560" y="3469566"/>
              <a:ext cx="239" cy="147"/>
            </a:xfrm>
            <a:prstGeom prst="rect">
              <a:avLst/>
            </a:prstGeom>
          </p:spPr>
        </p:pic>
        <p:pic>
          <p:nvPicPr>
            <p:cNvPr id="23" name="Imagen 22">
              <a:extLst>
                <a:ext uri="{FF2B5EF4-FFF2-40B4-BE49-F238E27FC236}">
                  <a16:creationId xmlns:a16="http://schemas.microsoft.com/office/drawing/2014/main" id="{08E81FDF-30F6-6BFF-23E1-6B4876531A4A}"/>
                </a:ext>
              </a:extLst>
            </p:cNvPr>
            <p:cNvPicPr>
              <a:picLocks noChangeAspect="1"/>
            </p:cNvPicPr>
            <p:nvPr/>
          </p:nvPicPr>
          <p:blipFill>
            <a:blip r:embed="rId4"/>
            <a:stretch>
              <a:fillRect/>
            </a:stretch>
          </p:blipFill>
          <p:spPr>
            <a:xfrm>
              <a:off x="8256270" y="3987482"/>
              <a:ext cx="190500" cy="142875"/>
            </a:xfrm>
            <a:prstGeom prst="rect">
              <a:avLst/>
            </a:prstGeom>
          </p:spPr>
        </p:pic>
        <p:pic>
          <p:nvPicPr>
            <p:cNvPr id="24" name="Imagen 23">
              <a:extLst>
                <a:ext uri="{FF2B5EF4-FFF2-40B4-BE49-F238E27FC236}">
                  <a16:creationId xmlns:a16="http://schemas.microsoft.com/office/drawing/2014/main" id="{AE5FC9B6-B2C0-59C4-5344-7DFF6C7FF144}"/>
                </a:ext>
              </a:extLst>
            </p:cNvPr>
            <p:cNvPicPr>
              <a:picLocks noChangeAspect="1"/>
            </p:cNvPicPr>
            <p:nvPr/>
          </p:nvPicPr>
          <p:blipFill>
            <a:blip r:embed="rId5"/>
            <a:stretch>
              <a:fillRect/>
            </a:stretch>
          </p:blipFill>
          <p:spPr>
            <a:xfrm>
              <a:off x="6767512" y="3947477"/>
              <a:ext cx="180975" cy="161925"/>
            </a:xfrm>
            <a:prstGeom prst="rect">
              <a:avLst/>
            </a:prstGeom>
          </p:spPr>
        </p:pic>
      </p:grpSp>
    </p:spTree>
    <p:extLst>
      <p:ext uri="{BB962C8B-B14F-4D97-AF65-F5344CB8AC3E}">
        <p14:creationId xmlns:p14="http://schemas.microsoft.com/office/powerpoint/2010/main" val="1259283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MX" sz="2400" b="1" dirty="0" err="1">
                <a:solidFill>
                  <a:srgbClr val="002060"/>
                </a:solidFill>
                <a:latin typeface="Raleway" pitchFamily="2" charset="0"/>
                <a:ea typeface="+mn-ea"/>
                <a:cs typeface="+mn-cs"/>
              </a:rPr>
              <a:t>Loss</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Function</a:t>
            </a:r>
            <a:r>
              <a:rPr lang="es-MX" sz="2400" b="1" dirty="0">
                <a:solidFill>
                  <a:srgbClr val="002060"/>
                </a:solidFill>
                <a:latin typeface="Raleway" pitchFamily="2" charset="0"/>
                <a:ea typeface="+mn-ea"/>
                <a:cs typeface="+mn-cs"/>
              </a:rPr>
              <a:t> (Mean Absolute </a:t>
            </a:r>
            <a:r>
              <a:rPr lang="es-MX" sz="2400" b="1" dirty="0" err="1">
                <a:solidFill>
                  <a:srgbClr val="002060"/>
                </a:solidFill>
                <a:latin typeface="Raleway" pitchFamily="2" charset="0"/>
                <a:ea typeface="+mn-ea"/>
                <a:cs typeface="+mn-cs"/>
              </a:rPr>
              <a:t>Percentage</a:t>
            </a:r>
            <a:r>
              <a:rPr lang="es-MX" sz="2400" b="1" dirty="0">
                <a:solidFill>
                  <a:srgbClr val="002060"/>
                </a:solidFill>
                <a:latin typeface="Raleway" pitchFamily="2" charset="0"/>
                <a:ea typeface="+mn-ea"/>
                <a:cs typeface="+mn-cs"/>
              </a:rPr>
              <a:t> Error)</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sp>
        <p:nvSpPr>
          <p:cNvPr id="2" name="CuadroTexto 1">
            <a:extLst>
              <a:ext uri="{FF2B5EF4-FFF2-40B4-BE49-F238E27FC236}">
                <a16:creationId xmlns:a16="http://schemas.microsoft.com/office/drawing/2014/main" id="{129122D8-3155-02F4-B11F-A319C6DF0D95}"/>
              </a:ext>
            </a:extLst>
          </p:cNvPr>
          <p:cNvSpPr txBox="1"/>
          <p:nvPr/>
        </p:nvSpPr>
        <p:spPr>
          <a:xfrm>
            <a:off x="589056" y="682625"/>
            <a:ext cx="8270688" cy="1015663"/>
          </a:xfrm>
          <a:prstGeom prst="rect">
            <a:avLst/>
          </a:prstGeom>
          <a:noFill/>
        </p:spPr>
        <p:txBody>
          <a:bodyPr wrap="square">
            <a:spAutoFit/>
          </a:bodyPr>
          <a:lstStyle/>
          <a:p>
            <a:pPr algn="just"/>
            <a:r>
              <a:rPr lang="en-US" sz="2000" dirty="0">
                <a:latin typeface="+mj-lt"/>
              </a:rPr>
              <a:t>Mean Absolute Percentage Error loss function should be used during demand</a:t>
            </a:r>
          </a:p>
          <a:p>
            <a:pPr algn="just"/>
            <a:r>
              <a:rPr lang="en-US" sz="2000" dirty="0">
                <a:latin typeface="+mj-lt"/>
              </a:rPr>
              <a:t>forecasting tasks to evaluate the performance of the model during training time.</a:t>
            </a:r>
            <a:endParaRPr lang="es-ES" sz="2000" dirty="0">
              <a:latin typeface="+mj-lt"/>
            </a:endParaRPr>
          </a:p>
        </p:txBody>
      </p:sp>
      <p:pic>
        <p:nvPicPr>
          <p:cNvPr id="3" name="Imagen 2">
            <a:extLst>
              <a:ext uri="{FF2B5EF4-FFF2-40B4-BE49-F238E27FC236}">
                <a16:creationId xmlns:a16="http://schemas.microsoft.com/office/drawing/2014/main" id="{5BC4F0D3-5FDE-409F-DB3F-333CA52BA086}"/>
              </a:ext>
            </a:extLst>
          </p:cNvPr>
          <p:cNvPicPr>
            <a:picLocks noChangeAspect="1"/>
          </p:cNvPicPr>
          <p:nvPr/>
        </p:nvPicPr>
        <p:blipFill>
          <a:blip r:embed="rId2"/>
          <a:stretch>
            <a:fillRect/>
          </a:stretch>
        </p:blipFill>
        <p:spPr>
          <a:xfrm>
            <a:off x="1461800" y="2178484"/>
            <a:ext cx="6119289" cy="1489914"/>
          </a:xfrm>
          <a:prstGeom prst="rect">
            <a:avLst/>
          </a:prstGeom>
        </p:spPr>
      </p:pic>
    </p:spTree>
    <p:extLst>
      <p:ext uri="{BB962C8B-B14F-4D97-AF65-F5344CB8AC3E}">
        <p14:creationId xmlns:p14="http://schemas.microsoft.com/office/powerpoint/2010/main" val="1100420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does</a:t>
            </a:r>
            <a:r>
              <a:rPr lang="es-MX" sz="2400" b="1" dirty="0">
                <a:solidFill>
                  <a:srgbClr val="002060"/>
                </a:solidFill>
                <a:latin typeface="Raleway" pitchFamily="2" charset="0"/>
                <a:ea typeface="+mn-ea"/>
                <a:cs typeface="+mn-cs"/>
              </a:rPr>
              <a:t> ANN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sp>
        <p:nvSpPr>
          <p:cNvPr id="4" name="CuadroTexto 3">
            <a:extLst>
              <a:ext uri="{FF2B5EF4-FFF2-40B4-BE49-F238E27FC236}">
                <a16:creationId xmlns:a16="http://schemas.microsoft.com/office/drawing/2014/main" id="{7C9F286A-020C-4D4E-A2F2-FA6AA9E450F6}"/>
              </a:ext>
            </a:extLst>
          </p:cNvPr>
          <p:cNvSpPr txBox="1"/>
          <p:nvPr/>
        </p:nvSpPr>
        <p:spPr>
          <a:xfrm>
            <a:off x="488109" y="1087881"/>
            <a:ext cx="3438432" cy="3170099"/>
          </a:xfrm>
          <a:prstGeom prst="rect">
            <a:avLst/>
          </a:prstGeom>
          <a:noFill/>
        </p:spPr>
        <p:txBody>
          <a:bodyPr wrap="square">
            <a:spAutoFit/>
          </a:bodyPr>
          <a:lstStyle/>
          <a:p>
            <a:pPr algn="just"/>
            <a:r>
              <a:rPr lang="en-US" sz="2000" dirty="0">
                <a:latin typeface="+mj-lt"/>
              </a:rPr>
              <a:t>Gradient descent is one of the most commonly used optimization algorithms. It is used for minimizing the cost function, which allows us to minimize the error and obtain the lowest possible error value. But how does gradient descent find the optimal weights? Let's begin with an analogy.</a:t>
            </a:r>
            <a:endParaRPr lang="es-MX" sz="2000" dirty="0">
              <a:latin typeface="+mj-lt"/>
            </a:endParaRPr>
          </a:p>
        </p:txBody>
      </p:sp>
      <p:graphicFrame>
        <p:nvGraphicFramePr>
          <p:cNvPr id="7" name="Objeto 6">
            <a:extLst>
              <a:ext uri="{FF2B5EF4-FFF2-40B4-BE49-F238E27FC236}">
                <a16:creationId xmlns:a16="http://schemas.microsoft.com/office/drawing/2014/main" id="{427B33E7-A9BF-F2FD-B240-E4D162BE53E7}"/>
              </a:ext>
            </a:extLst>
          </p:cNvPr>
          <p:cNvGraphicFramePr>
            <a:graphicFrameLocks noChangeAspect="1"/>
          </p:cNvGraphicFramePr>
          <p:nvPr>
            <p:extLst>
              <p:ext uri="{D42A27DB-BD31-4B8C-83A1-F6EECF244321}">
                <p14:modId xmlns:p14="http://schemas.microsoft.com/office/powerpoint/2010/main" val="1101070018"/>
              </p:ext>
            </p:extLst>
          </p:nvPr>
        </p:nvGraphicFramePr>
        <p:xfrm>
          <a:off x="3926541" y="991766"/>
          <a:ext cx="5121367" cy="3266214"/>
        </p:xfrm>
        <a:graphic>
          <a:graphicData uri="http://schemas.openxmlformats.org/presentationml/2006/ole">
            <mc:AlternateContent xmlns:mc="http://schemas.openxmlformats.org/markup-compatibility/2006">
              <mc:Choice xmlns:v="urn:schemas-microsoft-com:vml" Requires="v">
                <p:oleObj name="Imagen de mapa de bits" r:id="rId2" imgW="6810480" imgH="4343400" progId="Paint.Picture">
                  <p:embed/>
                </p:oleObj>
              </mc:Choice>
              <mc:Fallback>
                <p:oleObj name="Imagen de mapa de bits" r:id="rId2" imgW="6810480" imgH="4343400" progId="Paint.Picture">
                  <p:embed/>
                  <p:pic>
                    <p:nvPicPr>
                      <p:cNvPr id="7" name="Objeto 6">
                        <a:extLst>
                          <a:ext uri="{FF2B5EF4-FFF2-40B4-BE49-F238E27FC236}">
                            <a16:creationId xmlns:a16="http://schemas.microsoft.com/office/drawing/2014/main" id="{427B33E7-A9BF-F2FD-B240-E4D162BE53E7}"/>
                          </a:ext>
                        </a:extLst>
                      </p:cNvPr>
                      <p:cNvPicPr/>
                      <p:nvPr/>
                    </p:nvPicPr>
                    <p:blipFill>
                      <a:blip r:embed="rId3"/>
                      <a:stretch>
                        <a:fillRect/>
                      </a:stretch>
                    </p:blipFill>
                    <p:spPr>
                      <a:xfrm>
                        <a:off x="3926541" y="991766"/>
                        <a:ext cx="5121367" cy="3266214"/>
                      </a:xfrm>
                      <a:prstGeom prst="rect">
                        <a:avLst/>
                      </a:prstGeom>
                    </p:spPr>
                  </p:pic>
                </p:oleObj>
              </mc:Fallback>
            </mc:AlternateContent>
          </a:graphicData>
        </a:graphic>
      </p:graphicFrame>
    </p:spTree>
    <p:extLst>
      <p:ext uri="{BB962C8B-B14F-4D97-AF65-F5344CB8AC3E}">
        <p14:creationId xmlns:p14="http://schemas.microsoft.com/office/powerpoint/2010/main" val="2199699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does</a:t>
            </a:r>
            <a:r>
              <a:rPr lang="es-MX" sz="2400" b="1" dirty="0">
                <a:solidFill>
                  <a:srgbClr val="002060"/>
                </a:solidFill>
                <a:latin typeface="Raleway" pitchFamily="2" charset="0"/>
                <a:ea typeface="+mn-ea"/>
                <a:cs typeface="+mn-cs"/>
              </a:rPr>
              <a:t> ANN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sp>
        <p:nvSpPr>
          <p:cNvPr id="2" name="CuadroTexto 1">
            <a:extLst>
              <a:ext uri="{FF2B5EF4-FFF2-40B4-BE49-F238E27FC236}">
                <a16:creationId xmlns:a16="http://schemas.microsoft.com/office/drawing/2014/main" id="{AD303A81-8560-021A-E8EE-F572C2392455}"/>
              </a:ext>
            </a:extLst>
          </p:cNvPr>
          <p:cNvSpPr txBox="1"/>
          <p:nvPr/>
        </p:nvSpPr>
        <p:spPr>
          <a:xfrm>
            <a:off x="331921" y="900974"/>
            <a:ext cx="3822091" cy="3785652"/>
          </a:xfrm>
          <a:prstGeom prst="rect">
            <a:avLst/>
          </a:prstGeom>
          <a:noFill/>
        </p:spPr>
        <p:txBody>
          <a:bodyPr wrap="square">
            <a:spAutoFit/>
          </a:bodyPr>
          <a:lstStyle/>
          <a:p>
            <a:pPr algn="just"/>
            <a:r>
              <a:rPr lang="en-US" sz="2000" dirty="0">
                <a:latin typeface="+mj-lt"/>
              </a:rPr>
              <a:t>Similarly, we can represent our cost function as follows. It is a plot of cost against weights. Our objective is to minimize the cost function. That is, we have to reach the lowest point where the cost is the minimum. The solid dark point in the following diagram shows the randomly initialized weights. If we move this point downward, then we can reach the point where the cost is the minimum:</a:t>
            </a:r>
            <a:endParaRPr lang="es-MX" sz="2000" dirty="0">
              <a:latin typeface="+mj-lt"/>
            </a:endParaRPr>
          </a:p>
        </p:txBody>
      </p:sp>
      <p:graphicFrame>
        <p:nvGraphicFramePr>
          <p:cNvPr id="3" name="Objeto 2">
            <a:extLst>
              <a:ext uri="{FF2B5EF4-FFF2-40B4-BE49-F238E27FC236}">
                <a16:creationId xmlns:a16="http://schemas.microsoft.com/office/drawing/2014/main" id="{8628EECE-0CA8-3C5C-3243-21439130D285}"/>
              </a:ext>
            </a:extLst>
          </p:cNvPr>
          <p:cNvGraphicFramePr>
            <a:graphicFrameLocks noChangeAspect="1"/>
          </p:cNvGraphicFramePr>
          <p:nvPr>
            <p:extLst>
              <p:ext uri="{D42A27DB-BD31-4B8C-83A1-F6EECF244321}">
                <p14:modId xmlns:p14="http://schemas.microsoft.com/office/powerpoint/2010/main" val="2581225132"/>
              </p:ext>
            </p:extLst>
          </p:nvPr>
        </p:nvGraphicFramePr>
        <p:xfrm>
          <a:off x="4365898" y="1398312"/>
          <a:ext cx="4567053" cy="2790977"/>
        </p:xfrm>
        <a:graphic>
          <a:graphicData uri="http://schemas.openxmlformats.org/presentationml/2006/ole">
            <mc:AlternateContent xmlns:mc="http://schemas.openxmlformats.org/markup-compatibility/2006">
              <mc:Choice xmlns:v="urn:schemas-microsoft-com:vml" Requires="v">
                <p:oleObj name="Imagen de mapa de bits" r:id="rId2" imgW="5829480" imgH="3562200" progId="Paint.Picture">
                  <p:embed/>
                </p:oleObj>
              </mc:Choice>
              <mc:Fallback>
                <p:oleObj name="Imagen de mapa de bits" r:id="rId2" imgW="5829480" imgH="3562200" progId="Paint.Picture">
                  <p:embed/>
                  <p:pic>
                    <p:nvPicPr>
                      <p:cNvPr id="3" name="Objeto 2">
                        <a:extLst>
                          <a:ext uri="{FF2B5EF4-FFF2-40B4-BE49-F238E27FC236}">
                            <a16:creationId xmlns:a16="http://schemas.microsoft.com/office/drawing/2014/main" id="{8628EECE-0CA8-3C5C-3243-21439130D285}"/>
                          </a:ext>
                        </a:extLst>
                      </p:cNvPr>
                      <p:cNvPicPr/>
                      <p:nvPr/>
                    </p:nvPicPr>
                    <p:blipFill>
                      <a:blip r:embed="rId3"/>
                      <a:stretch>
                        <a:fillRect/>
                      </a:stretch>
                    </p:blipFill>
                    <p:spPr>
                      <a:xfrm>
                        <a:off x="4365898" y="1398312"/>
                        <a:ext cx="4567053" cy="2790977"/>
                      </a:xfrm>
                      <a:prstGeom prst="rect">
                        <a:avLst/>
                      </a:prstGeom>
                    </p:spPr>
                  </p:pic>
                </p:oleObj>
              </mc:Fallback>
            </mc:AlternateContent>
          </a:graphicData>
        </a:graphic>
      </p:graphicFrame>
    </p:spTree>
    <p:extLst>
      <p:ext uri="{BB962C8B-B14F-4D97-AF65-F5344CB8AC3E}">
        <p14:creationId xmlns:p14="http://schemas.microsoft.com/office/powerpoint/2010/main" val="2961695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does</a:t>
            </a:r>
            <a:r>
              <a:rPr lang="es-MX" sz="2400" b="1" dirty="0">
                <a:solidFill>
                  <a:srgbClr val="002060"/>
                </a:solidFill>
                <a:latin typeface="Raleway" pitchFamily="2" charset="0"/>
                <a:ea typeface="+mn-ea"/>
                <a:cs typeface="+mn-cs"/>
              </a:rPr>
              <a:t> ANN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sp>
        <p:nvSpPr>
          <p:cNvPr id="4" name="CuadroTexto 3">
            <a:extLst>
              <a:ext uri="{FF2B5EF4-FFF2-40B4-BE49-F238E27FC236}">
                <a16:creationId xmlns:a16="http://schemas.microsoft.com/office/drawing/2014/main" id="{32621085-8969-10D2-C58A-8DC679D67922}"/>
              </a:ext>
            </a:extLst>
          </p:cNvPr>
          <p:cNvSpPr txBox="1"/>
          <p:nvPr/>
        </p:nvSpPr>
        <p:spPr>
          <a:xfrm>
            <a:off x="612682" y="730145"/>
            <a:ext cx="8223436" cy="1631216"/>
          </a:xfrm>
          <a:prstGeom prst="rect">
            <a:avLst/>
          </a:prstGeom>
          <a:noFill/>
        </p:spPr>
        <p:txBody>
          <a:bodyPr wrap="square">
            <a:spAutoFit/>
          </a:bodyPr>
          <a:lstStyle/>
          <a:p>
            <a:pPr algn="just"/>
            <a:r>
              <a:rPr lang="en-US" sz="2000" dirty="0">
                <a:latin typeface="+mj-lt"/>
              </a:rPr>
              <a:t>But how can we move this point (initial weight) downward? How can we descend and reach the lowest point? Gradients are used for moving from one point to another. So, we can move this point (initial weight) by calculating a gradient of the cost function with respect to that point (initial weights), which is,</a:t>
            </a:r>
            <a:endParaRPr lang="es-MX" sz="2000" dirty="0">
              <a:latin typeface="+mj-lt"/>
            </a:endParaRPr>
          </a:p>
        </p:txBody>
      </p:sp>
      <p:graphicFrame>
        <p:nvGraphicFramePr>
          <p:cNvPr id="7" name="Objeto 6">
            <a:extLst>
              <a:ext uri="{FF2B5EF4-FFF2-40B4-BE49-F238E27FC236}">
                <a16:creationId xmlns:a16="http://schemas.microsoft.com/office/drawing/2014/main" id="{996AF5DE-56A0-788F-BE55-B8A7898AE8F9}"/>
              </a:ext>
            </a:extLst>
          </p:cNvPr>
          <p:cNvGraphicFramePr>
            <a:graphicFrameLocks noChangeAspect="1"/>
          </p:cNvGraphicFramePr>
          <p:nvPr>
            <p:extLst>
              <p:ext uri="{D42A27DB-BD31-4B8C-83A1-F6EECF244321}">
                <p14:modId xmlns:p14="http://schemas.microsoft.com/office/powerpoint/2010/main" val="1339486458"/>
              </p:ext>
            </p:extLst>
          </p:nvPr>
        </p:nvGraphicFramePr>
        <p:xfrm>
          <a:off x="3941949" y="2782139"/>
          <a:ext cx="955301" cy="1273735"/>
        </p:xfrm>
        <a:graphic>
          <a:graphicData uri="http://schemas.openxmlformats.org/presentationml/2006/ole">
            <mc:AlternateContent xmlns:mc="http://schemas.openxmlformats.org/markup-compatibility/2006">
              <mc:Choice xmlns:v="urn:schemas-microsoft-com:vml" Requires="v">
                <p:oleObj name="Imagen de mapa de bits" r:id="rId2" imgW="628560" imgH="838080" progId="Paint.Picture">
                  <p:embed/>
                </p:oleObj>
              </mc:Choice>
              <mc:Fallback>
                <p:oleObj name="Imagen de mapa de bits" r:id="rId2" imgW="628560" imgH="838080" progId="Paint.Picture">
                  <p:embed/>
                  <p:pic>
                    <p:nvPicPr>
                      <p:cNvPr id="7" name="Objeto 6">
                        <a:extLst>
                          <a:ext uri="{FF2B5EF4-FFF2-40B4-BE49-F238E27FC236}">
                            <a16:creationId xmlns:a16="http://schemas.microsoft.com/office/drawing/2014/main" id="{996AF5DE-56A0-788F-BE55-B8A7898AE8F9}"/>
                          </a:ext>
                        </a:extLst>
                      </p:cNvPr>
                      <p:cNvPicPr/>
                      <p:nvPr/>
                    </p:nvPicPr>
                    <p:blipFill>
                      <a:blip r:embed="rId3"/>
                      <a:stretch>
                        <a:fillRect/>
                      </a:stretch>
                    </p:blipFill>
                    <p:spPr>
                      <a:xfrm>
                        <a:off x="3941949" y="2782139"/>
                        <a:ext cx="955301" cy="1273735"/>
                      </a:xfrm>
                      <a:prstGeom prst="rect">
                        <a:avLst/>
                      </a:prstGeom>
                    </p:spPr>
                  </p:pic>
                </p:oleObj>
              </mc:Fallback>
            </mc:AlternateContent>
          </a:graphicData>
        </a:graphic>
      </p:graphicFrame>
    </p:spTree>
    <p:extLst>
      <p:ext uri="{BB962C8B-B14F-4D97-AF65-F5344CB8AC3E}">
        <p14:creationId xmlns:p14="http://schemas.microsoft.com/office/powerpoint/2010/main" val="1315177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does</a:t>
            </a:r>
            <a:r>
              <a:rPr lang="es-MX" sz="2400" b="1" dirty="0">
                <a:solidFill>
                  <a:srgbClr val="002060"/>
                </a:solidFill>
                <a:latin typeface="Raleway" pitchFamily="2" charset="0"/>
                <a:ea typeface="+mn-ea"/>
                <a:cs typeface="+mn-cs"/>
              </a:rPr>
              <a:t> ANN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sp>
        <p:nvSpPr>
          <p:cNvPr id="2" name="CuadroTexto 1">
            <a:extLst>
              <a:ext uri="{FF2B5EF4-FFF2-40B4-BE49-F238E27FC236}">
                <a16:creationId xmlns:a16="http://schemas.microsoft.com/office/drawing/2014/main" id="{B14DD91F-7876-EEF9-1F45-C524A52CC6CB}"/>
              </a:ext>
            </a:extLst>
          </p:cNvPr>
          <p:cNvSpPr txBox="1"/>
          <p:nvPr/>
        </p:nvSpPr>
        <p:spPr>
          <a:xfrm>
            <a:off x="434181" y="802056"/>
            <a:ext cx="3615757" cy="4093428"/>
          </a:xfrm>
          <a:prstGeom prst="rect">
            <a:avLst/>
          </a:prstGeom>
          <a:noFill/>
        </p:spPr>
        <p:txBody>
          <a:bodyPr wrap="square">
            <a:spAutoFit/>
          </a:bodyPr>
          <a:lstStyle/>
          <a:p>
            <a:pPr algn="just"/>
            <a:r>
              <a:rPr lang="en-US" sz="2000" dirty="0">
                <a:latin typeface="+mj-lt"/>
              </a:rPr>
              <a:t>Gradients are the derivatives that are actually the slope of a tangent line as illustrated in the following diagram. So, by calculating the gradient, we descend (move downward) and reach the lowest point where the cost is the minimum. Gradient descent is a first-order optimization algorithm, which means we only take into account the first derivative when performing the updates:</a:t>
            </a:r>
            <a:endParaRPr lang="es-MX" sz="2000" dirty="0">
              <a:latin typeface="+mj-lt"/>
            </a:endParaRPr>
          </a:p>
        </p:txBody>
      </p:sp>
      <p:graphicFrame>
        <p:nvGraphicFramePr>
          <p:cNvPr id="3" name="Objeto 2">
            <a:extLst>
              <a:ext uri="{FF2B5EF4-FFF2-40B4-BE49-F238E27FC236}">
                <a16:creationId xmlns:a16="http://schemas.microsoft.com/office/drawing/2014/main" id="{139A42CC-26AD-267E-0FF6-4997C720CA3D}"/>
              </a:ext>
            </a:extLst>
          </p:cNvPr>
          <p:cNvGraphicFramePr>
            <a:graphicFrameLocks noChangeAspect="1"/>
          </p:cNvGraphicFramePr>
          <p:nvPr>
            <p:extLst>
              <p:ext uri="{D42A27DB-BD31-4B8C-83A1-F6EECF244321}">
                <p14:modId xmlns:p14="http://schemas.microsoft.com/office/powerpoint/2010/main" val="1192670105"/>
              </p:ext>
            </p:extLst>
          </p:nvPr>
        </p:nvGraphicFramePr>
        <p:xfrm>
          <a:off x="4144951" y="1070043"/>
          <a:ext cx="4908886" cy="3476796"/>
        </p:xfrm>
        <a:graphic>
          <a:graphicData uri="http://schemas.openxmlformats.org/presentationml/2006/ole">
            <mc:AlternateContent xmlns:mc="http://schemas.openxmlformats.org/markup-compatibility/2006">
              <mc:Choice xmlns:v="urn:schemas-microsoft-com:vml" Requires="v">
                <p:oleObj name="Imagen de mapa de bits" r:id="rId2" imgW="5877000" imgH="4162320" progId="Paint.Picture">
                  <p:embed/>
                </p:oleObj>
              </mc:Choice>
              <mc:Fallback>
                <p:oleObj name="Imagen de mapa de bits" r:id="rId2" imgW="5877000" imgH="4162320" progId="Paint.Picture">
                  <p:embed/>
                  <p:pic>
                    <p:nvPicPr>
                      <p:cNvPr id="3" name="Objeto 2">
                        <a:extLst>
                          <a:ext uri="{FF2B5EF4-FFF2-40B4-BE49-F238E27FC236}">
                            <a16:creationId xmlns:a16="http://schemas.microsoft.com/office/drawing/2014/main" id="{139A42CC-26AD-267E-0FF6-4997C720CA3D}"/>
                          </a:ext>
                        </a:extLst>
                      </p:cNvPr>
                      <p:cNvPicPr/>
                      <p:nvPr/>
                    </p:nvPicPr>
                    <p:blipFill>
                      <a:blip r:embed="rId3"/>
                      <a:stretch>
                        <a:fillRect/>
                      </a:stretch>
                    </p:blipFill>
                    <p:spPr>
                      <a:xfrm>
                        <a:off x="4144951" y="1070043"/>
                        <a:ext cx="4908886" cy="3476796"/>
                      </a:xfrm>
                      <a:prstGeom prst="rect">
                        <a:avLst/>
                      </a:prstGeom>
                    </p:spPr>
                  </p:pic>
                </p:oleObj>
              </mc:Fallback>
            </mc:AlternateContent>
          </a:graphicData>
        </a:graphic>
      </p:graphicFrame>
    </p:spTree>
    <p:extLst>
      <p:ext uri="{BB962C8B-B14F-4D97-AF65-F5344CB8AC3E}">
        <p14:creationId xmlns:p14="http://schemas.microsoft.com/office/powerpoint/2010/main" val="162316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MX" sz="2400" b="1" dirty="0" err="1">
                <a:solidFill>
                  <a:srgbClr val="002060"/>
                </a:solidFill>
                <a:latin typeface="Raleway" pitchFamily="2" charset="0"/>
                <a:ea typeface="+mn-ea"/>
                <a:cs typeface="+mn-cs"/>
              </a:rPr>
              <a:t>How</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does</a:t>
            </a:r>
            <a:r>
              <a:rPr lang="es-MX" sz="2400" b="1" dirty="0">
                <a:solidFill>
                  <a:srgbClr val="002060"/>
                </a:solidFill>
                <a:latin typeface="Raleway" pitchFamily="2" charset="0"/>
                <a:ea typeface="+mn-ea"/>
                <a:cs typeface="+mn-cs"/>
              </a:rPr>
              <a:t> ANN </a:t>
            </a:r>
            <a:r>
              <a:rPr lang="es-MX" sz="2400" b="1" dirty="0" err="1">
                <a:solidFill>
                  <a:srgbClr val="002060"/>
                </a:solidFill>
                <a:latin typeface="Raleway" pitchFamily="2" charset="0"/>
                <a:ea typeface="+mn-ea"/>
                <a:cs typeface="+mn-cs"/>
              </a:rPr>
              <a:t>learn</a:t>
            </a:r>
            <a:r>
              <a:rPr lang="es-MX" sz="2400" b="1" dirty="0">
                <a:solidFill>
                  <a:srgbClr val="002060"/>
                </a:solidFill>
                <a:latin typeface="Raleway" pitchFamily="2" charset="0"/>
                <a:ea typeface="+mn-ea"/>
                <a:cs typeface="+mn-cs"/>
              </a:rPr>
              <a:t>?</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sp>
        <p:nvSpPr>
          <p:cNvPr id="4" name="CuadroTexto 3">
            <a:extLst>
              <a:ext uri="{FF2B5EF4-FFF2-40B4-BE49-F238E27FC236}">
                <a16:creationId xmlns:a16="http://schemas.microsoft.com/office/drawing/2014/main" id="{0E7873D7-FDE8-BCCF-5A52-A5EE956947B0}"/>
              </a:ext>
            </a:extLst>
          </p:cNvPr>
          <p:cNvSpPr txBox="1"/>
          <p:nvPr/>
        </p:nvSpPr>
        <p:spPr>
          <a:xfrm>
            <a:off x="752272" y="824515"/>
            <a:ext cx="7944255" cy="2554545"/>
          </a:xfrm>
          <a:prstGeom prst="rect">
            <a:avLst/>
          </a:prstGeom>
          <a:noFill/>
        </p:spPr>
        <p:txBody>
          <a:bodyPr wrap="square">
            <a:spAutoFit/>
          </a:bodyPr>
          <a:lstStyle/>
          <a:p>
            <a:pPr algn="just"/>
            <a:r>
              <a:rPr lang="en-US" sz="2000" dirty="0">
                <a:latin typeface="+mj-lt"/>
              </a:rPr>
              <a:t>Thus, with gradient descent, we move our weights to a position where the cost is minimum. But, still, how do we update the weights? As a result of forward propagation, we are in the output layer. We will now backpropagate the network from the output layer to the input layer and calculate the gradient of the cost function with respect to all the weights between the output and the input layer so that we can minimize the error. After calculating gradients, we update our old eights using the weight update rule:</a:t>
            </a:r>
            <a:endParaRPr lang="es-MX" sz="2000" dirty="0">
              <a:latin typeface="+mj-lt"/>
            </a:endParaRPr>
          </a:p>
        </p:txBody>
      </p:sp>
      <p:graphicFrame>
        <p:nvGraphicFramePr>
          <p:cNvPr id="7" name="Objeto 6">
            <a:extLst>
              <a:ext uri="{FF2B5EF4-FFF2-40B4-BE49-F238E27FC236}">
                <a16:creationId xmlns:a16="http://schemas.microsoft.com/office/drawing/2014/main" id="{D4CE2D40-CADB-C9CA-4560-9C73559003F5}"/>
              </a:ext>
            </a:extLst>
          </p:cNvPr>
          <p:cNvGraphicFramePr>
            <a:graphicFrameLocks noChangeAspect="1"/>
          </p:cNvGraphicFramePr>
          <p:nvPr>
            <p:extLst>
              <p:ext uri="{D42A27DB-BD31-4B8C-83A1-F6EECF244321}">
                <p14:modId xmlns:p14="http://schemas.microsoft.com/office/powerpoint/2010/main" val="2730092036"/>
              </p:ext>
            </p:extLst>
          </p:nvPr>
        </p:nvGraphicFramePr>
        <p:xfrm>
          <a:off x="3404514" y="3379060"/>
          <a:ext cx="2486025" cy="800100"/>
        </p:xfrm>
        <a:graphic>
          <a:graphicData uri="http://schemas.openxmlformats.org/presentationml/2006/ole">
            <mc:AlternateContent xmlns:mc="http://schemas.openxmlformats.org/markup-compatibility/2006">
              <mc:Choice xmlns:v="urn:schemas-microsoft-com:vml" Requires="v">
                <p:oleObj name="Imagen de mapa de bits" r:id="rId2" imgW="2486160" imgH="800280" progId="Paint.Picture">
                  <p:embed/>
                </p:oleObj>
              </mc:Choice>
              <mc:Fallback>
                <p:oleObj name="Imagen de mapa de bits" r:id="rId2" imgW="2486160" imgH="800280" progId="Paint.Picture">
                  <p:embed/>
                  <p:pic>
                    <p:nvPicPr>
                      <p:cNvPr id="7" name="Objeto 6">
                        <a:extLst>
                          <a:ext uri="{FF2B5EF4-FFF2-40B4-BE49-F238E27FC236}">
                            <a16:creationId xmlns:a16="http://schemas.microsoft.com/office/drawing/2014/main" id="{D4CE2D40-CADB-C9CA-4560-9C73559003F5}"/>
                          </a:ext>
                        </a:extLst>
                      </p:cNvPr>
                      <p:cNvPicPr/>
                      <p:nvPr/>
                    </p:nvPicPr>
                    <p:blipFill>
                      <a:blip r:embed="rId3"/>
                      <a:stretch>
                        <a:fillRect/>
                      </a:stretch>
                    </p:blipFill>
                    <p:spPr>
                      <a:xfrm>
                        <a:off x="3404514" y="3379060"/>
                        <a:ext cx="2486025" cy="800100"/>
                      </a:xfrm>
                      <a:prstGeom prst="rect">
                        <a:avLst/>
                      </a:prstGeom>
                    </p:spPr>
                  </p:pic>
                </p:oleObj>
              </mc:Fallback>
            </mc:AlternateContent>
          </a:graphicData>
        </a:graphic>
      </p:graphicFrame>
    </p:spTree>
    <p:extLst>
      <p:ext uri="{BB962C8B-B14F-4D97-AF65-F5344CB8AC3E}">
        <p14:creationId xmlns:p14="http://schemas.microsoft.com/office/powerpoint/2010/main" val="4058674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MX" sz="2400" b="1" dirty="0">
                <a:solidFill>
                  <a:srgbClr val="002060"/>
                </a:solidFill>
                <a:latin typeface="Raleway" pitchFamily="2" charset="0"/>
                <a:ea typeface="+mn-ea"/>
                <a:cs typeface="+mn-cs"/>
              </a:rPr>
              <a:t>Back </a:t>
            </a:r>
            <a:r>
              <a:rPr lang="es-MX" sz="2400" b="1" dirty="0" err="1">
                <a:solidFill>
                  <a:srgbClr val="002060"/>
                </a:solidFill>
                <a:latin typeface="Raleway" pitchFamily="2" charset="0"/>
                <a:ea typeface="+mn-ea"/>
                <a:cs typeface="+mn-cs"/>
              </a:rPr>
              <a:t>propagation</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risk</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sp>
        <p:nvSpPr>
          <p:cNvPr id="2" name="CuadroTexto 1">
            <a:extLst>
              <a:ext uri="{FF2B5EF4-FFF2-40B4-BE49-F238E27FC236}">
                <a16:creationId xmlns:a16="http://schemas.microsoft.com/office/drawing/2014/main" id="{5FF79523-6859-7DE4-48C9-AF60B36AE5F8}"/>
              </a:ext>
            </a:extLst>
          </p:cNvPr>
          <p:cNvSpPr txBox="1"/>
          <p:nvPr/>
        </p:nvSpPr>
        <p:spPr>
          <a:xfrm>
            <a:off x="397874" y="679708"/>
            <a:ext cx="3272696" cy="2031325"/>
          </a:xfrm>
          <a:prstGeom prst="rect">
            <a:avLst/>
          </a:prstGeom>
          <a:noFill/>
        </p:spPr>
        <p:txBody>
          <a:bodyPr wrap="square">
            <a:spAutoFit/>
          </a:bodyPr>
          <a:lstStyle/>
          <a:p>
            <a:pPr algn="just"/>
            <a:r>
              <a:rPr lang="en-US" dirty="0">
                <a:latin typeface="+mj-lt"/>
              </a:rPr>
              <a:t>If the learning rate is large, then we take a large step and our gradient descent will be fast, but we might fail to reach the global minimum and become stuck at a local minimum. So, the learning rate should be chosen optimally: </a:t>
            </a:r>
            <a:endParaRPr lang="es-MX" dirty="0">
              <a:latin typeface="+mj-lt"/>
            </a:endParaRPr>
          </a:p>
        </p:txBody>
      </p:sp>
      <p:sp>
        <p:nvSpPr>
          <p:cNvPr id="3" name="CuadroTexto 2">
            <a:extLst>
              <a:ext uri="{FF2B5EF4-FFF2-40B4-BE49-F238E27FC236}">
                <a16:creationId xmlns:a16="http://schemas.microsoft.com/office/drawing/2014/main" id="{90CB9C6A-906C-3C47-A29B-540FED8B327C}"/>
              </a:ext>
            </a:extLst>
          </p:cNvPr>
          <p:cNvSpPr txBox="1"/>
          <p:nvPr/>
        </p:nvSpPr>
        <p:spPr>
          <a:xfrm>
            <a:off x="345992" y="2724150"/>
            <a:ext cx="3376459" cy="2031325"/>
          </a:xfrm>
          <a:prstGeom prst="rect">
            <a:avLst/>
          </a:prstGeom>
          <a:noFill/>
        </p:spPr>
        <p:txBody>
          <a:bodyPr wrap="square">
            <a:spAutoFit/>
          </a:bodyPr>
          <a:lstStyle/>
          <a:p>
            <a:pPr algn="just"/>
            <a:r>
              <a:rPr lang="en-US" dirty="0">
                <a:latin typeface="+mj-lt"/>
              </a:rPr>
              <a:t>This whole process of backpropagating the network from the output layer to the input layer and updating the weights of the network using gradient descent to minimize the loss is called </a:t>
            </a:r>
            <a:r>
              <a:rPr lang="en-US" b="1" dirty="0">
                <a:latin typeface="+mj-lt"/>
              </a:rPr>
              <a:t>backpropagation</a:t>
            </a:r>
            <a:r>
              <a:rPr lang="en-US" dirty="0">
                <a:latin typeface="+mj-lt"/>
              </a:rPr>
              <a:t>.</a:t>
            </a:r>
            <a:endParaRPr lang="es-MX" dirty="0">
              <a:latin typeface="+mj-lt"/>
            </a:endParaRPr>
          </a:p>
        </p:txBody>
      </p:sp>
      <p:graphicFrame>
        <p:nvGraphicFramePr>
          <p:cNvPr id="8" name="Objeto 7">
            <a:extLst>
              <a:ext uri="{FF2B5EF4-FFF2-40B4-BE49-F238E27FC236}">
                <a16:creationId xmlns:a16="http://schemas.microsoft.com/office/drawing/2014/main" id="{7BBD0AEF-A2C5-3C37-6461-97F0262642CE}"/>
              </a:ext>
            </a:extLst>
          </p:cNvPr>
          <p:cNvGraphicFramePr>
            <a:graphicFrameLocks noChangeAspect="1"/>
          </p:cNvGraphicFramePr>
          <p:nvPr>
            <p:extLst>
              <p:ext uri="{D42A27DB-BD31-4B8C-83A1-F6EECF244321}">
                <p14:modId xmlns:p14="http://schemas.microsoft.com/office/powerpoint/2010/main" val="1731737086"/>
              </p:ext>
            </p:extLst>
          </p:nvPr>
        </p:nvGraphicFramePr>
        <p:xfrm>
          <a:off x="5420002" y="727200"/>
          <a:ext cx="2486025" cy="800100"/>
        </p:xfrm>
        <a:graphic>
          <a:graphicData uri="http://schemas.openxmlformats.org/presentationml/2006/ole">
            <mc:AlternateContent xmlns:mc="http://schemas.openxmlformats.org/markup-compatibility/2006">
              <mc:Choice xmlns:v="urn:schemas-microsoft-com:vml" Requires="v">
                <p:oleObj name="Imagen de mapa de bits" r:id="rId2" imgW="2486160" imgH="800280" progId="Paint.Picture">
                  <p:embed/>
                </p:oleObj>
              </mc:Choice>
              <mc:Fallback>
                <p:oleObj name="Imagen de mapa de bits" r:id="rId2" imgW="2486160" imgH="800280" progId="Paint.Picture">
                  <p:embed/>
                  <p:pic>
                    <p:nvPicPr>
                      <p:cNvPr id="8" name="Objeto 7">
                        <a:extLst>
                          <a:ext uri="{FF2B5EF4-FFF2-40B4-BE49-F238E27FC236}">
                            <a16:creationId xmlns:a16="http://schemas.microsoft.com/office/drawing/2014/main" id="{7BBD0AEF-A2C5-3C37-6461-97F0262642CE}"/>
                          </a:ext>
                        </a:extLst>
                      </p:cNvPr>
                      <p:cNvPicPr/>
                      <p:nvPr/>
                    </p:nvPicPr>
                    <p:blipFill>
                      <a:blip r:embed="rId3"/>
                      <a:stretch>
                        <a:fillRect/>
                      </a:stretch>
                    </p:blipFill>
                    <p:spPr>
                      <a:xfrm>
                        <a:off x="5420002" y="727200"/>
                        <a:ext cx="2486025" cy="800100"/>
                      </a:xfrm>
                      <a:prstGeom prst="rect">
                        <a:avLst/>
                      </a:prstGeom>
                    </p:spPr>
                  </p:pic>
                </p:oleObj>
              </mc:Fallback>
            </mc:AlternateContent>
          </a:graphicData>
        </a:graphic>
      </p:graphicFrame>
      <p:graphicFrame>
        <p:nvGraphicFramePr>
          <p:cNvPr id="9" name="Objeto 8">
            <a:extLst>
              <a:ext uri="{FF2B5EF4-FFF2-40B4-BE49-F238E27FC236}">
                <a16:creationId xmlns:a16="http://schemas.microsoft.com/office/drawing/2014/main" id="{97955A43-9804-E255-8BBD-CB825D43FC06}"/>
              </a:ext>
            </a:extLst>
          </p:cNvPr>
          <p:cNvGraphicFramePr>
            <a:graphicFrameLocks noChangeAspect="1"/>
          </p:cNvGraphicFramePr>
          <p:nvPr>
            <p:extLst>
              <p:ext uri="{D42A27DB-BD31-4B8C-83A1-F6EECF244321}">
                <p14:modId xmlns:p14="http://schemas.microsoft.com/office/powerpoint/2010/main" val="1784789870"/>
              </p:ext>
            </p:extLst>
          </p:nvPr>
        </p:nvGraphicFramePr>
        <p:xfrm>
          <a:off x="3722451" y="1770666"/>
          <a:ext cx="5362272" cy="2847224"/>
        </p:xfrm>
        <a:graphic>
          <a:graphicData uri="http://schemas.openxmlformats.org/presentationml/2006/ole">
            <mc:AlternateContent xmlns:mc="http://schemas.openxmlformats.org/markup-compatibility/2006">
              <mc:Choice xmlns:v="urn:schemas-microsoft-com:vml" Requires="v">
                <p:oleObj name="Imagen de mapa de bits" r:id="rId4" imgW="6458040" imgH="3429000" progId="Paint.Picture">
                  <p:embed/>
                </p:oleObj>
              </mc:Choice>
              <mc:Fallback>
                <p:oleObj name="Imagen de mapa de bits" r:id="rId4" imgW="6458040" imgH="3429000" progId="Paint.Picture">
                  <p:embed/>
                  <p:pic>
                    <p:nvPicPr>
                      <p:cNvPr id="9" name="Objeto 8">
                        <a:extLst>
                          <a:ext uri="{FF2B5EF4-FFF2-40B4-BE49-F238E27FC236}">
                            <a16:creationId xmlns:a16="http://schemas.microsoft.com/office/drawing/2014/main" id="{97955A43-9804-E255-8BBD-CB825D43FC06}"/>
                          </a:ext>
                        </a:extLst>
                      </p:cNvPr>
                      <p:cNvPicPr/>
                      <p:nvPr/>
                    </p:nvPicPr>
                    <p:blipFill>
                      <a:blip r:embed="rId5"/>
                      <a:stretch>
                        <a:fillRect/>
                      </a:stretch>
                    </p:blipFill>
                    <p:spPr>
                      <a:xfrm>
                        <a:off x="3722451" y="1770666"/>
                        <a:ext cx="5362272" cy="2847224"/>
                      </a:xfrm>
                      <a:prstGeom prst="rect">
                        <a:avLst/>
                      </a:prstGeom>
                    </p:spPr>
                  </p:pic>
                </p:oleObj>
              </mc:Fallback>
            </mc:AlternateContent>
          </a:graphicData>
        </a:graphic>
      </p:graphicFrame>
    </p:spTree>
    <p:extLst>
      <p:ext uri="{BB962C8B-B14F-4D97-AF65-F5344CB8AC3E}">
        <p14:creationId xmlns:p14="http://schemas.microsoft.com/office/powerpoint/2010/main" val="3290706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ES" sz="2400" b="1" dirty="0" err="1">
                <a:solidFill>
                  <a:srgbClr val="002060"/>
                </a:solidFill>
                <a:latin typeface="Raleway" pitchFamily="2" charset="0"/>
                <a:ea typeface="+mn-ea"/>
                <a:cs typeface="+mn-cs"/>
              </a:rPr>
              <a:t>Gradient</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Descent</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with</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Momentum</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4" name="Imagen 3">
            <a:extLst>
              <a:ext uri="{FF2B5EF4-FFF2-40B4-BE49-F238E27FC236}">
                <a16:creationId xmlns:a16="http://schemas.microsoft.com/office/drawing/2014/main" id="{358A9497-4659-819C-62A6-D90C1CF5408A}"/>
              </a:ext>
            </a:extLst>
          </p:cNvPr>
          <p:cNvPicPr>
            <a:picLocks noChangeAspect="1"/>
          </p:cNvPicPr>
          <p:nvPr/>
        </p:nvPicPr>
        <p:blipFill>
          <a:blip r:embed="rId2"/>
          <a:stretch>
            <a:fillRect/>
          </a:stretch>
        </p:blipFill>
        <p:spPr>
          <a:xfrm>
            <a:off x="1049792" y="682625"/>
            <a:ext cx="6077149" cy="2307015"/>
          </a:xfrm>
          <a:prstGeom prst="rect">
            <a:avLst/>
          </a:prstGeom>
        </p:spPr>
      </p:pic>
      <p:pic>
        <p:nvPicPr>
          <p:cNvPr id="7" name="Picture 4" descr="Momentum - Cornell University Computational Optimization Open Textbook -  Optimization Wiki">
            <a:extLst>
              <a:ext uri="{FF2B5EF4-FFF2-40B4-BE49-F238E27FC236}">
                <a16:creationId xmlns:a16="http://schemas.microsoft.com/office/drawing/2014/main" id="{0A273C41-560C-73CA-7B7D-349BF7E476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643" y="3163321"/>
            <a:ext cx="3918788" cy="150220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4A933766-0EB3-F987-B5FF-F5B8AAC23E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9134" y="2828885"/>
            <a:ext cx="3392755" cy="2009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1358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ES" sz="2400" b="1" dirty="0" err="1">
                <a:solidFill>
                  <a:srgbClr val="002060"/>
                </a:solidFill>
                <a:latin typeface="Raleway" pitchFamily="2" charset="0"/>
                <a:ea typeface="+mn-ea"/>
                <a:cs typeface="+mn-cs"/>
              </a:rPr>
              <a:t>Gradient</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Descent</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with</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Momentum</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2" name="Imagen 1">
            <a:extLst>
              <a:ext uri="{FF2B5EF4-FFF2-40B4-BE49-F238E27FC236}">
                <a16:creationId xmlns:a16="http://schemas.microsoft.com/office/drawing/2014/main" id="{B49EBF3A-0583-38F3-51B9-A2B14DB015E9}"/>
              </a:ext>
            </a:extLst>
          </p:cNvPr>
          <p:cNvPicPr>
            <a:picLocks noChangeAspect="1"/>
          </p:cNvPicPr>
          <p:nvPr/>
        </p:nvPicPr>
        <p:blipFill>
          <a:blip r:embed="rId2"/>
          <a:stretch>
            <a:fillRect/>
          </a:stretch>
        </p:blipFill>
        <p:spPr>
          <a:xfrm>
            <a:off x="514498" y="1149347"/>
            <a:ext cx="7993961" cy="1206954"/>
          </a:xfrm>
          <a:prstGeom prst="rect">
            <a:avLst/>
          </a:prstGeom>
        </p:spPr>
      </p:pic>
      <p:pic>
        <p:nvPicPr>
          <p:cNvPr id="3" name="Imagen 2">
            <a:extLst>
              <a:ext uri="{FF2B5EF4-FFF2-40B4-BE49-F238E27FC236}">
                <a16:creationId xmlns:a16="http://schemas.microsoft.com/office/drawing/2014/main" id="{C1B2A74D-DD3D-4900-DA9D-89DE426F0AFE}"/>
              </a:ext>
            </a:extLst>
          </p:cNvPr>
          <p:cNvPicPr>
            <a:picLocks noChangeAspect="1"/>
          </p:cNvPicPr>
          <p:nvPr/>
        </p:nvPicPr>
        <p:blipFill>
          <a:blip r:embed="rId3"/>
          <a:stretch>
            <a:fillRect/>
          </a:stretch>
        </p:blipFill>
        <p:spPr>
          <a:xfrm>
            <a:off x="340468" y="3058002"/>
            <a:ext cx="8463064" cy="1046398"/>
          </a:xfrm>
          <a:prstGeom prst="rect">
            <a:avLst/>
          </a:prstGeom>
        </p:spPr>
      </p:pic>
    </p:spTree>
    <p:extLst>
      <p:ext uri="{BB962C8B-B14F-4D97-AF65-F5344CB8AC3E}">
        <p14:creationId xmlns:p14="http://schemas.microsoft.com/office/powerpoint/2010/main" val="3453137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ES" sz="2400" b="1" dirty="0" err="1">
                <a:solidFill>
                  <a:srgbClr val="002060"/>
                </a:solidFill>
                <a:latin typeface="Raleway" pitchFamily="2" charset="0"/>
                <a:ea typeface="+mn-ea"/>
                <a:cs typeface="+mn-cs"/>
              </a:rPr>
              <a:t>The</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Update</a:t>
            </a:r>
            <a:r>
              <a:rPr lang="es-ES" sz="2400" b="1" dirty="0">
                <a:solidFill>
                  <a:srgbClr val="002060"/>
                </a:solidFill>
                <a:latin typeface="Raleway" pitchFamily="2" charset="0"/>
                <a:ea typeface="+mn-ea"/>
                <a:cs typeface="+mn-cs"/>
              </a:rPr>
              <a:t> Rule</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7" name="Imagen 6">
            <a:extLst>
              <a:ext uri="{FF2B5EF4-FFF2-40B4-BE49-F238E27FC236}">
                <a16:creationId xmlns:a16="http://schemas.microsoft.com/office/drawing/2014/main" id="{FF31845E-4736-B151-9B33-4B97D7FFD3EC}"/>
              </a:ext>
            </a:extLst>
          </p:cNvPr>
          <p:cNvPicPr>
            <a:picLocks noChangeAspect="1"/>
          </p:cNvPicPr>
          <p:nvPr/>
        </p:nvPicPr>
        <p:blipFill>
          <a:blip r:embed="rId2"/>
          <a:stretch>
            <a:fillRect/>
          </a:stretch>
        </p:blipFill>
        <p:spPr>
          <a:xfrm>
            <a:off x="1049792" y="677077"/>
            <a:ext cx="6894073" cy="1185764"/>
          </a:xfrm>
          <a:prstGeom prst="rect">
            <a:avLst/>
          </a:prstGeom>
        </p:spPr>
      </p:pic>
      <p:pic>
        <p:nvPicPr>
          <p:cNvPr id="8" name="Imagen 7">
            <a:extLst>
              <a:ext uri="{FF2B5EF4-FFF2-40B4-BE49-F238E27FC236}">
                <a16:creationId xmlns:a16="http://schemas.microsoft.com/office/drawing/2014/main" id="{3BAF3FE9-7006-0B8B-B1E9-1163305058C2}"/>
              </a:ext>
            </a:extLst>
          </p:cNvPr>
          <p:cNvPicPr>
            <a:picLocks noChangeAspect="1"/>
          </p:cNvPicPr>
          <p:nvPr/>
        </p:nvPicPr>
        <p:blipFill>
          <a:blip r:embed="rId3"/>
          <a:stretch>
            <a:fillRect/>
          </a:stretch>
        </p:blipFill>
        <p:spPr>
          <a:xfrm>
            <a:off x="1030897" y="1732084"/>
            <a:ext cx="2950958" cy="660413"/>
          </a:xfrm>
          <a:prstGeom prst="rect">
            <a:avLst/>
          </a:prstGeom>
        </p:spPr>
      </p:pic>
      <p:pic>
        <p:nvPicPr>
          <p:cNvPr id="9" name="Imagen 8">
            <a:extLst>
              <a:ext uri="{FF2B5EF4-FFF2-40B4-BE49-F238E27FC236}">
                <a16:creationId xmlns:a16="http://schemas.microsoft.com/office/drawing/2014/main" id="{19B87C50-BBF9-80DD-2646-544B36F35DDD}"/>
              </a:ext>
            </a:extLst>
          </p:cNvPr>
          <p:cNvPicPr>
            <a:picLocks noChangeAspect="1"/>
          </p:cNvPicPr>
          <p:nvPr/>
        </p:nvPicPr>
        <p:blipFill>
          <a:blip r:embed="rId4"/>
          <a:stretch>
            <a:fillRect/>
          </a:stretch>
        </p:blipFill>
        <p:spPr>
          <a:xfrm>
            <a:off x="1161339" y="2506570"/>
            <a:ext cx="6516521" cy="811460"/>
          </a:xfrm>
          <a:prstGeom prst="rect">
            <a:avLst/>
          </a:prstGeom>
        </p:spPr>
      </p:pic>
      <p:pic>
        <p:nvPicPr>
          <p:cNvPr id="10" name="Imagen 9">
            <a:extLst>
              <a:ext uri="{FF2B5EF4-FFF2-40B4-BE49-F238E27FC236}">
                <a16:creationId xmlns:a16="http://schemas.microsoft.com/office/drawing/2014/main" id="{1770BA9A-7057-3991-A317-F50621196931}"/>
              </a:ext>
            </a:extLst>
          </p:cNvPr>
          <p:cNvPicPr>
            <a:picLocks noChangeAspect="1"/>
          </p:cNvPicPr>
          <p:nvPr/>
        </p:nvPicPr>
        <p:blipFill>
          <a:blip r:embed="rId5"/>
          <a:stretch>
            <a:fillRect/>
          </a:stretch>
        </p:blipFill>
        <p:spPr>
          <a:xfrm>
            <a:off x="1177926" y="3441957"/>
            <a:ext cx="5650892" cy="611674"/>
          </a:xfrm>
          <a:prstGeom prst="rect">
            <a:avLst/>
          </a:prstGeom>
        </p:spPr>
      </p:pic>
      <p:pic>
        <p:nvPicPr>
          <p:cNvPr id="11" name="Imagen 10">
            <a:extLst>
              <a:ext uri="{FF2B5EF4-FFF2-40B4-BE49-F238E27FC236}">
                <a16:creationId xmlns:a16="http://schemas.microsoft.com/office/drawing/2014/main" id="{2AF0C2C2-D4AE-0286-3AB1-9B8AD40294BF}"/>
              </a:ext>
            </a:extLst>
          </p:cNvPr>
          <p:cNvPicPr>
            <a:picLocks noChangeAspect="1"/>
          </p:cNvPicPr>
          <p:nvPr/>
        </p:nvPicPr>
        <p:blipFill>
          <a:blip r:embed="rId6"/>
          <a:stretch>
            <a:fillRect/>
          </a:stretch>
        </p:blipFill>
        <p:spPr>
          <a:xfrm>
            <a:off x="1049170" y="4302054"/>
            <a:ext cx="6129844" cy="613375"/>
          </a:xfrm>
          <a:prstGeom prst="rect">
            <a:avLst/>
          </a:prstGeom>
        </p:spPr>
      </p:pic>
    </p:spTree>
    <p:extLst>
      <p:ext uri="{BB962C8B-B14F-4D97-AF65-F5344CB8AC3E}">
        <p14:creationId xmlns:p14="http://schemas.microsoft.com/office/powerpoint/2010/main" val="3442201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ES" sz="2400" b="1" dirty="0" err="1">
                <a:solidFill>
                  <a:srgbClr val="002060"/>
                </a:solidFill>
                <a:latin typeface="Raleway" pitchFamily="2" charset="0"/>
                <a:ea typeface="+mn-ea"/>
                <a:cs typeface="+mn-cs"/>
              </a:rPr>
              <a:t>Nesterov</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Accelerated</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Gradient</a:t>
            </a:r>
            <a:r>
              <a:rPr lang="es-ES" sz="2400" b="1" dirty="0">
                <a:solidFill>
                  <a:srgbClr val="002060"/>
                </a:solidFill>
                <a:latin typeface="Raleway" pitchFamily="2" charset="0"/>
                <a:ea typeface="+mn-ea"/>
                <a:cs typeface="+mn-cs"/>
              </a:rPr>
              <a:t> (NAG) </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2" name="Imagen 1">
            <a:extLst>
              <a:ext uri="{FF2B5EF4-FFF2-40B4-BE49-F238E27FC236}">
                <a16:creationId xmlns:a16="http://schemas.microsoft.com/office/drawing/2014/main" id="{41D21A6D-E538-16A9-71C6-79D54AC7858F}"/>
              </a:ext>
            </a:extLst>
          </p:cNvPr>
          <p:cNvPicPr>
            <a:picLocks noChangeAspect="1"/>
          </p:cNvPicPr>
          <p:nvPr/>
        </p:nvPicPr>
        <p:blipFill>
          <a:blip r:embed="rId2"/>
          <a:stretch>
            <a:fillRect/>
          </a:stretch>
        </p:blipFill>
        <p:spPr>
          <a:xfrm>
            <a:off x="255028" y="795546"/>
            <a:ext cx="8734882" cy="1394083"/>
          </a:xfrm>
          <a:prstGeom prst="rect">
            <a:avLst/>
          </a:prstGeom>
        </p:spPr>
      </p:pic>
      <p:pic>
        <p:nvPicPr>
          <p:cNvPr id="3" name="Imagen 2">
            <a:extLst>
              <a:ext uri="{FF2B5EF4-FFF2-40B4-BE49-F238E27FC236}">
                <a16:creationId xmlns:a16="http://schemas.microsoft.com/office/drawing/2014/main" id="{624F1846-A6B9-64C4-6972-3FF248C6E0A5}"/>
              </a:ext>
            </a:extLst>
          </p:cNvPr>
          <p:cNvPicPr>
            <a:picLocks noChangeAspect="1"/>
          </p:cNvPicPr>
          <p:nvPr/>
        </p:nvPicPr>
        <p:blipFill>
          <a:blip r:embed="rId3"/>
          <a:stretch>
            <a:fillRect/>
          </a:stretch>
        </p:blipFill>
        <p:spPr>
          <a:xfrm>
            <a:off x="387546" y="2419350"/>
            <a:ext cx="7109309" cy="1131728"/>
          </a:xfrm>
          <a:prstGeom prst="rect">
            <a:avLst/>
          </a:prstGeom>
        </p:spPr>
      </p:pic>
      <p:pic>
        <p:nvPicPr>
          <p:cNvPr id="4" name="Imagen 3">
            <a:extLst>
              <a:ext uri="{FF2B5EF4-FFF2-40B4-BE49-F238E27FC236}">
                <a16:creationId xmlns:a16="http://schemas.microsoft.com/office/drawing/2014/main" id="{FD0DA5EE-73EC-C2E9-80AC-828D3493686A}"/>
              </a:ext>
            </a:extLst>
          </p:cNvPr>
          <p:cNvPicPr>
            <a:picLocks noChangeAspect="1"/>
          </p:cNvPicPr>
          <p:nvPr/>
        </p:nvPicPr>
        <p:blipFill>
          <a:blip r:embed="rId4"/>
          <a:stretch>
            <a:fillRect/>
          </a:stretch>
        </p:blipFill>
        <p:spPr>
          <a:xfrm>
            <a:off x="319879" y="3551078"/>
            <a:ext cx="6888108" cy="1255189"/>
          </a:xfrm>
          <a:prstGeom prst="rect">
            <a:avLst/>
          </a:prstGeom>
        </p:spPr>
      </p:pic>
    </p:spTree>
    <p:extLst>
      <p:ext uri="{BB962C8B-B14F-4D97-AF65-F5344CB8AC3E}">
        <p14:creationId xmlns:p14="http://schemas.microsoft.com/office/powerpoint/2010/main" val="297701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ES" sz="2400" b="1" dirty="0" err="1">
                <a:solidFill>
                  <a:srgbClr val="002060"/>
                </a:solidFill>
                <a:latin typeface="Raleway" pitchFamily="2" charset="0"/>
                <a:ea typeface="+mn-ea"/>
                <a:cs typeface="+mn-cs"/>
              </a:rPr>
              <a:t>Nesterov</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Accelerated</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Gradient</a:t>
            </a:r>
            <a:r>
              <a:rPr lang="es-ES" sz="2400" b="1" dirty="0">
                <a:solidFill>
                  <a:srgbClr val="002060"/>
                </a:solidFill>
                <a:latin typeface="Raleway" pitchFamily="2" charset="0"/>
                <a:ea typeface="+mn-ea"/>
                <a:cs typeface="+mn-cs"/>
              </a:rPr>
              <a:t> (NAG) </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7" name="Imagen 6">
            <a:extLst>
              <a:ext uri="{FF2B5EF4-FFF2-40B4-BE49-F238E27FC236}">
                <a16:creationId xmlns:a16="http://schemas.microsoft.com/office/drawing/2014/main" id="{E7E5288B-E5C1-016A-D5C7-B8D9889196E8}"/>
              </a:ext>
            </a:extLst>
          </p:cNvPr>
          <p:cNvPicPr>
            <a:picLocks noChangeAspect="1"/>
          </p:cNvPicPr>
          <p:nvPr/>
        </p:nvPicPr>
        <p:blipFill>
          <a:blip r:embed="rId2"/>
          <a:stretch>
            <a:fillRect/>
          </a:stretch>
        </p:blipFill>
        <p:spPr>
          <a:xfrm>
            <a:off x="642671" y="934159"/>
            <a:ext cx="7988971" cy="1100863"/>
          </a:xfrm>
          <a:prstGeom prst="rect">
            <a:avLst/>
          </a:prstGeom>
        </p:spPr>
      </p:pic>
      <p:pic>
        <p:nvPicPr>
          <p:cNvPr id="8" name="Imagen 7">
            <a:extLst>
              <a:ext uri="{FF2B5EF4-FFF2-40B4-BE49-F238E27FC236}">
                <a16:creationId xmlns:a16="http://schemas.microsoft.com/office/drawing/2014/main" id="{EDF5420F-9A62-F33E-FA6E-40E5652DB41E}"/>
              </a:ext>
            </a:extLst>
          </p:cNvPr>
          <p:cNvPicPr>
            <a:picLocks noChangeAspect="1"/>
          </p:cNvPicPr>
          <p:nvPr/>
        </p:nvPicPr>
        <p:blipFill>
          <a:blip r:embed="rId3"/>
          <a:stretch>
            <a:fillRect/>
          </a:stretch>
        </p:blipFill>
        <p:spPr>
          <a:xfrm>
            <a:off x="596372" y="2419350"/>
            <a:ext cx="8081567" cy="797354"/>
          </a:xfrm>
          <a:prstGeom prst="rect">
            <a:avLst/>
          </a:prstGeom>
        </p:spPr>
      </p:pic>
    </p:spTree>
    <p:extLst>
      <p:ext uri="{BB962C8B-B14F-4D97-AF65-F5344CB8AC3E}">
        <p14:creationId xmlns:p14="http://schemas.microsoft.com/office/powerpoint/2010/main" val="409734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ES" sz="2400" b="1" dirty="0">
                <a:solidFill>
                  <a:srgbClr val="002060"/>
                </a:solidFill>
                <a:latin typeface="Raleway" pitchFamily="2" charset="0"/>
                <a:ea typeface="+mn-ea"/>
                <a:cs typeface="+mn-cs"/>
              </a:rPr>
              <a:t>Adaptative </a:t>
            </a:r>
            <a:r>
              <a:rPr lang="es-ES" sz="2400" b="1" dirty="0" err="1">
                <a:solidFill>
                  <a:srgbClr val="002060"/>
                </a:solidFill>
                <a:latin typeface="Raleway" pitchFamily="2" charset="0"/>
                <a:ea typeface="+mn-ea"/>
                <a:cs typeface="+mn-cs"/>
              </a:rPr>
              <a:t>Gradient</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Descent</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Adagrad</a:t>
            </a:r>
            <a:r>
              <a:rPr lang="es-ES" sz="2400" b="1" dirty="0">
                <a:solidFill>
                  <a:srgbClr val="002060"/>
                </a:solidFill>
                <a:latin typeface="Raleway" pitchFamily="2" charset="0"/>
                <a:ea typeface="+mn-ea"/>
                <a:cs typeface="+mn-cs"/>
              </a:rPr>
              <a:t>) </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2" name="Imagen 1">
            <a:extLst>
              <a:ext uri="{FF2B5EF4-FFF2-40B4-BE49-F238E27FC236}">
                <a16:creationId xmlns:a16="http://schemas.microsoft.com/office/drawing/2014/main" id="{40FC6B1D-81F3-78EC-C525-D95A3CF78D7C}"/>
              </a:ext>
            </a:extLst>
          </p:cNvPr>
          <p:cNvPicPr>
            <a:picLocks noChangeAspect="1"/>
          </p:cNvPicPr>
          <p:nvPr/>
        </p:nvPicPr>
        <p:blipFill>
          <a:blip r:embed="rId2"/>
          <a:stretch>
            <a:fillRect/>
          </a:stretch>
        </p:blipFill>
        <p:spPr>
          <a:xfrm>
            <a:off x="206485" y="1088288"/>
            <a:ext cx="8426229" cy="3271723"/>
          </a:xfrm>
          <a:prstGeom prst="rect">
            <a:avLst/>
          </a:prstGeom>
        </p:spPr>
      </p:pic>
    </p:spTree>
    <p:extLst>
      <p:ext uri="{BB962C8B-B14F-4D97-AF65-F5344CB8AC3E}">
        <p14:creationId xmlns:p14="http://schemas.microsoft.com/office/powerpoint/2010/main" val="1783031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ES" sz="2400" b="1" dirty="0">
                <a:solidFill>
                  <a:srgbClr val="002060"/>
                </a:solidFill>
                <a:latin typeface="Raleway" pitchFamily="2" charset="0"/>
                <a:ea typeface="+mn-ea"/>
                <a:cs typeface="+mn-cs"/>
              </a:rPr>
              <a:t>Adaptative </a:t>
            </a:r>
            <a:r>
              <a:rPr lang="es-ES" sz="2400" b="1" dirty="0" err="1">
                <a:solidFill>
                  <a:srgbClr val="002060"/>
                </a:solidFill>
                <a:latin typeface="Raleway" pitchFamily="2" charset="0"/>
                <a:ea typeface="+mn-ea"/>
                <a:cs typeface="+mn-cs"/>
              </a:rPr>
              <a:t>Gradient</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Descent</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Adagrad</a:t>
            </a:r>
            <a:r>
              <a:rPr lang="es-ES" sz="2400" b="1" dirty="0">
                <a:solidFill>
                  <a:srgbClr val="002060"/>
                </a:solidFill>
                <a:latin typeface="Raleway" pitchFamily="2" charset="0"/>
                <a:ea typeface="+mn-ea"/>
                <a:cs typeface="+mn-cs"/>
              </a:rPr>
              <a:t>) </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3" name="Imagen 2">
            <a:extLst>
              <a:ext uri="{FF2B5EF4-FFF2-40B4-BE49-F238E27FC236}">
                <a16:creationId xmlns:a16="http://schemas.microsoft.com/office/drawing/2014/main" id="{1D6A56AD-215C-A79E-5FE8-09E1D6569E08}"/>
              </a:ext>
            </a:extLst>
          </p:cNvPr>
          <p:cNvPicPr>
            <a:picLocks noChangeAspect="1"/>
          </p:cNvPicPr>
          <p:nvPr/>
        </p:nvPicPr>
        <p:blipFill>
          <a:blip r:embed="rId2"/>
          <a:stretch>
            <a:fillRect/>
          </a:stretch>
        </p:blipFill>
        <p:spPr>
          <a:xfrm>
            <a:off x="439984" y="740614"/>
            <a:ext cx="8704016" cy="1430093"/>
          </a:xfrm>
          <a:prstGeom prst="rect">
            <a:avLst/>
          </a:prstGeom>
        </p:spPr>
      </p:pic>
      <p:pic>
        <p:nvPicPr>
          <p:cNvPr id="4" name="Imagen 3">
            <a:extLst>
              <a:ext uri="{FF2B5EF4-FFF2-40B4-BE49-F238E27FC236}">
                <a16:creationId xmlns:a16="http://schemas.microsoft.com/office/drawing/2014/main" id="{51845103-66DE-C5EE-A5B4-129153C61D6F}"/>
              </a:ext>
            </a:extLst>
          </p:cNvPr>
          <p:cNvPicPr>
            <a:picLocks noChangeAspect="1"/>
          </p:cNvPicPr>
          <p:nvPr/>
        </p:nvPicPr>
        <p:blipFill>
          <a:blip r:embed="rId3"/>
          <a:stretch>
            <a:fillRect/>
          </a:stretch>
        </p:blipFill>
        <p:spPr>
          <a:xfrm>
            <a:off x="434181" y="2372062"/>
            <a:ext cx="7942673" cy="658460"/>
          </a:xfrm>
          <a:prstGeom prst="rect">
            <a:avLst/>
          </a:prstGeom>
        </p:spPr>
      </p:pic>
      <p:pic>
        <p:nvPicPr>
          <p:cNvPr id="7" name="Imagen 6">
            <a:extLst>
              <a:ext uri="{FF2B5EF4-FFF2-40B4-BE49-F238E27FC236}">
                <a16:creationId xmlns:a16="http://schemas.microsoft.com/office/drawing/2014/main" id="{05E357A2-0D33-EB36-859E-A8B2BF2DCF4C}"/>
              </a:ext>
            </a:extLst>
          </p:cNvPr>
          <p:cNvPicPr>
            <a:picLocks noChangeAspect="1"/>
          </p:cNvPicPr>
          <p:nvPr/>
        </p:nvPicPr>
        <p:blipFill>
          <a:blip r:embed="rId4"/>
          <a:stretch>
            <a:fillRect/>
          </a:stretch>
        </p:blipFill>
        <p:spPr>
          <a:xfrm>
            <a:off x="434181" y="3231877"/>
            <a:ext cx="8040413" cy="715046"/>
          </a:xfrm>
          <a:prstGeom prst="rect">
            <a:avLst/>
          </a:prstGeom>
        </p:spPr>
      </p:pic>
      <p:pic>
        <p:nvPicPr>
          <p:cNvPr id="8" name="Imagen 7">
            <a:extLst>
              <a:ext uri="{FF2B5EF4-FFF2-40B4-BE49-F238E27FC236}">
                <a16:creationId xmlns:a16="http://schemas.microsoft.com/office/drawing/2014/main" id="{30A1ABD3-AD6D-A9B0-44AE-B253AF19E0C5}"/>
              </a:ext>
            </a:extLst>
          </p:cNvPr>
          <p:cNvPicPr>
            <a:picLocks noChangeAspect="1"/>
          </p:cNvPicPr>
          <p:nvPr/>
        </p:nvPicPr>
        <p:blipFill>
          <a:blip r:embed="rId5"/>
          <a:stretch>
            <a:fillRect/>
          </a:stretch>
        </p:blipFill>
        <p:spPr>
          <a:xfrm>
            <a:off x="439325" y="4054988"/>
            <a:ext cx="8035269" cy="622450"/>
          </a:xfrm>
          <a:prstGeom prst="rect">
            <a:avLst/>
          </a:prstGeom>
        </p:spPr>
      </p:pic>
    </p:spTree>
    <p:extLst>
      <p:ext uri="{BB962C8B-B14F-4D97-AF65-F5344CB8AC3E}">
        <p14:creationId xmlns:p14="http://schemas.microsoft.com/office/powerpoint/2010/main" val="2697861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ES" sz="2400" b="1" dirty="0">
                <a:solidFill>
                  <a:srgbClr val="002060"/>
                </a:solidFill>
                <a:latin typeface="Raleway" pitchFamily="2" charset="0"/>
                <a:ea typeface="+mn-ea"/>
                <a:cs typeface="+mn-cs"/>
              </a:rPr>
              <a:t>Adaptative </a:t>
            </a:r>
            <a:r>
              <a:rPr lang="es-ES" sz="2400" b="1" dirty="0" err="1">
                <a:solidFill>
                  <a:srgbClr val="002060"/>
                </a:solidFill>
                <a:latin typeface="Raleway" pitchFamily="2" charset="0"/>
                <a:ea typeface="+mn-ea"/>
                <a:cs typeface="+mn-cs"/>
              </a:rPr>
              <a:t>Gradient</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Descent</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Adagrad</a:t>
            </a:r>
            <a:r>
              <a:rPr lang="es-ES" sz="2400" b="1" dirty="0">
                <a:solidFill>
                  <a:srgbClr val="002060"/>
                </a:solidFill>
                <a:latin typeface="Raleway" pitchFamily="2" charset="0"/>
                <a:ea typeface="+mn-ea"/>
                <a:cs typeface="+mn-cs"/>
              </a:rPr>
              <a:t>) </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2" name="Imagen 1">
            <a:extLst>
              <a:ext uri="{FF2B5EF4-FFF2-40B4-BE49-F238E27FC236}">
                <a16:creationId xmlns:a16="http://schemas.microsoft.com/office/drawing/2014/main" id="{F6D90887-3F5A-CA87-A51E-1114111A88D9}"/>
              </a:ext>
            </a:extLst>
          </p:cNvPr>
          <p:cNvPicPr>
            <a:picLocks noChangeAspect="1"/>
          </p:cNvPicPr>
          <p:nvPr/>
        </p:nvPicPr>
        <p:blipFill>
          <a:blip r:embed="rId2"/>
          <a:stretch>
            <a:fillRect/>
          </a:stretch>
        </p:blipFill>
        <p:spPr>
          <a:xfrm>
            <a:off x="3712683" y="683958"/>
            <a:ext cx="2402350" cy="771632"/>
          </a:xfrm>
          <a:prstGeom prst="rect">
            <a:avLst/>
          </a:prstGeom>
        </p:spPr>
      </p:pic>
      <p:pic>
        <p:nvPicPr>
          <p:cNvPr id="9" name="Imagen 8">
            <a:extLst>
              <a:ext uri="{FF2B5EF4-FFF2-40B4-BE49-F238E27FC236}">
                <a16:creationId xmlns:a16="http://schemas.microsoft.com/office/drawing/2014/main" id="{5748222D-7DCC-D2D8-2A5A-13B84EADB597}"/>
              </a:ext>
            </a:extLst>
          </p:cNvPr>
          <p:cNvPicPr>
            <a:picLocks noChangeAspect="1"/>
          </p:cNvPicPr>
          <p:nvPr/>
        </p:nvPicPr>
        <p:blipFill>
          <a:blip r:embed="rId3"/>
          <a:stretch>
            <a:fillRect/>
          </a:stretch>
        </p:blipFill>
        <p:spPr>
          <a:xfrm>
            <a:off x="434181" y="1751578"/>
            <a:ext cx="7685461" cy="1178026"/>
          </a:xfrm>
          <a:prstGeom prst="rect">
            <a:avLst/>
          </a:prstGeom>
        </p:spPr>
      </p:pic>
      <p:pic>
        <p:nvPicPr>
          <p:cNvPr id="10" name="Imagen 9">
            <a:extLst>
              <a:ext uri="{FF2B5EF4-FFF2-40B4-BE49-F238E27FC236}">
                <a16:creationId xmlns:a16="http://schemas.microsoft.com/office/drawing/2014/main" id="{FD0CC506-E2A7-2531-EB4A-E7883E3BFE86}"/>
              </a:ext>
            </a:extLst>
          </p:cNvPr>
          <p:cNvPicPr>
            <a:picLocks noChangeAspect="1"/>
          </p:cNvPicPr>
          <p:nvPr/>
        </p:nvPicPr>
        <p:blipFill>
          <a:blip r:embed="rId4"/>
          <a:stretch>
            <a:fillRect/>
          </a:stretch>
        </p:blipFill>
        <p:spPr>
          <a:xfrm>
            <a:off x="588962" y="2984044"/>
            <a:ext cx="7011569" cy="1738745"/>
          </a:xfrm>
          <a:prstGeom prst="rect">
            <a:avLst/>
          </a:prstGeom>
        </p:spPr>
      </p:pic>
    </p:spTree>
    <p:extLst>
      <p:ext uri="{BB962C8B-B14F-4D97-AF65-F5344CB8AC3E}">
        <p14:creationId xmlns:p14="http://schemas.microsoft.com/office/powerpoint/2010/main" val="2294433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ES" sz="2400" b="1" dirty="0" err="1">
                <a:solidFill>
                  <a:srgbClr val="002060"/>
                </a:solidFill>
                <a:latin typeface="Raleway" pitchFamily="2" charset="0"/>
                <a:ea typeface="+mn-ea"/>
                <a:cs typeface="+mn-cs"/>
              </a:rPr>
              <a:t>RMSProp</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3" name="Imagen 2">
            <a:extLst>
              <a:ext uri="{FF2B5EF4-FFF2-40B4-BE49-F238E27FC236}">
                <a16:creationId xmlns:a16="http://schemas.microsoft.com/office/drawing/2014/main" id="{1A854F85-04F0-D92F-5ACF-23D53F0B71A4}"/>
              </a:ext>
            </a:extLst>
          </p:cNvPr>
          <p:cNvPicPr>
            <a:picLocks noChangeAspect="1"/>
          </p:cNvPicPr>
          <p:nvPr/>
        </p:nvPicPr>
        <p:blipFill>
          <a:blip r:embed="rId2"/>
          <a:stretch>
            <a:fillRect/>
          </a:stretch>
        </p:blipFill>
        <p:spPr>
          <a:xfrm>
            <a:off x="315082" y="864573"/>
            <a:ext cx="8678296" cy="1399227"/>
          </a:xfrm>
          <a:prstGeom prst="rect">
            <a:avLst/>
          </a:prstGeom>
        </p:spPr>
      </p:pic>
      <p:pic>
        <p:nvPicPr>
          <p:cNvPr id="4" name="Imagen 3">
            <a:extLst>
              <a:ext uri="{FF2B5EF4-FFF2-40B4-BE49-F238E27FC236}">
                <a16:creationId xmlns:a16="http://schemas.microsoft.com/office/drawing/2014/main" id="{384B04BF-EDC7-FCF2-5CF2-3FE8FDF2DF08}"/>
              </a:ext>
            </a:extLst>
          </p:cNvPr>
          <p:cNvPicPr>
            <a:picLocks noChangeAspect="1"/>
          </p:cNvPicPr>
          <p:nvPr/>
        </p:nvPicPr>
        <p:blipFill>
          <a:blip r:embed="rId3"/>
          <a:stretch>
            <a:fillRect/>
          </a:stretch>
        </p:blipFill>
        <p:spPr>
          <a:xfrm>
            <a:off x="315083" y="2537046"/>
            <a:ext cx="7284212" cy="267499"/>
          </a:xfrm>
          <a:prstGeom prst="rect">
            <a:avLst/>
          </a:prstGeom>
        </p:spPr>
      </p:pic>
      <p:pic>
        <p:nvPicPr>
          <p:cNvPr id="7" name="Imagen 6">
            <a:extLst>
              <a:ext uri="{FF2B5EF4-FFF2-40B4-BE49-F238E27FC236}">
                <a16:creationId xmlns:a16="http://schemas.microsoft.com/office/drawing/2014/main" id="{5F525BD1-A111-9344-6E45-0032287FD62B}"/>
              </a:ext>
            </a:extLst>
          </p:cNvPr>
          <p:cNvPicPr>
            <a:picLocks noChangeAspect="1"/>
          </p:cNvPicPr>
          <p:nvPr/>
        </p:nvPicPr>
        <p:blipFill>
          <a:blip r:embed="rId4"/>
          <a:stretch>
            <a:fillRect/>
          </a:stretch>
        </p:blipFill>
        <p:spPr>
          <a:xfrm>
            <a:off x="315090" y="3138700"/>
            <a:ext cx="8508536" cy="1399227"/>
          </a:xfrm>
          <a:prstGeom prst="rect">
            <a:avLst/>
          </a:prstGeom>
        </p:spPr>
      </p:pic>
    </p:spTree>
    <p:extLst>
      <p:ext uri="{BB962C8B-B14F-4D97-AF65-F5344CB8AC3E}">
        <p14:creationId xmlns:p14="http://schemas.microsoft.com/office/powerpoint/2010/main" val="2951850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ES" sz="2400" b="1" dirty="0" err="1">
                <a:solidFill>
                  <a:srgbClr val="002060"/>
                </a:solidFill>
                <a:latin typeface="Raleway" pitchFamily="2" charset="0"/>
                <a:ea typeface="+mn-ea"/>
                <a:cs typeface="+mn-cs"/>
              </a:rPr>
              <a:t>RMSProp</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2" name="Imagen 1">
            <a:extLst>
              <a:ext uri="{FF2B5EF4-FFF2-40B4-BE49-F238E27FC236}">
                <a16:creationId xmlns:a16="http://schemas.microsoft.com/office/drawing/2014/main" id="{9EBA22C9-847E-B487-A12C-533BFE903E23}"/>
              </a:ext>
            </a:extLst>
          </p:cNvPr>
          <p:cNvPicPr>
            <a:picLocks noChangeAspect="1"/>
          </p:cNvPicPr>
          <p:nvPr/>
        </p:nvPicPr>
        <p:blipFill>
          <a:blip r:embed="rId2"/>
          <a:stretch>
            <a:fillRect/>
          </a:stretch>
        </p:blipFill>
        <p:spPr>
          <a:xfrm>
            <a:off x="259173" y="1108098"/>
            <a:ext cx="8147393" cy="702090"/>
          </a:xfrm>
          <a:prstGeom prst="rect">
            <a:avLst/>
          </a:prstGeom>
        </p:spPr>
      </p:pic>
      <p:pic>
        <p:nvPicPr>
          <p:cNvPr id="8" name="Imagen 7">
            <a:extLst>
              <a:ext uri="{FF2B5EF4-FFF2-40B4-BE49-F238E27FC236}">
                <a16:creationId xmlns:a16="http://schemas.microsoft.com/office/drawing/2014/main" id="{E6166EE6-002A-2159-FD15-AF283AB42954}"/>
              </a:ext>
            </a:extLst>
          </p:cNvPr>
          <p:cNvPicPr>
            <a:picLocks noChangeAspect="1"/>
          </p:cNvPicPr>
          <p:nvPr/>
        </p:nvPicPr>
        <p:blipFill>
          <a:blip r:embed="rId3"/>
          <a:stretch>
            <a:fillRect/>
          </a:stretch>
        </p:blipFill>
        <p:spPr>
          <a:xfrm>
            <a:off x="259170" y="2323488"/>
            <a:ext cx="8205028" cy="712570"/>
          </a:xfrm>
          <a:prstGeom prst="rect">
            <a:avLst/>
          </a:prstGeom>
        </p:spPr>
      </p:pic>
      <p:pic>
        <p:nvPicPr>
          <p:cNvPr id="9" name="Imagen 8">
            <a:extLst>
              <a:ext uri="{FF2B5EF4-FFF2-40B4-BE49-F238E27FC236}">
                <a16:creationId xmlns:a16="http://schemas.microsoft.com/office/drawing/2014/main" id="{790FAE24-9260-43AC-FBE6-E31BA814C394}"/>
              </a:ext>
            </a:extLst>
          </p:cNvPr>
          <p:cNvPicPr>
            <a:picLocks noChangeAspect="1"/>
          </p:cNvPicPr>
          <p:nvPr/>
        </p:nvPicPr>
        <p:blipFill>
          <a:blip r:embed="rId4"/>
          <a:stretch>
            <a:fillRect/>
          </a:stretch>
        </p:blipFill>
        <p:spPr>
          <a:xfrm>
            <a:off x="217995" y="3552221"/>
            <a:ext cx="8718497" cy="665414"/>
          </a:xfrm>
          <a:prstGeom prst="rect">
            <a:avLst/>
          </a:prstGeom>
        </p:spPr>
      </p:pic>
    </p:spTree>
    <p:extLst>
      <p:ext uri="{BB962C8B-B14F-4D97-AF65-F5344CB8AC3E}">
        <p14:creationId xmlns:p14="http://schemas.microsoft.com/office/powerpoint/2010/main" val="4234905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ES" sz="2400" b="1" dirty="0" err="1">
                <a:solidFill>
                  <a:srgbClr val="002060"/>
                </a:solidFill>
                <a:latin typeface="Raleway" pitchFamily="2" charset="0"/>
                <a:ea typeface="+mn-ea"/>
                <a:cs typeface="+mn-cs"/>
              </a:rPr>
              <a:t>RMSProp</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3" name="Imagen 2">
            <a:extLst>
              <a:ext uri="{FF2B5EF4-FFF2-40B4-BE49-F238E27FC236}">
                <a16:creationId xmlns:a16="http://schemas.microsoft.com/office/drawing/2014/main" id="{66D99134-8DF9-EC18-1084-3255A73D2EA2}"/>
              </a:ext>
            </a:extLst>
          </p:cNvPr>
          <p:cNvPicPr>
            <a:picLocks noChangeAspect="1"/>
          </p:cNvPicPr>
          <p:nvPr/>
        </p:nvPicPr>
        <p:blipFill>
          <a:blip r:embed="rId2"/>
          <a:stretch>
            <a:fillRect/>
          </a:stretch>
        </p:blipFill>
        <p:spPr>
          <a:xfrm>
            <a:off x="2308933" y="682625"/>
            <a:ext cx="5316454" cy="877946"/>
          </a:xfrm>
          <a:prstGeom prst="rect">
            <a:avLst/>
          </a:prstGeom>
        </p:spPr>
      </p:pic>
      <p:pic>
        <p:nvPicPr>
          <p:cNvPr id="4" name="Imagen 3">
            <a:extLst>
              <a:ext uri="{FF2B5EF4-FFF2-40B4-BE49-F238E27FC236}">
                <a16:creationId xmlns:a16="http://schemas.microsoft.com/office/drawing/2014/main" id="{70A19FCA-8FBE-F295-617F-137957140252}"/>
              </a:ext>
            </a:extLst>
          </p:cNvPr>
          <p:cNvPicPr>
            <a:picLocks noChangeAspect="1"/>
          </p:cNvPicPr>
          <p:nvPr/>
        </p:nvPicPr>
        <p:blipFill>
          <a:blip r:embed="rId3"/>
          <a:stretch>
            <a:fillRect/>
          </a:stretch>
        </p:blipFill>
        <p:spPr>
          <a:xfrm>
            <a:off x="362124" y="2155758"/>
            <a:ext cx="8419751" cy="2121704"/>
          </a:xfrm>
          <a:prstGeom prst="rect">
            <a:avLst/>
          </a:prstGeom>
        </p:spPr>
      </p:pic>
    </p:spTree>
    <p:extLst>
      <p:ext uri="{BB962C8B-B14F-4D97-AF65-F5344CB8AC3E}">
        <p14:creationId xmlns:p14="http://schemas.microsoft.com/office/powerpoint/2010/main" val="3768736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ES" sz="2400" b="1" dirty="0" err="1">
                <a:solidFill>
                  <a:srgbClr val="002060"/>
                </a:solidFill>
                <a:latin typeface="Raleway" pitchFamily="2" charset="0"/>
                <a:ea typeface="+mn-ea"/>
                <a:cs typeface="+mn-cs"/>
              </a:rPr>
              <a:t>RMSProp</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2" name="Imagen 1">
            <a:extLst>
              <a:ext uri="{FF2B5EF4-FFF2-40B4-BE49-F238E27FC236}">
                <a16:creationId xmlns:a16="http://schemas.microsoft.com/office/drawing/2014/main" id="{2B229C88-DC75-530E-841D-5AC2A874A739}"/>
              </a:ext>
            </a:extLst>
          </p:cNvPr>
          <p:cNvPicPr>
            <a:picLocks noChangeAspect="1"/>
          </p:cNvPicPr>
          <p:nvPr/>
        </p:nvPicPr>
        <p:blipFill>
          <a:blip r:embed="rId2"/>
          <a:stretch>
            <a:fillRect/>
          </a:stretch>
        </p:blipFill>
        <p:spPr>
          <a:xfrm>
            <a:off x="168835" y="1007738"/>
            <a:ext cx="8806329" cy="1411612"/>
          </a:xfrm>
          <a:prstGeom prst="rect">
            <a:avLst/>
          </a:prstGeom>
        </p:spPr>
      </p:pic>
      <p:pic>
        <p:nvPicPr>
          <p:cNvPr id="7" name="Imagen 6">
            <a:extLst>
              <a:ext uri="{FF2B5EF4-FFF2-40B4-BE49-F238E27FC236}">
                <a16:creationId xmlns:a16="http://schemas.microsoft.com/office/drawing/2014/main" id="{245B6247-52B3-476E-1D70-80BF9109A5E6}"/>
              </a:ext>
            </a:extLst>
          </p:cNvPr>
          <p:cNvPicPr>
            <a:picLocks noChangeAspect="1"/>
          </p:cNvPicPr>
          <p:nvPr/>
        </p:nvPicPr>
        <p:blipFill>
          <a:blip r:embed="rId3"/>
          <a:stretch>
            <a:fillRect/>
          </a:stretch>
        </p:blipFill>
        <p:spPr>
          <a:xfrm>
            <a:off x="789868" y="2361361"/>
            <a:ext cx="7063964" cy="1990431"/>
          </a:xfrm>
          <a:prstGeom prst="rect">
            <a:avLst/>
          </a:prstGeom>
        </p:spPr>
      </p:pic>
    </p:spTree>
    <p:extLst>
      <p:ext uri="{BB962C8B-B14F-4D97-AF65-F5344CB8AC3E}">
        <p14:creationId xmlns:p14="http://schemas.microsoft.com/office/powerpoint/2010/main" val="159370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ES" sz="2400" b="1" dirty="0">
                <a:solidFill>
                  <a:srgbClr val="002060"/>
                </a:solidFill>
                <a:latin typeface="Raleway" pitchFamily="2" charset="0"/>
                <a:ea typeface="+mn-ea"/>
                <a:cs typeface="+mn-cs"/>
              </a:rPr>
              <a:t>Adaptive </a:t>
            </a:r>
            <a:r>
              <a:rPr lang="es-ES" sz="2400" b="1" dirty="0" err="1">
                <a:solidFill>
                  <a:srgbClr val="002060"/>
                </a:solidFill>
                <a:latin typeface="Raleway" pitchFamily="2" charset="0"/>
                <a:ea typeface="+mn-ea"/>
                <a:cs typeface="+mn-cs"/>
              </a:rPr>
              <a:t>Moment</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Estimation</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3" name="Imagen 2">
            <a:extLst>
              <a:ext uri="{FF2B5EF4-FFF2-40B4-BE49-F238E27FC236}">
                <a16:creationId xmlns:a16="http://schemas.microsoft.com/office/drawing/2014/main" id="{7EB5909B-A7C0-D610-B2A8-23C0002A6E0B}"/>
              </a:ext>
            </a:extLst>
          </p:cNvPr>
          <p:cNvPicPr>
            <a:picLocks noChangeAspect="1"/>
          </p:cNvPicPr>
          <p:nvPr/>
        </p:nvPicPr>
        <p:blipFill>
          <a:blip r:embed="rId2"/>
          <a:stretch>
            <a:fillRect/>
          </a:stretch>
        </p:blipFill>
        <p:spPr>
          <a:xfrm>
            <a:off x="3780720" y="3360427"/>
            <a:ext cx="3194756" cy="634072"/>
          </a:xfrm>
          <a:prstGeom prst="rect">
            <a:avLst/>
          </a:prstGeom>
        </p:spPr>
      </p:pic>
      <p:pic>
        <p:nvPicPr>
          <p:cNvPr id="4" name="Imagen 3">
            <a:extLst>
              <a:ext uri="{FF2B5EF4-FFF2-40B4-BE49-F238E27FC236}">
                <a16:creationId xmlns:a16="http://schemas.microsoft.com/office/drawing/2014/main" id="{432208C6-0E20-A961-6D6A-7295A2E6B84A}"/>
              </a:ext>
            </a:extLst>
          </p:cNvPr>
          <p:cNvPicPr>
            <a:picLocks noChangeAspect="1"/>
          </p:cNvPicPr>
          <p:nvPr/>
        </p:nvPicPr>
        <p:blipFill>
          <a:blip r:embed="rId3"/>
          <a:stretch>
            <a:fillRect/>
          </a:stretch>
        </p:blipFill>
        <p:spPr>
          <a:xfrm>
            <a:off x="3277171" y="2630742"/>
            <a:ext cx="1975382" cy="627978"/>
          </a:xfrm>
          <a:prstGeom prst="rect">
            <a:avLst/>
          </a:prstGeom>
        </p:spPr>
      </p:pic>
      <p:pic>
        <p:nvPicPr>
          <p:cNvPr id="8" name="Imagen 7">
            <a:extLst>
              <a:ext uri="{FF2B5EF4-FFF2-40B4-BE49-F238E27FC236}">
                <a16:creationId xmlns:a16="http://schemas.microsoft.com/office/drawing/2014/main" id="{D516E9FD-6AE6-B6FC-ECCB-D6B9C5ACB531}"/>
              </a:ext>
            </a:extLst>
          </p:cNvPr>
          <p:cNvPicPr>
            <a:picLocks noChangeAspect="1"/>
          </p:cNvPicPr>
          <p:nvPr/>
        </p:nvPicPr>
        <p:blipFill>
          <a:blip r:embed="rId4"/>
          <a:stretch>
            <a:fillRect/>
          </a:stretch>
        </p:blipFill>
        <p:spPr>
          <a:xfrm>
            <a:off x="5378098" y="2642936"/>
            <a:ext cx="1816865" cy="609686"/>
          </a:xfrm>
          <a:prstGeom prst="rect">
            <a:avLst/>
          </a:prstGeom>
        </p:spPr>
      </p:pic>
      <p:pic>
        <p:nvPicPr>
          <p:cNvPr id="9" name="Imagen 8">
            <a:extLst>
              <a:ext uri="{FF2B5EF4-FFF2-40B4-BE49-F238E27FC236}">
                <a16:creationId xmlns:a16="http://schemas.microsoft.com/office/drawing/2014/main" id="{D9407FC0-3C8C-2921-694E-072A0EE9BAB1}"/>
              </a:ext>
            </a:extLst>
          </p:cNvPr>
          <p:cNvPicPr>
            <a:picLocks noChangeAspect="1"/>
          </p:cNvPicPr>
          <p:nvPr/>
        </p:nvPicPr>
        <p:blipFill>
          <a:blip r:embed="rId5"/>
          <a:stretch>
            <a:fillRect/>
          </a:stretch>
        </p:blipFill>
        <p:spPr>
          <a:xfrm>
            <a:off x="2743693" y="1085467"/>
            <a:ext cx="5017719" cy="530427"/>
          </a:xfrm>
          <a:prstGeom prst="rect">
            <a:avLst/>
          </a:prstGeom>
        </p:spPr>
      </p:pic>
      <p:pic>
        <p:nvPicPr>
          <p:cNvPr id="10" name="Imagen 9">
            <a:extLst>
              <a:ext uri="{FF2B5EF4-FFF2-40B4-BE49-F238E27FC236}">
                <a16:creationId xmlns:a16="http://schemas.microsoft.com/office/drawing/2014/main" id="{C095A41C-0D8D-E60E-CBF5-DDB344284935}"/>
              </a:ext>
            </a:extLst>
          </p:cNvPr>
          <p:cNvPicPr>
            <a:picLocks noChangeAspect="1"/>
          </p:cNvPicPr>
          <p:nvPr/>
        </p:nvPicPr>
        <p:blipFill>
          <a:blip r:embed="rId6"/>
          <a:stretch>
            <a:fillRect/>
          </a:stretch>
        </p:blipFill>
        <p:spPr>
          <a:xfrm>
            <a:off x="2829050" y="1842170"/>
            <a:ext cx="4847006" cy="536525"/>
          </a:xfrm>
          <a:prstGeom prst="rect">
            <a:avLst/>
          </a:prstGeom>
        </p:spPr>
      </p:pic>
      <p:sp>
        <p:nvSpPr>
          <p:cNvPr id="11" name="CuadroTexto 10">
            <a:extLst>
              <a:ext uri="{FF2B5EF4-FFF2-40B4-BE49-F238E27FC236}">
                <a16:creationId xmlns:a16="http://schemas.microsoft.com/office/drawing/2014/main" id="{EE91A436-EF4E-2435-F902-7E25396A7AB4}"/>
              </a:ext>
            </a:extLst>
          </p:cNvPr>
          <p:cNvSpPr txBox="1"/>
          <p:nvPr/>
        </p:nvSpPr>
        <p:spPr>
          <a:xfrm>
            <a:off x="254456" y="978502"/>
            <a:ext cx="2343824" cy="646331"/>
          </a:xfrm>
          <a:prstGeom prst="rect">
            <a:avLst/>
          </a:prstGeom>
          <a:noFill/>
        </p:spPr>
        <p:txBody>
          <a:bodyPr wrap="square" rtlCol="0">
            <a:spAutoFit/>
          </a:bodyPr>
          <a:lstStyle/>
          <a:p>
            <a:pPr algn="ctr"/>
            <a:r>
              <a:rPr lang="es-ES" dirty="0" err="1"/>
              <a:t>First</a:t>
            </a:r>
            <a:r>
              <a:rPr lang="es-ES" dirty="0"/>
              <a:t> </a:t>
            </a:r>
            <a:r>
              <a:rPr lang="es-ES" dirty="0" err="1"/>
              <a:t>Moment</a:t>
            </a:r>
            <a:r>
              <a:rPr lang="es-ES" dirty="0"/>
              <a:t> </a:t>
            </a:r>
            <a:r>
              <a:rPr lang="es-ES" dirty="0" err="1"/>
              <a:t>to</a:t>
            </a:r>
            <a:r>
              <a:rPr lang="es-ES" dirty="0"/>
              <a:t> </a:t>
            </a:r>
            <a:r>
              <a:rPr lang="es-ES" dirty="0" err="1"/>
              <a:t>smoot</a:t>
            </a:r>
            <a:r>
              <a:rPr lang="es-ES" dirty="0"/>
              <a:t> </a:t>
            </a:r>
            <a:r>
              <a:rPr lang="es-ES" dirty="0" err="1"/>
              <a:t>out</a:t>
            </a:r>
            <a:r>
              <a:rPr lang="es-ES" dirty="0"/>
              <a:t> </a:t>
            </a:r>
            <a:r>
              <a:rPr lang="es-ES" dirty="0" err="1"/>
              <a:t>updates</a:t>
            </a:r>
            <a:endParaRPr lang="es-ES" dirty="0"/>
          </a:p>
        </p:txBody>
      </p:sp>
      <p:sp>
        <p:nvSpPr>
          <p:cNvPr id="15" name="CuadroTexto 14">
            <a:extLst>
              <a:ext uri="{FF2B5EF4-FFF2-40B4-BE49-F238E27FC236}">
                <a16:creationId xmlns:a16="http://schemas.microsoft.com/office/drawing/2014/main" id="{933D9103-A5E9-34F7-B133-64BFEE13EE8C}"/>
              </a:ext>
            </a:extLst>
          </p:cNvPr>
          <p:cNvSpPr txBox="1"/>
          <p:nvPr/>
        </p:nvSpPr>
        <p:spPr>
          <a:xfrm>
            <a:off x="254456" y="1719606"/>
            <a:ext cx="2242312" cy="923330"/>
          </a:xfrm>
          <a:prstGeom prst="rect">
            <a:avLst/>
          </a:prstGeom>
          <a:noFill/>
        </p:spPr>
        <p:txBody>
          <a:bodyPr wrap="square" rtlCol="0">
            <a:spAutoFit/>
          </a:bodyPr>
          <a:lstStyle/>
          <a:p>
            <a:pPr algn="ctr"/>
            <a:r>
              <a:rPr lang="es-ES" dirty="0" err="1"/>
              <a:t>Second</a:t>
            </a:r>
            <a:r>
              <a:rPr lang="es-ES" dirty="0"/>
              <a:t> </a:t>
            </a:r>
            <a:r>
              <a:rPr lang="es-ES" dirty="0" err="1"/>
              <a:t>Moment</a:t>
            </a:r>
            <a:r>
              <a:rPr lang="es-ES" dirty="0"/>
              <a:t> </a:t>
            </a:r>
            <a:r>
              <a:rPr lang="es-ES" dirty="0" err="1"/>
              <a:t>to</a:t>
            </a:r>
            <a:r>
              <a:rPr lang="es-ES" dirty="0"/>
              <a:t> </a:t>
            </a:r>
            <a:r>
              <a:rPr lang="es-ES" dirty="0" err="1"/>
              <a:t>scale</a:t>
            </a:r>
            <a:r>
              <a:rPr lang="es-ES" dirty="0"/>
              <a:t> </a:t>
            </a:r>
            <a:r>
              <a:rPr lang="es-ES" dirty="0" err="1"/>
              <a:t>dow</a:t>
            </a:r>
            <a:r>
              <a:rPr lang="es-ES" dirty="0"/>
              <a:t> </a:t>
            </a:r>
            <a:r>
              <a:rPr lang="es-ES" dirty="0" err="1"/>
              <a:t>learning</a:t>
            </a:r>
            <a:r>
              <a:rPr lang="es-ES" dirty="0"/>
              <a:t> </a:t>
            </a:r>
            <a:r>
              <a:rPr lang="es-ES" dirty="0" err="1"/>
              <a:t>rates</a:t>
            </a:r>
            <a:endParaRPr lang="es-ES" dirty="0"/>
          </a:p>
        </p:txBody>
      </p:sp>
    </p:spTree>
    <p:extLst>
      <p:ext uri="{BB962C8B-B14F-4D97-AF65-F5344CB8AC3E}">
        <p14:creationId xmlns:p14="http://schemas.microsoft.com/office/powerpoint/2010/main" val="21954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MX" sz="2400" b="1" dirty="0" err="1">
                <a:solidFill>
                  <a:srgbClr val="002060"/>
                </a:solidFill>
                <a:latin typeface="Raleway" pitchFamily="2" charset="0"/>
                <a:ea typeface="+mn-ea"/>
                <a:cs typeface="+mn-cs"/>
              </a:rPr>
              <a:t>Elements</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of</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gradient</a:t>
            </a:r>
            <a:r>
              <a:rPr lang="es-MX" sz="2400" b="1" dirty="0">
                <a:solidFill>
                  <a:srgbClr val="002060"/>
                </a:solidFill>
                <a:latin typeface="Raleway" pitchFamily="2" charset="0"/>
                <a:ea typeface="+mn-ea"/>
                <a:cs typeface="+mn-cs"/>
              </a:rPr>
              <a:t> </a:t>
            </a:r>
            <a:r>
              <a:rPr lang="es-MX" sz="2400" b="1" dirty="0" err="1">
                <a:solidFill>
                  <a:srgbClr val="002060"/>
                </a:solidFill>
                <a:latin typeface="Raleway" pitchFamily="2" charset="0"/>
                <a:ea typeface="+mn-ea"/>
                <a:cs typeface="+mn-cs"/>
              </a:rPr>
              <a:t>descent</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2" name="Imagen 1">
            <a:extLst>
              <a:ext uri="{FF2B5EF4-FFF2-40B4-BE49-F238E27FC236}">
                <a16:creationId xmlns:a16="http://schemas.microsoft.com/office/drawing/2014/main" id="{016210DC-B525-9FFC-5F13-381B286A1E60}"/>
              </a:ext>
            </a:extLst>
          </p:cNvPr>
          <p:cNvPicPr>
            <a:picLocks noChangeAspect="1"/>
          </p:cNvPicPr>
          <p:nvPr/>
        </p:nvPicPr>
        <p:blipFill>
          <a:blip r:embed="rId2"/>
          <a:stretch>
            <a:fillRect/>
          </a:stretch>
        </p:blipFill>
        <p:spPr>
          <a:xfrm>
            <a:off x="574157" y="697292"/>
            <a:ext cx="8467097" cy="1035036"/>
          </a:xfrm>
          <a:prstGeom prst="rect">
            <a:avLst/>
          </a:prstGeom>
        </p:spPr>
      </p:pic>
      <p:pic>
        <p:nvPicPr>
          <p:cNvPr id="7" name="Imagen 6">
            <a:extLst>
              <a:ext uri="{FF2B5EF4-FFF2-40B4-BE49-F238E27FC236}">
                <a16:creationId xmlns:a16="http://schemas.microsoft.com/office/drawing/2014/main" id="{EA4808AC-2059-B937-7076-E69735070504}"/>
              </a:ext>
            </a:extLst>
          </p:cNvPr>
          <p:cNvPicPr>
            <a:picLocks noChangeAspect="1"/>
          </p:cNvPicPr>
          <p:nvPr/>
        </p:nvPicPr>
        <p:blipFill>
          <a:blip r:embed="rId3"/>
          <a:stretch>
            <a:fillRect/>
          </a:stretch>
        </p:blipFill>
        <p:spPr>
          <a:xfrm>
            <a:off x="574156" y="1874427"/>
            <a:ext cx="8300482" cy="1373316"/>
          </a:xfrm>
          <a:prstGeom prst="rect">
            <a:avLst/>
          </a:prstGeom>
        </p:spPr>
      </p:pic>
      <p:pic>
        <p:nvPicPr>
          <p:cNvPr id="16" name="Imagen 15">
            <a:extLst>
              <a:ext uri="{FF2B5EF4-FFF2-40B4-BE49-F238E27FC236}">
                <a16:creationId xmlns:a16="http://schemas.microsoft.com/office/drawing/2014/main" id="{6E49D258-8368-33A6-98E3-07F7CD5322A8}"/>
              </a:ext>
            </a:extLst>
          </p:cNvPr>
          <p:cNvPicPr>
            <a:picLocks noChangeAspect="1"/>
          </p:cNvPicPr>
          <p:nvPr/>
        </p:nvPicPr>
        <p:blipFill>
          <a:blip r:embed="rId4"/>
          <a:stretch>
            <a:fillRect/>
          </a:stretch>
        </p:blipFill>
        <p:spPr>
          <a:xfrm>
            <a:off x="574156" y="3389842"/>
            <a:ext cx="8194453" cy="1403610"/>
          </a:xfrm>
          <a:prstGeom prst="rect">
            <a:avLst/>
          </a:prstGeom>
        </p:spPr>
      </p:pic>
    </p:spTree>
    <p:extLst>
      <p:ext uri="{BB962C8B-B14F-4D97-AF65-F5344CB8AC3E}">
        <p14:creationId xmlns:p14="http://schemas.microsoft.com/office/powerpoint/2010/main" val="2649640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n-US" sz="2400" b="1" dirty="0">
                <a:solidFill>
                  <a:srgbClr val="002060"/>
                </a:solidFill>
                <a:latin typeface="Raleway" pitchFamily="2" charset="0"/>
                <a:ea typeface="+mn-ea"/>
                <a:cs typeface="+mn-cs"/>
              </a:rPr>
              <a:t>How Gradient Descent Works in Deep Learning</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3" name="Imagen 2">
            <a:extLst>
              <a:ext uri="{FF2B5EF4-FFF2-40B4-BE49-F238E27FC236}">
                <a16:creationId xmlns:a16="http://schemas.microsoft.com/office/drawing/2014/main" id="{D92DD003-F073-A3F9-C62D-EBA6AA115FB1}"/>
              </a:ext>
            </a:extLst>
          </p:cNvPr>
          <p:cNvPicPr>
            <a:picLocks noChangeAspect="1"/>
          </p:cNvPicPr>
          <p:nvPr/>
        </p:nvPicPr>
        <p:blipFill>
          <a:blip r:embed="rId2"/>
          <a:stretch>
            <a:fillRect/>
          </a:stretch>
        </p:blipFill>
        <p:spPr>
          <a:xfrm>
            <a:off x="346358" y="833114"/>
            <a:ext cx="8451283" cy="660175"/>
          </a:xfrm>
          <a:prstGeom prst="rect">
            <a:avLst/>
          </a:prstGeom>
        </p:spPr>
      </p:pic>
      <p:pic>
        <p:nvPicPr>
          <p:cNvPr id="4" name="Imagen 3">
            <a:extLst>
              <a:ext uri="{FF2B5EF4-FFF2-40B4-BE49-F238E27FC236}">
                <a16:creationId xmlns:a16="http://schemas.microsoft.com/office/drawing/2014/main" id="{4543EC3A-581F-068D-FF8B-65BE51ED9CD2}"/>
              </a:ext>
            </a:extLst>
          </p:cNvPr>
          <p:cNvPicPr>
            <a:picLocks noChangeAspect="1"/>
          </p:cNvPicPr>
          <p:nvPr/>
        </p:nvPicPr>
        <p:blipFill>
          <a:blip r:embed="rId3"/>
          <a:stretch>
            <a:fillRect/>
          </a:stretch>
        </p:blipFill>
        <p:spPr>
          <a:xfrm>
            <a:off x="346360" y="1840428"/>
            <a:ext cx="8241704" cy="293411"/>
          </a:xfrm>
          <a:prstGeom prst="rect">
            <a:avLst/>
          </a:prstGeom>
        </p:spPr>
      </p:pic>
      <p:pic>
        <p:nvPicPr>
          <p:cNvPr id="8" name="Imagen 7">
            <a:extLst>
              <a:ext uri="{FF2B5EF4-FFF2-40B4-BE49-F238E27FC236}">
                <a16:creationId xmlns:a16="http://schemas.microsoft.com/office/drawing/2014/main" id="{57FEAE4E-A903-FF83-247E-C9E2F9C96F93}"/>
              </a:ext>
            </a:extLst>
          </p:cNvPr>
          <p:cNvPicPr>
            <a:picLocks noChangeAspect="1"/>
          </p:cNvPicPr>
          <p:nvPr/>
        </p:nvPicPr>
        <p:blipFill>
          <a:blip r:embed="rId4"/>
          <a:stretch>
            <a:fillRect/>
          </a:stretch>
        </p:blipFill>
        <p:spPr>
          <a:xfrm>
            <a:off x="346360" y="2440938"/>
            <a:ext cx="8315057" cy="623498"/>
          </a:xfrm>
          <a:prstGeom prst="rect">
            <a:avLst/>
          </a:prstGeom>
        </p:spPr>
      </p:pic>
      <p:pic>
        <p:nvPicPr>
          <p:cNvPr id="9" name="Imagen 8">
            <a:extLst>
              <a:ext uri="{FF2B5EF4-FFF2-40B4-BE49-F238E27FC236}">
                <a16:creationId xmlns:a16="http://schemas.microsoft.com/office/drawing/2014/main" id="{8B47DA25-37B0-4235-E66D-71CF4C87F7EB}"/>
              </a:ext>
            </a:extLst>
          </p:cNvPr>
          <p:cNvPicPr>
            <a:picLocks noChangeAspect="1"/>
          </p:cNvPicPr>
          <p:nvPr/>
        </p:nvPicPr>
        <p:blipFill>
          <a:blip r:embed="rId5"/>
          <a:stretch>
            <a:fillRect/>
          </a:stretch>
        </p:blipFill>
        <p:spPr>
          <a:xfrm>
            <a:off x="346357" y="3431557"/>
            <a:ext cx="8760413" cy="1446097"/>
          </a:xfrm>
          <a:prstGeom prst="rect">
            <a:avLst/>
          </a:prstGeom>
        </p:spPr>
      </p:pic>
    </p:spTree>
    <p:extLst>
      <p:ext uri="{BB962C8B-B14F-4D97-AF65-F5344CB8AC3E}">
        <p14:creationId xmlns:p14="http://schemas.microsoft.com/office/powerpoint/2010/main" val="4135326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DBB7-6031-3425-20D6-659E589D7403}"/>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8C145B0B-9924-8B2C-FDE9-2393781E6027}"/>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40227901-8B29-2B29-65E2-240BD6F7961D}"/>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1162E83D-F30A-9BEF-88DC-A5238DC27338}"/>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CF2A869-3B82-1E5F-FB80-606519B15328}"/>
              </a:ext>
            </a:extLst>
          </p:cNvPr>
          <p:cNvSpPr>
            <a:spLocks noChangeAspect="1" noChangeArrowheads="1"/>
          </p:cNvSpPr>
          <p:nvPr/>
        </p:nvSpPr>
        <p:spPr bwMode="auto">
          <a:xfrm>
            <a:off x="4490936" y="2373954"/>
            <a:ext cx="285096" cy="28509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ítulo 3">
            <a:extLst>
              <a:ext uri="{FF2B5EF4-FFF2-40B4-BE49-F238E27FC236}">
                <a16:creationId xmlns:a16="http://schemas.microsoft.com/office/drawing/2014/main" id="{57A36E46-B309-5EBD-8B8D-4888E51B1471}"/>
              </a:ext>
            </a:extLst>
          </p:cNvPr>
          <p:cNvSpPr>
            <a:spLocks noGrp="1"/>
          </p:cNvSpPr>
          <p:nvPr>
            <p:ph type="title"/>
          </p:nvPr>
        </p:nvSpPr>
        <p:spPr>
          <a:xfrm>
            <a:off x="1049792" y="0"/>
            <a:ext cx="7886700" cy="740614"/>
          </a:xfrm>
        </p:spPr>
        <p:txBody>
          <a:bodyPr>
            <a:normAutofit fontScale="90000"/>
          </a:bodyPr>
          <a:lstStyle/>
          <a:p>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br>
              <a:rPr lang="es-MX" sz="2400" b="1" dirty="0">
                <a:solidFill>
                  <a:srgbClr val="002060"/>
                </a:solidFill>
                <a:latin typeface="Raleway" pitchFamily="2" charset="0"/>
                <a:ea typeface="+mn-ea"/>
                <a:cs typeface="+mn-cs"/>
              </a:rPr>
            </a:br>
            <a:r>
              <a:rPr lang="es-ES" sz="2400" b="1" dirty="0" err="1">
                <a:solidFill>
                  <a:srgbClr val="002060"/>
                </a:solidFill>
                <a:latin typeface="Raleway" pitchFamily="2" charset="0"/>
                <a:ea typeface="+mn-ea"/>
                <a:cs typeface="+mn-cs"/>
              </a:rPr>
              <a:t>Variants</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of</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Gradient</a:t>
            </a:r>
            <a:r>
              <a:rPr lang="es-ES" sz="2400" b="1" dirty="0">
                <a:solidFill>
                  <a:srgbClr val="002060"/>
                </a:solidFill>
                <a:latin typeface="Raleway" pitchFamily="2" charset="0"/>
                <a:ea typeface="+mn-ea"/>
                <a:cs typeface="+mn-cs"/>
              </a:rPr>
              <a:t> </a:t>
            </a:r>
            <a:r>
              <a:rPr lang="es-ES" sz="2400" b="1" dirty="0" err="1">
                <a:solidFill>
                  <a:srgbClr val="002060"/>
                </a:solidFill>
                <a:latin typeface="Raleway" pitchFamily="2" charset="0"/>
                <a:ea typeface="+mn-ea"/>
                <a:cs typeface="+mn-cs"/>
              </a:rPr>
              <a:t>Descent</a:t>
            </a:r>
            <a:br>
              <a:rPr lang="en-US" sz="2400" b="1" dirty="0">
                <a:solidFill>
                  <a:srgbClr val="002060"/>
                </a:solidFill>
                <a:latin typeface="Raleway" pitchFamily="2" charset="0"/>
                <a:ea typeface="+mn-ea"/>
                <a:cs typeface="+mn-cs"/>
              </a:rPr>
            </a:br>
            <a:br>
              <a:rPr lang="en-US" sz="2400" b="1" dirty="0">
                <a:solidFill>
                  <a:srgbClr val="002060"/>
                </a:solidFill>
                <a:latin typeface="Raleway" pitchFamily="2" charset="0"/>
                <a:ea typeface="+mn-ea"/>
                <a:cs typeface="+mn-cs"/>
              </a:rPr>
            </a:br>
            <a:br>
              <a:rPr lang="en-US" sz="1200" b="1" dirty="0">
                <a:latin typeface="+mj-lt"/>
              </a:rPr>
            </a:br>
            <a:br>
              <a:rPr lang="en-US" sz="1800" b="1" dirty="0">
                <a:latin typeface="+mj-lt"/>
              </a:rPr>
            </a:br>
            <a:endParaRPr lang="es-MX" sz="2400" b="1" dirty="0">
              <a:solidFill>
                <a:srgbClr val="002060"/>
              </a:solidFill>
              <a:latin typeface="Raleway" pitchFamily="2" charset="0"/>
              <a:ea typeface="+mn-ea"/>
              <a:cs typeface="+mn-cs"/>
            </a:endParaRPr>
          </a:p>
        </p:txBody>
      </p:sp>
      <p:pic>
        <p:nvPicPr>
          <p:cNvPr id="2" name="Imagen 1">
            <a:extLst>
              <a:ext uri="{FF2B5EF4-FFF2-40B4-BE49-F238E27FC236}">
                <a16:creationId xmlns:a16="http://schemas.microsoft.com/office/drawing/2014/main" id="{56D68320-4555-7928-F8E1-53895BACD594}"/>
              </a:ext>
            </a:extLst>
          </p:cNvPr>
          <p:cNvPicPr>
            <a:picLocks noChangeAspect="1"/>
          </p:cNvPicPr>
          <p:nvPr/>
        </p:nvPicPr>
        <p:blipFill>
          <a:blip r:embed="rId2"/>
          <a:stretch>
            <a:fillRect/>
          </a:stretch>
        </p:blipFill>
        <p:spPr>
          <a:xfrm>
            <a:off x="273452" y="3237443"/>
            <a:ext cx="8527627" cy="1000561"/>
          </a:xfrm>
          <a:prstGeom prst="rect">
            <a:avLst/>
          </a:prstGeom>
        </p:spPr>
      </p:pic>
      <p:pic>
        <p:nvPicPr>
          <p:cNvPr id="7" name="Imagen 6">
            <a:extLst>
              <a:ext uri="{FF2B5EF4-FFF2-40B4-BE49-F238E27FC236}">
                <a16:creationId xmlns:a16="http://schemas.microsoft.com/office/drawing/2014/main" id="{8457F379-3D19-F17E-16BC-E6030159BBD5}"/>
              </a:ext>
            </a:extLst>
          </p:cNvPr>
          <p:cNvPicPr>
            <a:picLocks noChangeAspect="1"/>
          </p:cNvPicPr>
          <p:nvPr/>
        </p:nvPicPr>
        <p:blipFill>
          <a:blip r:embed="rId3"/>
          <a:stretch>
            <a:fillRect/>
          </a:stretch>
        </p:blipFill>
        <p:spPr>
          <a:xfrm>
            <a:off x="292665" y="993152"/>
            <a:ext cx="8151782" cy="624717"/>
          </a:xfrm>
          <a:prstGeom prst="rect">
            <a:avLst/>
          </a:prstGeom>
        </p:spPr>
      </p:pic>
      <p:pic>
        <p:nvPicPr>
          <p:cNvPr id="10" name="Imagen 9">
            <a:extLst>
              <a:ext uri="{FF2B5EF4-FFF2-40B4-BE49-F238E27FC236}">
                <a16:creationId xmlns:a16="http://schemas.microsoft.com/office/drawing/2014/main" id="{9D498EBD-85E3-CA7A-C888-7F5276C0C526}"/>
              </a:ext>
            </a:extLst>
          </p:cNvPr>
          <p:cNvPicPr>
            <a:picLocks noChangeAspect="1"/>
          </p:cNvPicPr>
          <p:nvPr/>
        </p:nvPicPr>
        <p:blipFill>
          <a:blip r:embed="rId4"/>
          <a:stretch>
            <a:fillRect/>
          </a:stretch>
        </p:blipFill>
        <p:spPr>
          <a:xfrm>
            <a:off x="292667" y="2093577"/>
            <a:ext cx="8111149" cy="665347"/>
          </a:xfrm>
          <a:prstGeom prst="rect">
            <a:avLst/>
          </a:prstGeom>
        </p:spPr>
      </p:pic>
    </p:spTree>
    <p:extLst>
      <p:ext uri="{BB962C8B-B14F-4D97-AF65-F5344CB8AC3E}">
        <p14:creationId xmlns:p14="http://schemas.microsoft.com/office/powerpoint/2010/main" val="896904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21369-5658-C653-8BDD-C0D9A3FE2854}"/>
            </a:ext>
          </a:extLst>
        </p:cNvPr>
        <p:cNvGrpSpPr/>
        <p:nvPr/>
      </p:nvGrpSpPr>
      <p:grpSpPr>
        <a:xfrm>
          <a:off x="0" y="0"/>
          <a:ext cx="0" cy="0"/>
          <a:chOff x="0" y="0"/>
          <a:chExt cx="0" cy="0"/>
        </a:xfrm>
      </p:grpSpPr>
      <p:grpSp>
        <p:nvGrpSpPr>
          <p:cNvPr id="12" name="Group 2">
            <a:extLst>
              <a:ext uri="{FF2B5EF4-FFF2-40B4-BE49-F238E27FC236}">
                <a16:creationId xmlns:a16="http://schemas.microsoft.com/office/drawing/2014/main" id="{545548C3-B17E-92F5-C173-3D88CE119985}"/>
              </a:ext>
            </a:extLst>
          </p:cNvPr>
          <p:cNvGrpSpPr>
            <a:grpSpLocks/>
          </p:cNvGrpSpPr>
          <p:nvPr/>
        </p:nvGrpSpPr>
        <p:grpSpPr bwMode="auto">
          <a:xfrm>
            <a:off x="0" y="0"/>
            <a:ext cx="1177925" cy="682625"/>
            <a:chOff x="-1" y="0"/>
            <a:chExt cx="1570413" cy="911205"/>
          </a:xfrm>
        </p:grpSpPr>
        <p:sp>
          <p:nvSpPr>
            <p:cNvPr id="13" name="Freeform 10">
              <a:extLst>
                <a:ext uri="{FF2B5EF4-FFF2-40B4-BE49-F238E27FC236}">
                  <a16:creationId xmlns:a16="http://schemas.microsoft.com/office/drawing/2014/main" id="{1C43DFA5-240E-A8BF-1500-4231DADC7045}"/>
                </a:ext>
              </a:extLst>
            </p:cNvPr>
            <p:cNvSpPr>
              <a:spLocks/>
            </p:cNvSpPr>
            <p:nvPr/>
          </p:nvSpPr>
          <p:spPr bwMode="auto">
            <a:xfrm>
              <a:off x="-1" y="0"/>
              <a:ext cx="1570413" cy="911205"/>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48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10">
              <a:extLst>
                <a:ext uri="{FF2B5EF4-FFF2-40B4-BE49-F238E27FC236}">
                  <a16:creationId xmlns:a16="http://schemas.microsoft.com/office/drawing/2014/main" id="{84FEF14A-7129-FFAA-621F-5B2948367644}"/>
                </a:ext>
              </a:extLst>
            </p:cNvPr>
            <p:cNvSpPr>
              <a:spLocks/>
            </p:cNvSpPr>
            <p:nvPr/>
          </p:nvSpPr>
          <p:spPr bwMode="auto">
            <a:xfrm>
              <a:off x="-1" y="0"/>
              <a:ext cx="1157704" cy="671749"/>
            </a:xfrm>
            <a:custGeom>
              <a:avLst/>
              <a:gdLst>
                <a:gd name="T0" fmla="*/ 0 w 663"/>
                <a:gd name="T1" fmla="*/ 384 h 384"/>
                <a:gd name="T2" fmla="*/ 236 w 663"/>
                <a:gd name="T3" fmla="*/ 384 h 384"/>
                <a:gd name="T4" fmla="*/ 309 w 663"/>
                <a:gd name="T5" fmla="*/ 354 h 384"/>
                <a:gd name="T6" fmla="*/ 663 w 663"/>
                <a:gd name="T7" fmla="*/ 0 h 384"/>
                <a:gd name="T8" fmla="*/ 31 w 663"/>
                <a:gd name="T9" fmla="*/ 5 h 384"/>
                <a:gd name="T10" fmla="*/ 0 w 663"/>
                <a:gd name="T11" fmla="*/ 384 h 384"/>
                <a:gd name="connsiteX0" fmla="*/ 8 w 10008"/>
                <a:gd name="connsiteY0" fmla="*/ 10000 h 10000"/>
                <a:gd name="connsiteX1" fmla="*/ 3568 w 10008"/>
                <a:gd name="connsiteY1" fmla="*/ 10000 h 10000"/>
                <a:gd name="connsiteX2" fmla="*/ 4669 w 10008"/>
                <a:gd name="connsiteY2" fmla="*/ 9219 h 10000"/>
                <a:gd name="connsiteX3" fmla="*/ 10008 w 10008"/>
                <a:gd name="connsiteY3" fmla="*/ 0 h 10000"/>
                <a:gd name="connsiteX4" fmla="*/ 0 w 10008"/>
                <a:gd name="connsiteY4" fmla="*/ 130 h 10000"/>
                <a:gd name="connsiteX5" fmla="*/ 8 w 10008"/>
                <a:gd name="connsiteY5" fmla="*/ 10000 h 10000"/>
                <a:gd name="connsiteX0" fmla="*/ 8 w 10008"/>
                <a:gd name="connsiteY0" fmla="*/ 10023 h 10023"/>
                <a:gd name="connsiteX1" fmla="*/ 3568 w 10008"/>
                <a:gd name="connsiteY1" fmla="*/ 10023 h 10023"/>
                <a:gd name="connsiteX2" fmla="*/ 4669 w 10008"/>
                <a:gd name="connsiteY2" fmla="*/ 9242 h 10023"/>
                <a:gd name="connsiteX3" fmla="*/ 10008 w 10008"/>
                <a:gd name="connsiteY3" fmla="*/ 23 h 10023"/>
                <a:gd name="connsiteX4" fmla="*/ 0 w 10008"/>
                <a:gd name="connsiteY4" fmla="*/ 0 h 10023"/>
                <a:gd name="connsiteX5" fmla="*/ 8 w 10008"/>
                <a:gd name="connsiteY5" fmla="*/ 10023 h 1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8" h="10023">
                  <a:moveTo>
                    <a:pt x="8" y="10023"/>
                  </a:moveTo>
                  <a:lnTo>
                    <a:pt x="3568" y="10023"/>
                  </a:lnTo>
                  <a:cubicBezTo>
                    <a:pt x="3975" y="10023"/>
                    <a:pt x="4367" y="9737"/>
                    <a:pt x="4669" y="9242"/>
                  </a:cubicBezTo>
                  <a:lnTo>
                    <a:pt x="10008" y="23"/>
                  </a:lnTo>
                  <a:lnTo>
                    <a:pt x="0" y="0"/>
                  </a:lnTo>
                  <a:cubicBezTo>
                    <a:pt x="3" y="3290"/>
                    <a:pt x="5" y="6733"/>
                    <a:pt x="8" y="10023"/>
                  </a:cubicBezTo>
                  <a:close/>
                </a:path>
              </a:pathLst>
            </a:custGeom>
            <a:gradFill>
              <a:gsLst>
                <a:gs pos="23000">
                  <a:srgbClr val="09193C"/>
                </a:gs>
                <a:gs pos="100000">
                  <a:srgbClr val="003CA3"/>
                </a:gs>
              </a:gsLst>
              <a:lin ang="5400000" scaled="1"/>
            </a:gradFill>
            <a:ln>
              <a:noFill/>
            </a:ln>
          </p:spPr>
          <p:txBody>
            <a:bodyPr lIns="68580" tIns="34290" rIns="68580" bIns="3429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AutoShape 4" descr="Imagen generada">
            <a:extLst>
              <a:ext uri="{FF2B5EF4-FFF2-40B4-BE49-F238E27FC236}">
                <a16:creationId xmlns:a16="http://schemas.microsoft.com/office/drawing/2014/main" id="{B2AC52D0-8753-75D3-450A-34BFFC74F28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ítulo 3">
            <a:extLst>
              <a:ext uri="{FF2B5EF4-FFF2-40B4-BE49-F238E27FC236}">
                <a16:creationId xmlns:a16="http://schemas.microsoft.com/office/drawing/2014/main" id="{0B803CE5-7C69-EFFA-856D-625DC1BC0B57}"/>
              </a:ext>
            </a:extLst>
          </p:cNvPr>
          <p:cNvSpPr txBox="1">
            <a:spLocks/>
          </p:cNvSpPr>
          <p:nvPr/>
        </p:nvSpPr>
        <p:spPr>
          <a:xfrm>
            <a:off x="2582267" y="1999386"/>
            <a:ext cx="4557368" cy="572364"/>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6000" b="1" dirty="0">
                <a:solidFill>
                  <a:srgbClr val="002060"/>
                </a:solidFill>
                <a:latin typeface="Raleway" pitchFamily="2" charset="0"/>
                <a:ea typeface="+mn-ea"/>
                <a:cs typeface="+mn-cs"/>
              </a:rPr>
              <a:t>Preguntas?</a:t>
            </a:r>
          </a:p>
        </p:txBody>
      </p:sp>
    </p:spTree>
    <p:extLst>
      <p:ext uri="{BB962C8B-B14F-4D97-AF65-F5344CB8AC3E}">
        <p14:creationId xmlns:p14="http://schemas.microsoft.com/office/powerpoint/2010/main" val="1123832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DA02990A985E1429346E7EDB47F092B" ma:contentTypeVersion="7" ma:contentTypeDescription="Crear nuevo documento." ma:contentTypeScope="" ma:versionID="637f3bd5eb3e3d405c73f5c92250049f">
  <xsd:schema xmlns:xsd="http://www.w3.org/2001/XMLSchema" xmlns:xs="http://www.w3.org/2001/XMLSchema" xmlns:p="http://schemas.microsoft.com/office/2006/metadata/properties" xmlns:ns2="50d70ff0-be44-4442-a31e-b1ac4229c49f" targetNamespace="http://schemas.microsoft.com/office/2006/metadata/properties" ma:root="true" ma:fieldsID="9ea56dff4003a76d09cf44a27e9b5a6a" ns2:_="">
    <xsd:import namespace="50d70ff0-be44-4442-a31e-b1ac4229c4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d70ff0-be44-4442-a31e-b1ac4229c4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8CBB683-E6BF-4159-87DE-38BF3609ECB1}"/>
</file>

<file path=customXml/itemProps2.xml><?xml version="1.0" encoding="utf-8"?>
<ds:datastoreItem xmlns:ds="http://schemas.openxmlformats.org/officeDocument/2006/customXml" ds:itemID="{C16EF2C5-5613-4617-8988-F77B7E3A3378}">
  <ds:schemaRefs>
    <ds:schemaRef ds:uri="http://schemas.microsoft.com/sharepoint/v3/contenttype/forms"/>
  </ds:schemaRefs>
</ds:datastoreItem>
</file>

<file path=customXml/itemProps3.xml><?xml version="1.0" encoding="utf-8"?>
<ds:datastoreItem xmlns:ds="http://schemas.openxmlformats.org/officeDocument/2006/customXml" ds:itemID="{02D72823-DCE9-4E32-8B2E-6DD8638B7C07}">
  <ds:schemaRefs>
    <ds:schemaRef ds:uri="a6c25035-f145-4372-9916-f499d6890560"/>
    <ds:schemaRef ds:uri="http://purl.org/dc/terms/"/>
    <ds:schemaRef ds:uri="http://schemas.openxmlformats.org/package/2006/metadata/core-properties"/>
    <ds:schemaRef ds:uri="b5381dfd-d193-4d3b-a4f1-0a044556b78f"/>
    <ds:schemaRef ds:uri="http://schemas.microsoft.com/office/infopath/2007/PartnerControls"/>
    <ds:schemaRef ds:uri="http://www.w3.org/XML/1998/namespace"/>
    <ds:schemaRef ds:uri="http://purl.org/dc/elements/1.1/"/>
    <ds:schemaRef ds:uri="http://schemas.microsoft.com/office/2006/metadata/properties"/>
    <ds:schemaRef ds:uri="http://schemas.microsoft.com/office/2006/documentManagement/typ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30677</TotalTime>
  <Words>1216</Words>
  <Application>Microsoft Office PowerPoint</Application>
  <PresentationFormat>Presentación en pantalla (16:9)</PresentationFormat>
  <Paragraphs>59</Paragraphs>
  <Slides>31</Slides>
  <Notes>0</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31</vt:i4>
      </vt:variant>
    </vt:vector>
  </HeadingPairs>
  <TitlesOfParts>
    <vt:vector size="39" baseType="lpstr">
      <vt:lpstr>Arial</vt:lpstr>
      <vt:lpstr>Calibri</vt:lpstr>
      <vt:lpstr>Calibri Light</vt:lpstr>
      <vt:lpstr>Cambria Math</vt:lpstr>
      <vt:lpstr>Raleway</vt:lpstr>
      <vt:lpstr>Times New Roman</vt:lpstr>
      <vt:lpstr>Office Theme</vt:lpstr>
      <vt:lpstr>Imagen de mapa de bits</vt:lpstr>
      <vt:lpstr>Presentación de PowerPoint</vt:lpstr>
      <vt:lpstr>Artificial Neuron (Perceptron)</vt:lpstr>
      <vt:lpstr>Artificial Neuron – Forward Propagation</vt:lpstr>
      <vt:lpstr>Artificial Neuron – Backward Propagation</vt:lpstr>
      <vt:lpstr> How does ANN learn? </vt:lpstr>
      <vt:lpstr> Loss Function (Mean Squared Error, Mean Absolute Error)  </vt:lpstr>
      <vt:lpstr>  Loss Function (Cross-Entropy Loss Function)   </vt:lpstr>
      <vt:lpstr>   Loss Function (Mean Absolute Percentage Error)    </vt:lpstr>
      <vt:lpstr>   How does ANN learn?    </vt:lpstr>
      <vt:lpstr>   How does ANN learn?    </vt:lpstr>
      <vt:lpstr>   How does ANN learn?    </vt:lpstr>
      <vt:lpstr>   How does ANN learn?    </vt:lpstr>
      <vt:lpstr>   How does ANN learn?    </vt:lpstr>
      <vt:lpstr>   Back propagation risk    </vt:lpstr>
      <vt:lpstr>   Gradient Descent with Momentum    </vt:lpstr>
      <vt:lpstr>   Gradient Descent with Momentum    </vt:lpstr>
      <vt:lpstr>   The Update Rule    </vt:lpstr>
      <vt:lpstr>   Nesterov Accelerated Gradient (NAG)     </vt:lpstr>
      <vt:lpstr>   Nesterov Accelerated Gradient (NAG)     </vt:lpstr>
      <vt:lpstr>   Adaptative Gradient Descent (Adagrad)     </vt:lpstr>
      <vt:lpstr>   Adaptative Gradient Descent (Adagrad)     </vt:lpstr>
      <vt:lpstr>   Adaptative Gradient Descent (Adagrad)     </vt:lpstr>
      <vt:lpstr>   RMSProp    </vt:lpstr>
      <vt:lpstr>   RMSProp    </vt:lpstr>
      <vt:lpstr>   RMSProp    </vt:lpstr>
      <vt:lpstr>   RMSProp    </vt:lpstr>
      <vt:lpstr>   Adaptive Moment Estimation    </vt:lpstr>
      <vt:lpstr>   Elements of gradient descent    </vt:lpstr>
      <vt:lpstr>   How Gradient Descent Works in Deep Learning    </vt:lpstr>
      <vt:lpstr>   Variants of Gradient Descent    </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JESUS ROCHA SALAZAR</cp:lastModifiedBy>
  <cp:revision>512</cp:revision>
  <dcterms:created xsi:type="dcterms:W3CDTF">2019-09-10T01:48:06Z</dcterms:created>
  <dcterms:modified xsi:type="dcterms:W3CDTF">2026-01-24T00:27:11Z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0x0101002DA02990A985E1429346E7EDB47F092B</vt:lpwstr>
  </property>
  <property fmtid="{D5CDD505-2E9C-101B-9397-08002B2CF9AE}" pid="3" name="MSIP_Label_d291669d-c62a-41f9-9790-e463798003d8_Enabled">
    <vt:lpwstr>true</vt:lpwstr>
  </property>
  <property fmtid="{D5CDD505-2E9C-101B-9397-08002B2CF9AE}" pid="4" name="MSIP_Label_d291669d-c62a-41f9-9790-e463798003d8_SetDate">
    <vt:lpwstr>2024-08-12T22:53:21Z</vt:lpwstr>
  </property>
  <property fmtid="{D5CDD505-2E9C-101B-9397-08002B2CF9AE}" pid="5" name="MSIP_Label_d291669d-c62a-41f9-9790-e463798003d8_Method">
    <vt:lpwstr>Privileged</vt:lpwstr>
  </property>
  <property fmtid="{D5CDD505-2E9C-101B-9397-08002B2CF9AE}" pid="6" name="MSIP_Label_d291669d-c62a-41f9-9790-e463798003d8_Name">
    <vt:lpwstr>Public</vt:lpwstr>
  </property>
  <property fmtid="{D5CDD505-2E9C-101B-9397-08002B2CF9AE}" pid="7" name="MSIP_Label_d291669d-c62a-41f9-9790-e463798003d8_SiteId">
    <vt:lpwstr>1771ae17-e764-4e0f-a476-d4184d79a5d9</vt:lpwstr>
  </property>
  <property fmtid="{D5CDD505-2E9C-101B-9397-08002B2CF9AE}" pid="8" name="MSIP_Label_d291669d-c62a-41f9-9790-e463798003d8_ActionId">
    <vt:lpwstr>6b4c8926-5387-47eb-bfad-601cc03d0f99</vt:lpwstr>
  </property>
  <property fmtid="{D5CDD505-2E9C-101B-9397-08002B2CF9AE}" pid="9" name="MSIP_Label_d291669d-c62a-41f9-9790-e463798003d8_ContentBits">
    <vt:lpwstr>0</vt:lpwstr>
  </property>
</Properties>
</file>