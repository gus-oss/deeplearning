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9" r:id="rId4"/>
  </p:sldMasterIdLst>
  <p:notesMasterIdLst>
    <p:notesMasterId r:id="rId41"/>
  </p:notesMasterIdLst>
  <p:handoutMasterIdLst>
    <p:handoutMasterId r:id="rId42"/>
  </p:handoutMasterIdLst>
  <p:sldIdLst>
    <p:sldId id="4182" r:id="rId5"/>
    <p:sldId id="2147473126" r:id="rId6"/>
    <p:sldId id="2147473127" r:id="rId7"/>
    <p:sldId id="2147473128" r:id="rId8"/>
    <p:sldId id="2147473129" r:id="rId9"/>
    <p:sldId id="2147473130" r:id="rId10"/>
    <p:sldId id="2147473131" r:id="rId11"/>
    <p:sldId id="2147473132" r:id="rId12"/>
    <p:sldId id="2147473133" r:id="rId13"/>
    <p:sldId id="2147473134" r:id="rId14"/>
    <p:sldId id="2147473135" r:id="rId15"/>
    <p:sldId id="2147473136" r:id="rId16"/>
    <p:sldId id="2147473137" r:id="rId17"/>
    <p:sldId id="2147473138" r:id="rId18"/>
    <p:sldId id="2147473139" r:id="rId19"/>
    <p:sldId id="2147473140" r:id="rId20"/>
    <p:sldId id="2147473141" r:id="rId21"/>
    <p:sldId id="2147473142" r:id="rId22"/>
    <p:sldId id="2147473143" r:id="rId23"/>
    <p:sldId id="2147473144" r:id="rId24"/>
    <p:sldId id="2147473145" r:id="rId25"/>
    <p:sldId id="2147473146" r:id="rId26"/>
    <p:sldId id="2147473147" r:id="rId27"/>
    <p:sldId id="2147473148" r:id="rId28"/>
    <p:sldId id="2147473149" r:id="rId29"/>
    <p:sldId id="2147473150" r:id="rId30"/>
    <p:sldId id="2147473151" r:id="rId31"/>
    <p:sldId id="2147473152" r:id="rId32"/>
    <p:sldId id="2147473153" r:id="rId33"/>
    <p:sldId id="2147473154" r:id="rId34"/>
    <p:sldId id="2147473155" r:id="rId35"/>
    <p:sldId id="2147473156" r:id="rId36"/>
    <p:sldId id="2147473157" r:id="rId37"/>
    <p:sldId id="2147473158" r:id="rId38"/>
    <p:sldId id="2147473159" r:id="rId39"/>
    <p:sldId id="2147473099" r:id="rId4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13793"/>
    <a:srgbClr val="595959"/>
    <a:srgbClr val="5A99D2"/>
    <a:srgbClr val="0D1D50"/>
    <a:srgbClr val="3B74A3"/>
    <a:srgbClr val="898989"/>
    <a:srgbClr val="3C76A5"/>
    <a:srgbClr val="3B75A4"/>
    <a:srgbClr val="65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517DB5-45A9-445F-8E2D-02BA0C9ECB0E}" v="76" dt="2026-02-21T01:03:50.4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4660"/>
  </p:normalViewPr>
  <p:slideViewPr>
    <p:cSldViewPr snapToGrid="0" showGuides="1">
      <p:cViewPr varScale="1">
        <p:scale>
          <a:sx n="87" d="100"/>
          <a:sy n="87" d="100"/>
        </p:scale>
        <p:origin x="516" y="280"/>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showGuides="1">
      <p:cViewPr>
        <p:scale>
          <a:sx n="100" d="100"/>
          <a:sy n="100" d="100"/>
        </p:scale>
        <p:origin x="954" y="-287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US ROCHA SALAZAR" userId="4e0323458c84468b" providerId="LiveId" clId="{DC2CD160-77F3-4A47-9FD0-6C2276FF51A8}"/>
    <pc:docChg chg="undo custSel addSld delSld modSld">
      <pc:chgData name="JESUS ROCHA SALAZAR" userId="4e0323458c84468b" providerId="LiveId" clId="{DC2CD160-77F3-4A47-9FD0-6C2276FF51A8}" dt="2026-02-21T01:04:00.365" v="628" actId="478"/>
      <pc:docMkLst>
        <pc:docMk/>
      </pc:docMkLst>
      <pc:sldChg chg="modSp">
        <pc:chgData name="JESUS ROCHA SALAZAR" userId="4e0323458c84468b" providerId="LiveId" clId="{DC2CD160-77F3-4A47-9FD0-6C2276FF51A8}" dt="2026-02-20T22:33:41.700" v="8" actId="20577"/>
        <pc:sldMkLst>
          <pc:docMk/>
          <pc:sldMk cId="1433306844" sldId="4182"/>
        </pc:sldMkLst>
        <pc:spChg chg="mod">
          <ac:chgData name="JESUS ROCHA SALAZAR" userId="4e0323458c84468b" providerId="LiveId" clId="{DC2CD160-77F3-4A47-9FD0-6C2276FF51A8}" dt="2026-02-20T22:33:41.700" v="8" actId="20577"/>
          <ac:spMkLst>
            <pc:docMk/>
            <pc:sldMk cId="1433306844" sldId="4182"/>
            <ac:spMk id="17" creationId="{78CDE5D4-BED1-4679-97DB-6E2E6F8D48DB}"/>
          </ac:spMkLst>
        </pc:spChg>
      </pc:sldChg>
      <pc:sldChg chg="addSp delSp modSp">
        <pc:chgData name="JESUS ROCHA SALAZAR" userId="4e0323458c84468b" providerId="LiveId" clId="{DC2CD160-77F3-4A47-9FD0-6C2276FF51A8}" dt="2026-02-20T22:36:57.290" v="18" actId="1076"/>
        <pc:sldMkLst>
          <pc:docMk/>
          <pc:sldMk cId="268863807" sldId="2147473126"/>
        </pc:sldMkLst>
        <pc:spChg chg="mod">
          <ac:chgData name="JESUS ROCHA SALAZAR" userId="4e0323458c84468b" providerId="LiveId" clId="{DC2CD160-77F3-4A47-9FD0-6C2276FF51A8}" dt="2026-02-20T22:36:26.718" v="12" actId="1076"/>
          <ac:spMkLst>
            <pc:docMk/>
            <pc:sldMk cId="268863807" sldId="2147473126"/>
            <ac:spMk id="2" creationId="{B4770EEE-29F2-580E-9A00-741EC0E06E8C}"/>
          </ac:spMkLst>
        </pc:spChg>
        <pc:picChg chg="add mod">
          <ac:chgData name="JESUS ROCHA SALAZAR" userId="4e0323458c84468b" providerId="LiveId" clId="{DC2CD160-77F3-4A47-9FD0-6C2276FF51A8}" dt="2026-02-20T22:36:44.338" v="16" actId="1076"/>
          <ac:picMkLst>
            <pc:docMk/>
            <pc:sldMk cId="268863807" sldId="2147473126"/>
            <ac:picMk id="3" creationId="{89EA9BD1-A5B4-846F-FDE7-83F53E6CC2C1}"/>
          </ac:picMkLst>
        </pc:picChg>
        <pc:picChg chg="del">
          <ac:chgData name="JESUS ROCHA SALAZAR" userId="4e0323458c84468b" providerId="LiveId" clId="{DC2CD160-77F3-4A47-9FD0-6C2276FF51A8}" dt="2026-02-20T22:36:27.906" v="13" actId="478"/>
          <ac:picMkLst>
            <pc:docMk/>
            <pc:sldMk cId="268863807" sldId="2147473126"/>
            <ac:picMk id="4" creationId="{4059D848-30DF-B800-F893-686272A69241}"/>
          </ac:picMkLst>
        </pc:picChg>
        <pc:picChg chg="del">
          <ac:chgData name="JESUS ROCHA SALAZAR" userId="4e0323458c84468b" providerId="LiveId" clId="{DC2CD160-77F3-4A47-9FD0-6C2276FF51A8}" dt="2026-02-20T22:36:29.287" v="14" actId="478"/>
          <ac:picMkLst>
            <pc:docMk/>
            <pc:sldMk cId="268863807" sldId="2147473126"/>
            <ac:picMk id="7" creationId="{B11ED493-2C73-FC3F-57D0-3FB7C8507E9F}"/>
          </ac:picMkLst>
        </pc:picChg>
        <pc:picChg chg="add mod">
          <ac:chgData name="JESUS ROCHA SALAZAR" userId="4e0323458c84468b" providerId="LiveId" clId="{DC2CD160-77F3-4A47-9FD0-6C2276FF51A8}" dt="2026-02-20T22:36:51.998" v="17" actId="1076"/>
          <ac:picMkLst>
            <pc:docMk/>
            <pc:sldMk cId="268863807" sldId="2147473126"/>
            <ac:picMk id="8" creationId="{981ECC14-A194-306F-FF66-3FC511306DE8}"/>
          </ac:picMkLst>
        </pc:picChg>
        <pc:picChg chg="add mod">
          <ac:chgData name="JESUS ROCHA SALAZAR" userId="4e0323458c84468b" providerId="LiveId" clId="{DC2CD160-77F3-4A47-9FD0-6C2276FF51A8}" dt="2026-02-20T22:36:57.290" v="18" actId="1076"/>
          <ac:picMkLst>
            <pc:docMk/>
            <pc:sldMk cId="268863807" sldId="2147473126"/>
            <ac:picMk id="9" creationId="{A1FE7B41-59F7-DC5E-5217-2442A4C66877}"/>
          </ac:picMkLst>
        </pc:picChg>
      </pc:sldChg>
      <pc:sldChg chg="del">
        <pc:chgData name="JESUS ROCHA SALAZAR" userId="4e0323458c84468b" providerId="LiveId" clId="{DC2CD160-77F3-4A47-9FD0-6C2276FF51A8}" dt="2026-02-20T22:38:17.692" v="21" actId="2696"/>
        <pc:sldMkLst>
          <pc:docMk/>
          <pc:sldMk cId="2354083678" sldId="2147473127"/>
        </pc:sldMkLst>
      </pc:sldChg>
      <pc:sldChg chg="addSp delSp modSp add mod">
        <pc:chgData name="JESUS ROCHA SALAZAR" userId="4e0323458c84468b" providerId="LiveId" clId="{DC2CD160-77F3-4A47-9FD0-6C2276FF51A8}" dt="2026-02-20T22:40:17.987" v="53" actId="20577"/>
        <pc:sldMkLst>
          <pc:docMk/>
          <pc:sldMk cId="2565092727" sldId="2147473127"/>
        </pc:sldMkLst>
        <pc:spChg chg="del">
          <ac:chgData name="JESUS ROCHA SALAZAR" userId="4e0323458c84468b" providerId="LiveId" clId="{DC2CD160-77F3-4A47-9FD0-6C2276FF51A8}" dt="2026-02-20T22:38:52.712" v="27" actId="478"/>
          <ac:spMkLst>
            <pc:docMk/>
            <pc:sldMk cId="2565092727" sldId="2147473127"/>
            <ac:spMk id="2" creationId="{51B01FE4-2051-58DC-EFBA-699DEF6C3626}"/>
          </ac:spMkLst>
        </pc:spChg>
        <pc:spChg chg="add mod">
          <ac:chgData name="JESUS ROCHA SALAZAR" userId="4e0323458c84468b" providerId="LiveId" clId="{DC2CD160-77F3-4A47-9FD0-6C2276FF51A8}" dt="2026-02-20T22:39:30.522" v="37" actId="255"/>
          <ac:spMkLst>
            <pc:docMk/>
            <pc:sldMk cId="2565092727" sldId="2147473127"/>
            <ac:spMk id="4" creationId="{9E0CDC44-D40B-F794-D7CD-501CBC5C34BD}"/>
          </ac:spMkLst>
        </pc:spChg>
        <pc:spChg chg="mod">
          <ac:chgData name="JESUS ROCHA SALAZAR" userId="4e0323458c84468b" providerId="LiveId" clId="{DC2CD160-77F3-4A47-9FD0-6C2276FF51A8}" dt="2026-02-20T22:40:17.987" v="53" actId="20577"/>
          <ac:spMkLst>
            <pc:docMk/>
            <pc:sldMk cId="2565092727" sldId="2147473127"/>
            <ac:spMk id="5" creationId="{AFF03419-BB7C-DFB4-13A6-2CE60535762D}"/>
          </ac:spMkLst>
        </pc:spChg>
        <pc:spChg chg="add mod">
          <ac:chgData name="JESUS ROCHA SALAZAR" userId="4e0323458c84468b" providerId="LiveId" clId="{DC2CD160-77F3-4A47-9FD0-6C2276FF51A8}" dt="2026-02-20T22:39:40.959" v="39" actId="255"/>
          <ac:spMkLst>
            <pc:docMk/>
            <pc:sldMk cId="2565092727" sldId="2147473127"/>
            <ac:spMk id="7" creationId="{3407CF4D-D24B-423B-25BC-32F8A4916675}"/>
          </ac:spMkLst>
        </pc:spChg>
        <pc:spChg chg="add mod">
          <ac:chgData name="JESUS ROCHA SALAZAR" userId="4e0323458c84468b" providerId="LiveId" clId="{DC2CD160-77F3-4A47-9FD0-6C2276FF51A8}" dt="2026-02-20T22:39:45.674" v="40" actId="255"/>
          <ac:spMkLst>
            <pc:docMk/>
            <pc:sldMk cId="2565092727" sldId="2147473127"/>
            <ac:spMk id="10" creationId="{39BA7838-DAFB-E73F-F2C3-C790C6DFF8D7}"/>
          </ac:spMkLst>
        </pc:spChg>
        <pc:spChg chg="add mod">
          <ac:chgData name="JESUS ROCHA SALAZAR" userId="4e0323458c84468b" providerId="LiveId" clId="{DC2CD160-77F3-4A47-9FD0-6C2276FF51A8}" dt="2026-02-20T22:39:34.734" v="38" actId="255"/>
          <ac:spMkLst>
            <pc:docMk/>
            <pc:sldMk cId="2565092727" sldId="2147473127"/>
            <ac:spMk id="11" creationId="{1654ED9A-5D38-B876-EF74-5EDB88114B24}"/>
          </ac:spMkLst>
        </pc:spChg>
        <pc:picChg chg="del">
          <ac:chgData name="JESUS ROCHA SALAZAR" userId="4e0323458c84468b" providerId="LiveId" clId="{DC2CD160-77F3-4A47-9FD0-6C2276FF51A8}" dt="2026-02-20T22:38:47.075" v="24" actId="478"/>
          <ac:picMkLst>
            <pc:docMk/>
            <pc:sldMk cId="2565092727" sldId="2147473127"/>
            <ac:picMk id="3" creationId="{C340C5B7-734B-4989-E747-7ACF4D913B40}"/>
          </ac:picMkLst>
        </pc:picChg>
        <pc:picChg chg="del">
          <ac:chgData name="JESUS ROCHA SALAZAR" userId="4e0323458c84468b" providerId="LiveId" clId="{DC2CD160-77F3-4A47-9FD0-6C2276FF51A8}" dt="2026-02-20T22:38:48.783" v="25" actId="478"/>
          <ac:picMkLst>
            <pc:docMk/>
            <pc:sldMk cId="2565092727" sldId="2147473127"/>
            <ac:picMk id="8" creationId="{0A5B2733-4330-88FD-26DA-86334E86C2FA}"/>
          </ac:picMkLst>
        </pc:picChg>
        <pc:picChg chg="del">
          <ac:chgData name="JESUS ROCHA SALAZAR" userId="4e0323458c84468b" providerId="LiveId" clId="{DC2CD160-77F3-4A47-9FD0-6C2276FF51A8}" dt="2026-02-20T22:38:50.495" v="26" actId="478"/>
          <ac:picMkLst>
            <pc:docMk/>
            <pc:sldMk cId="2565092727" sldId="2147473127"/>
            <ac:picMk id="9" creationId="{2B368759-2AEA-85EC-EC54-3A0FCA9CC32F}"/>
          </ac:picMkLst>
        </pc:picChg>
      </pc:sldChg>
      <pc:sldChg chg="del">
        <pc:chgData name="JESUS ROCHA SALAZAR" userId="4e0323458c84468b" providerId="LiveId" clId="{DC2CD160-77F3-4A47-9FD0-6C2276FF51A8}" dt="2026-02-20T22:38:17.692" v="21" actId="2696"/>
        <pc:sldMkLst>
          <pc:docMk/>
          <pc:sldMk cId="3050960793" sldId="2147473128"/>
        </pc:sldMkLst>
      </pc:sldChg>
      <pc:sldChg chg="addSp delSp modSp add mod">
        <pc:chgData name="JESUS ROCHA SALAZAR" userId="4e0323458c84468b" providerId="LiveId" clId="{DC2CD160-77F3-4A47-9FD0-6C2276FF51A8}" dt="2026-02-20T22:41:11.087" v="66" actId="1076"/>
        <pc:sldMkLst>
          <pc:docMk/>
          <pc:sldMk cId="3500341053" sldId="2147473128"/>
        </pc:sldMkLst>
        <pc:spChg chg="add mod">
          <ac:chgData name="JESUS ROCHA SALAZAR" userId="4e0323458c84468b" providerId="LiveId" clId="{DC2CD160-77F3-4A47-9FD0-6C2276FF51A8}" dt="2026-02-20T22:41:09.081" v="65" actId="1076"/>
          <ac:spMkLst>
            <pc:docMk/>
            <pc:sldMk cId="3500341053" sldId="2147473128"/>
            <ac:spMk id="2" creationId="{3CDDBD92-9FC3-5322-C568-20036FB772CF}"/>
          </ac:spMkLst>
        </pc:spChg>
        <pc:spChg chg="del">
          <ac:chgData name="JESUS ROCHA SALAZAR" userId="4e0323458c84468b" providerId="LiveId" clId="{DC2CD160-77F3-4A47-9FD0-6C2276FF51A8}" dt="2026-02-20T22:40:02.998" v="43" actId="478"/>
          <ac:spMkLst>
            <pc:docMk/>
            <pc:sldMk cId="3500341053" sldId="2147473128"/>
            <ac:spMk id="4" creationId="{D430350E-7F6E-E284-D160-9612B76AF847}"/>
          </ac:spMkLst>
        </pc:spChg>
        <pc:spChg chg="mod">
          <ac:chgData name="JESUS ROCHA SALAZAR" userId="4e0323458c84468b" providerId="LiveId" clId="{DC2CD160-77F3-4A47-9FD0-6C2276FF51A8}" dt="2026-02-20T22:40:11.268" v="48" actId="20577"/>
          <ac:spMkLst>
            <pc:docMk/>
            <pc:sldMk cId="3500341053" sldId="2147473128"/>
            <ac:spMk id="5" creationId="{5E75D032-F7F5-617D-D85D-3E25F768A7A8}"/>
          </ac:spMkLst>
        </pc:spChg>
        <pc:spChg chg="del">
          <ac:chgData name="JESUS ROCHA SALAZAR" userId="4e0323458c84468b" providerId="LiveId" clId="{DC2CD160-77F3-4A47-9FD0-6C2276FF51A8}" dt="2026-02-20T22:40:05.187" v="44" actId="478"/>
          <ac:spMkLst>
            <pc:docMk/>
            <pc:sldMk cId="3500341053" sldId="2147473128"/>
            <ac:spMk id="7" creationId="{C6495775-2151-E2FF-4F89-BED9B66C18F6}"/>
          </ac:spMkLst>
        </pc:spChg>
        <pc:spChg chg="del">
          <ac:chgData name="JESUS ROCHA SALAZAR" userId="4e0323458c84468b" providerId="LiveId" clId="{DC2CD160-77F3-4A47-9FD0-6C2276FF51A8}" dt="2026-02-20T22:40:07.123" v="45" actId="478"/>
          <ac:spMkLst>
            <pc:docMk/>
            <pc:sldMk cId="3500341053" sldId="2147473128"/>
            <ac:spMk id="10" creationId="{E4397CD9-2333-5F36-5C1F-C6C9C39BE2C9}"/>
          </ac:spMkLst>
        </pc:spChg>
        <pc:spChg chg="del">
          <ac:chgData name="JESUS ROCHA SALAZAR" userId="4e0323458c84468b" providerId="LiveId" clId="{DC2CD160-77F3-4A47-9FD0-6C2276FF51A8}" dt="2026-02-20T22:40:00.546" v="42" actId="478"/>
          <ac:spMkLst>
            <pc:docMk/>
            <pc:sldMk cId="3500341053" sldId="2147473128"/>
            <ac:spMk id="11" creationId="{99DCA4BA-CC4D-E4A6-6D98-747940DC082D}"/>
          </ac:spMkLst>
        </pc:spChg>
        <pc:picChg chg="add mod">
          <ac:chgData name="JESUS ROCHA SALAZAR" userId="4e0323458c84468b" providerId="LiveId" clId="{DC2CD160-77F3-4A47-9FD0-6C2276FF51A8}" dt="2026-02-20T22:41:11.087" v="66" actId="1076"/>
          <ac:picMkLst>
            <pc:docMk/>
            <pc:sldMk cId="3500341053" sldId="2147473128"/>
            <ac:picMk id="3" creationId="{8566566F-502D-934E-B1B1-BBEDD50E7BAA}"/>
          </ac:picMkLst>
        </pc:picChg>
      </pc:sldChg>
      <pc:sldChg chg="addSp delSp modSp add mod">
        <pc:chgData name="JESUS ROCHA SALAZAR" userId="4e0323458c84468b" providerId="LiveId" clId="{DC2CD160-77F3-4A47-9FD0-6C2276FF51A8}" dt="2026-02-20T22:42:56.534" v="97" actId="20577"/>
        <pc:sldMkLst>
          <pc:docMk/>
          <pc:sldMk cId="4115566287" sldId="2147473129"/>
        </pc:sldMkLst>
        <pc:spChg chg="del">
          <ac:chgData name="JESUS ROCHA SALAZAR" userId="4e0323458c84468b" providerId="LiveId" clId="{DC2CD160-77F3-4A47-9FD0-6C2276FF51A8}" dt="2026-02-20T22:41:17.082" v="69" actId="478"/>
          <ac:spMkLst>
            <pc:docMk/>
            <pc:sldMk cId="4115566287" sldId="2147473129"/>
            <ac:spMk id="2" creationId="{8A60FA45-A610-1115-C6AF-5906889D5739}"/>
          </ac:spMkLst>
        </pc:spChg>
        <pc:spChg chg="add mod">
          <ac:chgData name="JESUS ROCHA SALAZAR" userId="4e0323458c84468b" providerId="LiveId" clId="{DC2CD160-77F3-4A47-9FD0-6C2276FF51A8}" dt="2026-02-20T22:42:09.027" v="80" actId="255"/>
          <ac:spMkLst>
            <pc:docMk/>
            <pc:sldMk cId="4115566287" sldId="2147473129"/>
            <ac:spMk id="4" creationId="{EC288B38-9998-127D-D799-4ACA27B26DF2}"/>
          </ac:spMkLst>
        </pc:spChg>
        <pc:spChg chg="mod">
          <ac:chgData name="JESUS ROCHA SALAZAR" userId="4e0323458c84468b" providerId="LiveId" clId="{DC2CD160-77F3-4A47-9FD0-6C2276FF51A8}" dt="2026-02-20T22:42:56.534" v="97" actId="20577"/>
          <ac:spMkLst>
            <pc:docMk/>
            <pc:sldMk cId="4115566287" sldId="2147473129"/>
            <ac:spMk id="5" creationId="{D00DF9B0-3AA0-7397-ED3B-0DDF81AB45E0}"/>
          </ac:spMkLst>
        </pc:spChg>
        <pc:spChg chg="add mod">
          <ac:chgData name="JESUS ROCHA SALAZAR" userId="4e0323458c84468b" providerId="LiveId" clId="{DC2CD160-77F3-4A47-9FD0-6C2276FF51A8}" dt="2026-02-20T22:42:31.774" v="82" actId="1076"/>
          <ac:spMkLst>
            <pc:docMk/>
            <pc:sldMk cId="4115566287" sldId="2147473129"/>
            <ac:spMk id="9" creationId="{36340C56-610E-6C01-2CD3-630F3A40C572}"/>
          </ac:spMkLst>
        </pc:spChg>
        <pc:picChg chg="del">
          <ac:chgData name="JESUS ROCHA SALAZAR" userId="4e0323458c84468b" providerId="LiveId" clId="{DC2CD160-77F3-4A47-9FD0-6C2276FF51A8}" dt="2026-02-20T22:41:15.141" v="68" actId="478"/>
          <ac:picMkLst>
            <pc:docMk/>
            <pc:sldMk cId="4115566287" sldId="2147473129"/>
            <ac:picMk id="3" creationId="{EDD0F4CA-29CB-D327-0FE1-46A45F983193}"/>
          </ac:picMkLst>
        </pc:picChg>
        <pc:picChg chg="add mod">
          <ac:chgData name="JESUS ROCHA SALAZAR" userId="4e0323458c84468b" providerId="LiveId" clId="{DC2CD160-77F3-4A47-9FD0-6C2276FF51A8}" dt="2026-02-20T22:41:36.223" v="71" actId="1076"/>
          <ac:picMkLst>
            <pc:docMk/>
            <pc:sldMk cId="4115566287" sldId="2147473129"/>
            <ac:picMk id="7" creationId="{87306673-6F67-D4A4-D7C1-FDF67091FA2F}"/>
          </ac:picMkLst>
        </pc:picChg>
        <pc:picChg chg="add mod">
          <ac:chgData name="JESUS ROCHA SALAZAR" userId="4e0323458c84468b" providerId="LiveId" clId="{DC2CD160-77F3-4A47-9FD0-6C2276FF51A8}" dt="2026-02-20T22:41:43.480" v="73" actId="1076"/>
          <ac:picMkLst>
            <pc:docMk/>
            <pc:sldMk cId="4115566287" sldId="2147473129"/>
            <ac:picMk id="8" creationId="{61E8B544-7BB6-D861-D7C7-5226A0BACB5A}"/>
          </ac:picMkLst>
        </pc:picChg>
      </pc:sldChg>
      <pc:sldChg chg="del">
        <pc:chgData name="JESUS ROCHA SALAZAR" userId="4e0323458c84468b" providerId="LiveId" clId="{DC2CD160-77F3-4A47-9FD0-6C2276FF51A8}" dt="2026-02-20T22:38:17.692" v="21" actId="2696"/>
        <pc:sldMkLst>
          <pc:docMk/>
          <pc:sldMk cId="4262603826" sldId="2147473129"/>
        </pc:sldMkLst>
      </pc:sldChg>
      <pc:sldChg chg="addSp delSp modSp add mod">
        <pc:chgData name="JESUS ROCHA SALAZAR" userId="4e0323458c84468b" providerId="LiveId" clId="{DC2CD160-77F3-4A47-9FD0-6C2276FF51A8}" dt="2026-02-20T22:43:59.386" v="111" actId="20577"/>
        <pc:sldMkLst>
          <pc:docMk/>
          <pc:sldMk cId="2300608753" sldId="2147473130"/>
        </pc:sldMkLst>
        <pc:spChg chg="add mod">
          <ac:chgData name="JESUS ROCHA SALAZAR" userId="4e0323458c84468b" providerId="LiveId" clId="{DC2CD160-77F3-4A47-9FD0-6C2276FF51A8}" dt="2026-02-20T22:43:57.093" v="110" actId="1076"/>
          <ac:spMkLst>
            <pc:docMk/>
            <pc:sldMk cId="2300608753" sldId="2147473130"/>
            <ac:spMk id="2" creationId="{E4218514-F4D1-0F6E-E798-AAEE11CB9C6D}"/>
          </ac:spMkLst>
        </pc:spChg>
        <pc:spChg chg="del">
          <ac:chgData name="JESUS ROCHA SALAZAR" userId="4e0323458c84468b" providerId="LiveId" clId="{DC2CD160-77F3-4A47-9FD0-6C2276FF51A8}" dt="2026-02-20T22:43:24.809" v="101" actId="478"/>
          <ac:spMkLst>
            <pc:docMk/>
            <pc:sldMk cId="2300608753" sldId="2147473130"/>
            <ac:spMk id="4" creationId="{B78E1DE4-E344-A5BA-5850-4F5E1419D196}"/>
          </ac:spMkLst>
        </pc:spChg>
        <pc:spChg chg="mod">
          <ac:chgData name="JESUS ROCHA SALAZAR" userId="4e0323458c84468b" providerId="LiveId" clId="{DC2CD160-77F3-4A47-9FD0-6C2276FF51A8}" dt="2026-02-20T22:43:59.386" v="111" actId="20577"/>
          <ac:spMkLst>
            <pc:docMk/>
            <pc:sldMk cId="2300608753" sldId="2147473130"/>
            <ac:spMk id="5" creationId="{01AD1AA7-8FD9-BEED-13CE-15BBE9BB54A7}"/>
          </ac:spMkLst>
        </pc:spChg>
        <pc:spChg chg="del">
          <ac:chgData name="JESUS ROCHA SALAZAR" userId="4e0323458c84468b" providerId="LiveId" clId="{DC2CD160-77F3-4A47-9FD0-6C2276FF51A8}" dt="2026-02-20T22:43:19.189" v="99" actId="478"/>
          <ac:spMkLst>
            <pc:docMk/>
            <pc:sldMk cId="2300608753" sldId="2147473130"/>
            <ac:spMk id="9" creationId="{8D8C4A5C-5ADD-40F5-88CB-6CD756814C17}"/>
          </ac:spMkLst>
        </pc:spChg>
        <pc:picChg chg="add mod">
          <ac:chgData name="JESUS ROCHA SALAZAR" userId="4e0323458c84468b" providerId="LiveId" clId="{DC2CD160-77F3-4A47-9FD0-6C2276FF51A8}" dt="2026-02-20T22:43:49.838" v="108" actId="1076"/>
          <ac:picMkLst>
            <pc:docMk/>
            <pc:sldMk cId="2300608753" sldId="2147473130"/>
            <ac:picMk id="3" creationId="{2548181F-E542-3AF1-0AAE-C3F6E8C755FD}"/>
          </ac:picMkLst>
        </pc:picChg>
        <pc:picChg chg="del">
          <ac:chgData name="JESUS ROCHA SALAZAR" userId="4e0323458c84468b" providerId="LiveId" clId="{DC2CD160-77F3-4A47-9FD0-6C2276FF51A8}" dt="2026-02-20T22:43:21.607" v="100" actId="478"/>
          <ac:picMkLst>
            <pc:docMk/>
            <pc:sldMk cId="2300608753" sldId="2147473130"/>
            <ac:picMk id="8" creationId="{32AE24B5-42AD-EDB1-CF1B-EAE8BD60827B}"/>
          </ac:picMkLst>
        </pc:picChg>
        <pc:picChg chg="add mod">
          <ac:chgData name="JESUS ROCHA SALAZAR" userId="4e0323458c84468b" providerId="LiveId" clId="{DC2CD160-77F3-4A47-9FD0-6C2276FF51A8}" dt="2026-02-20T22:43:49.838" v="108" actId="1076"/>
          <ac:picMkLst>
            <pc:docMk/>
            <pc:sldMk cId="2300608753" sldId="2147473130"/>
            <ac:picMk id="10" creationId="{F7D30D88-E4C0-701A-E2D5-967BDF01DD0E}"/>
          </ac:picMkLst>
        </pc:picChg>
      </pc:sldChg>
      <pc:sldChg chg="del">
        <pc:chgData name="JESUS ROCHA SALAZAR" userId="4e0323458c84468b" providerId="LiveId" clId="{DC2CD160-77F3-4A47-9FD0-6C2276FF51A8}" dt="2026-02-20T22:37:52.835" v="19" actId="2696"/>
        <pc:sldMkLst>
          <pc:docMk/>
          <pc:sldMk cId="3829958004" sldId="2147473130"/>
        </pc:sldMkLst>
      </pc:sldChg>
      <pc:sldChg chg="addSp delSp modSp add mod">
        <pc:chgData name="JESUS ROCHA SALAZAR" userId="4e0323458c84468b" providerId="LiveId" clId="{DC2CD160-77F3-4A47-9FD0-6C2276FF51A8}" dt="2026-02-20T22:47:02.156" v="137" actId="1076"/>
        <pc:sldMkLst>
          <pc:docMk/>
          <pc:sldMk cId="54147354" sldId="2147473131"/>
        </pc:sldMkLst>
        <pc:spChg chg="del">
          <ac:chgData name="JESUS ROCHA SALAZAR" userId="4e0323458c84468b" providerId="LiveId" clId="{DC2CD160-77F3-4A47-9FD0-6C2276FF51A8}" dt="2026-02-20T22:44:39.954" v="114" actId="478"/>
          <ac:spMkLst>
            <pc:docMk/>
            <pc:sldMk cId="54147354" sldId="2147473131"/>
            <ac:spMk id="2" creationId="{F119AE86-7557-4607-9311-2AF4C98E69AE}"/>
          </ac:spMkLst>
        </pc:spChg>
        <pc:spChg chg="mod">
          <ac:chgData name="JESUS ROCHA SALAZAR" userId="4e0323458c84468b" providerId="LiveId" clId="{DC2CD160-77F3-4A47-9FD0-6C2276FF51A8}" dt="2026-02-20T22:46:24.220" v="133" actId="20577"/>
          <ac:spMkLst>
            <pc:docMk/>
            <pc:sldMk cId="54147354" sldId="2147473131"/>
            <ac:spMk id="5" creationId="{7CFE017F-F4CE-7829-EAAA-F4FCE2FA2403}"/>
          </ac:spMkLst>
        </pc:spChg>
        <pc:spChg chg="add mod">
          <ac:chgData name="JESUS ROCHA SALAZAR" userId="4e0323458c84468b" providerId="LiveId" clId="{DC2CD160-77F3-4A47-9FD0-6C2276FF51A8}" dt="2026-02-20T22:45:21.126" v="121" actId="1076"/>
          <ac:spMkLst>
            <pc:docMk/>
            <pc:sldMk cId="54147354" sldId="2147473131"/>
            <ac:spMk id="8" creationId="{AC0DC96E-B549-1D31-005F-A6A4198565FA}"/>
          </ac:spMkLst>
        </pc:spChg>
        <pc:spChg chg="add mod">
          <ac:chgData name="JESUS ROCHA SALAZAR" userId="4e0323458c84468b" providerId="LiveId" clId="{DC2CD160-77F3-4A47-9FD0-6C2276FF51A8}" dt="2026-02-20T22:47:02.156" v="137" actId="1076"/>
          <ac:spMkLst>
            <pc:docMk/>
            <pc:sldMk cId="54147354" sldId="2147473131"/>
            <ac:spMk id="15" creationId="{AE138240-455E-CF3F-F741-8253E3B66E6D}"/>
          </ac:spMkLst>
        </pc:spChg>
        <pc:picChg chg="add mod">
          <ac:chgData name="JESUS ROCHA SALAZAR" userId="4e0323458c84468b" providerId="LiveId" clId="{DC2CD160-77F3-4A47-9FD0-6C2276FF51A8}" dt="2026-02-20T22:44:40.898" v="115"/>
          <ac:picMkLst>
            <pc:docMk/>
            <pc:sldMk cId="54147354" sldId="2147473131"/>
            <ac:picMk id="4" creationId="{BAEB9A0F-6340-C274-F709-22EA4D5F4989}"/>
          </ac:picMkLst>
        </pc:picChg>
        <pc:picChg chg="add mod">
          <ac:chgData name="JESUS ROCHA SALAZAR" userId="4e0323458c84468b" providerId="LiveId" clId="{DC2CD160-77F3-4A47-9FD0-6C2276FF51A8}" dt="2026-02-20T22:44:40.898" v="115"/>
          <ac:picMkLst>
            <pc:docMk/>
            <pc:sldMk cId="54147354" sldId="2147473131"/>
            <ac:picMk id="9" creationId="{F56A8C1F-6E62-8B67-D1EE-478E39E62974}"/>
          </ac:picMkLst>
        </pc:picChg>
        <pc:picChg chg="del">
          <ac:chgData name="JESUS ROCHA SALAZAR" userId="4e0323458c84468b" providerId="LiveId" clId="{DC2CD160-77F3-4A47-9FD0-6C2276FF51A8}" dt="2026-02-20T22:44:37.670" v="113" actId="478"/>
          <ac:picMkLst>
            <pc:docMk/>
            <pc:sldMk cId="54147354" sldId="2147473131"/>
            <ac:picMk id="10" creationId="{DA809A81-9A91-7F6C-3125-6EECAFA51137}"/>
          </ac:picMkLst>
        </pc:picChg>
        <pc:picChg chg="add mod">
          <ac:chgData name="JESUS ROCHA SALAZAR" userId="4e0323458c84468b" providerId="LiveId" clId="{DC2CD160-77F3-4A47-9FD0-6C2276FF51A8}" dt="2026-02-20T22:45:22.774" v="122" actId="1076"/>
          <ac:picMkLst>
            <pc:docMk/>
            <pc:sldMk cId="54147354" sldId="2147473131"/>
            <ac:picMk id="11" creationId="{DBCD1F89-8167-C88B-F1ED-2480E6C745F6}"/>
          </ac:picMkLst>
        </pc:picChg>
        <pc:picChg chg="add mod">
          <ac:chgData name="JESUS ROCHA SALAZAR" userId="4e0323458c84468b" providerId="LiveId" clId="{DC2CD160-77F3-4A47-9FD0-6C2276FF51A8}" dt="2026-02-20T22:44:40.898" v="115"/>
          <ac:picMkLst>
            <pc:docMk/>
            <pc:sldMk cId="54147354" sldId="2147473131"/>
            <ac:picMk id="16" creationId="{4AEA280A-7560-522F-872E-B5CEB04BF9DF}"/>
          </ac:picMkLst>
        </pc:picChg>
        <pc:picChg chg="add mod">
          <ac:chgData name="JESUS ROCHA SALAZAR" userId="4e0323458c84468b" providerId="LiveId" clId="{DC2CD160-77F3-4A47-9FD0-6C2276FF51A8}" dt="2026-02-20T22:46:52.180" v="136" actId="1076"/>
          <ac:picMkLst>
            <pc:docMk/>
            <pc:sldMk cId="54147354" sldId="2147473131"/>
            <ac:picMk id="17" creationId="{23379D93-FE71-E5DB-1C70-C1113B92A1CA}"/>
          </ac:picMkLst>
        </pc:picChg>
      </pc:sldChg>
      <pc:sldChg chg="addSp delSp modSp add mod">
        <pc:chgData name="JESUS ROCHA SALAZAR" userId="4e0323458c84468b" providerId="LiveId" clId="{DC2CD160-77F3-4A47-9FD0-6C2276FF51A8}" dt="2026-02-20T22:48:02.811" v="155" actId="1076"/>
        <pc:sldMkLst>
          <pc:docMk/>
          <pc:sldMk cId="3999515385" sldId="2147473132"/>
        </pc:sldMkLst>
        <pc:spChg chg="del">
          <ac:chgData name="JESUS ROCHA SALAZAR" userId="4e0323458c84468b" providerId="LiveId" clId="{DC2CD160-77F3-4A47-9FD0-6C2276FF51A8}" dt="2026-02-20T22:47:10.302" v="141" actId="478"/>
          <ac:spMkLst>
            <pc:docMk/>
            <pc:sldMk cId="3999515385" sldId="2147473132"/>
            <ac:spMk id="8" creationId="{C84DCF3C-264B-CA0F-B085-2D1A1E9784AC}"/>
          </ac:spMkLst>
        </pc:spChg>
        <pc:spChg chg="del">
          <ac:chgData name="JESUS ROCHA SALAZAR" userId="4e0323458c84468b" providerId="LiveId" clId="{DC2CD160-77F3-4A47-9FD0-6C2276FF51A8}" dt="2026-02-20T22:47:06.405" v="139" actId="478"/>
          <ac:spMkLst>
            <pc:docMk/>
            <pc:sldMk cId="3999515385" sldId="2147473132"/>
            <ac:spMk id="15" creationId="{55FC4D81-CD98-FA54-6DC2-5EC77961967C}"/>
          </ac:spMkLst>
        </pc:spChg>
        <pc:spChg chg="add mod">
          <ac:chgData name="JESUS ROCHA SALAZAR" userId="4e0323458c84468b" providerId="LiveId" clId="{DC2CD160-77F3-4A47-9FD0-6C2276FF51A8}" dt="2026-02-20T22:47:42.537" v="148" actId="1076"/>
          <ac:spMkLst>
            <pc:docMk/>
            <pc:sldMk cId="3999515385" sldId="2147473132"/>
            <ac:spMk id="19" creationId="{5A755B4F-71BA-F113-BD81-614C0A3224C2}"/>
          </ac:spMkLst>
        </pc:spChg>
        <pc:spChg chg="add mod">
          <ac:chgData name="JESUS ROCHA SALAZAR" userId="4e0323458c84468b" providerId="LiveId" clId="{DC2CD160-77F3-4A47-9FD0-6C2276FF51A8}" dt="2026-02-20T22:47:54.526" v="152" actId="1076"/>
          <ac:spMkLst>
            <pc:docMk/>
            <pc:sldMk cId="3999515385" sldId="2147473132"/>
            <ac:spMk id="22" creationId="{EC6E1F5A-8B07-9B51-7B40-A7717ACE64C8}"/>
          </ac:spMkLst>
        </pc:spChg>
        <pc:picChg chg="add mod">
          <ac:chgData name="JESUS ROCHA SALAZAR" userId="4e0323458c84468b" providerId="LiveId" clId="{DC2CD160-77F3-4A47-9FD0-6C2276FF51A8}" dt="2026-02-20T22:47:30.189" v="145" actId="1076"/>
          <ac:picMkLst>
            <pc:docMk/>
            <pc:sldMk cId="3999515385" sldId="2147473132"/>
            <ac:picMk id="2" creationId="{ACF0D7AC-47B9-3B11-BBA8-6D6E6D4C443E}"/>
          </ac:picMkLst>
        </pc:picChg>
        <pc:picChg chg="add mod">
          <ac:chgData name="JESUS ROCHA SALAZAR" userId="4e0323458c84468b" providerId="LiveId" clId="{DC2CD160-77F3-4A47-9FD0-6C2276FF51A8}" dt="2026-02-20T22:47:30.189" v="145" actId="1076"/>
          <ac:picMkLst>
            <pc:docMk/>
            <pc:sldMk cId="3999515385" sldId="2147473132"/>
            <ac:picMk id="10" creationId="{F5C22484-A0D4-2C34-DB5B-97641D360A65}"/>
          </ac:picMkLst>
        </pc:picChg>
        <pc:picChg chg="del">
          <ac:chgData name="JESUS ROCHA SALAZAR" userId="4e0323458c84468b" providerId="LiveId" clId="{DC2CD160-77F3-4A47-9FD0-6C2276FF51A8}" dt="2026-02-20T22:47:07.693" v="140" actId="478"/>
          <ac:picMkLst>
            <pc:docMk/>
            <pc:sldMk cId="3999515385" sldId="2147473132"/>
            <ac:picMk id="11" creationId="{5D7DFFDD-6104-E29B-F23D-366DBB955793}"/>
          </ac:picMkLst>
        </pc:picChg>
        <pc:picChg chg="del">
          <ac:chgData name="JESUS ROCHA SALAZAR" userId="4e0323458c84468b" providerId="LiveId" clId="{DC2CD160-77F3-4A47-9FD0-6C2276FF51A8}" dt="2026-02-20T22:47:11.711" v="142" actId="478"/>
          <ac:picMkLst>
            <pc:docMk/>
            <pc:sldMk cId="3999515385" sldId="2147473132"/>
            <ac:picMk id="17" creationId="{141C6EC8-773C-9769-1B1C-6A2D2486408A}"/>
          </ac:picMkLst>
        </pc:picChg>
        <pc:picChg chg="add mod">
          <ac:chgData name="JESUS ROCHA SALAZAR" userId="4e0323458c84468b" providerId="LiveId" clId="{DC2CD160-77F3-4A47-9FD0-6C2276FF51A8}" dt="2026-02-20T22:48:02.811" v="155" actId="1076"/>
          <ac:picMkLst>
            <pc:docMk/>
            <pc:sldMk cId="3999515385" sldId="2147473132"/>
            <ac:picMk id="18" creationId="{44695BF4-57E1-6C01-4C47-C632E75EEB91}"/>
          </ac:picMkLst>
        </pc:picChg>
        <pc:picChg chg="add mod">
          <ac:chgData name="JESUS ROCHA SALAZAR" userId="4e0323458c84468b" providerId="LiveId" clId="{DC2CD160-77F3-4A47-9FD0-6C2276FF51A8}" dt="2026-02-20T22:47:30.189" v="145" actId="1076"/>
          <ac:picMkLst>
            <pc:docMk/>
            <pc:sldMk cId="3999515385" sldId="2147473132"/>
            <ac:picMk id="20" creationId="{ED08B533-3E66-AA94-3A44-37919425DFC8}"/>
          </ac:picMkLst>
        </pc:picChg>
        <pc:picChg chg="add mod">
          <ac:chgData name="JESUS ROCHA SALAZAR" userId="4e0323458c84468b" providerId="LiveId" clId="{DC2CD160-77F3-4A47-9FD0-6C2276FF51A8}" dt="2026-02-20T22:48:00.934" v="154" actId="1076"/>
          <ac:picMkLst>
            <pc:docMk/>
            <pc:sldMk cId="3999515385" sldId="2147473132"/>
            <ac:picMk id="21" creationId="{1DDAD95A-95FE-8334-DF12-3A3DEEC80CA0}"/>
          </ac:picMkLst>
        </pc:picChg>
        <pc:picChg chg="add mod">
          <ac:chgData name="JESUS ROCHA SALAZAR" userId="4e0323458c84468b" providerId="LiveId" clId="{DC2CD160-77F3-4A47-9FD0-6C2276FF51A8}" dt="2026-02-20T22:47:30.189" v="145" actId="1076"/>
          <ac:picMkLst>
            <pc:docMk/>
            <pc:sldMk cId="3999515385" sldId="2147473132"/>
            <ac:picMk id="23" creationId="{BBAE47E8-D217-A2C1-C63F-94DB82ED61CA}"/>
          </ac:picMkLst>
        </pc:picChg>
        <pc:picChg chg="add mod">
          <ac:chgData name="JESUS ROCHA SALAZAR" userId="4e0323458c84468b" providerId="LiveId" clId="{DC2CD160-77F3-4A47-9FD0-6C2276FF51A8}" dt="2026-02-20T22:47:58.903" v="153" actId="1076"/>
          <ac:picMkLst>
            <pc:docMk/>
            <pc:sldMk cId="3999515385" sldId="2147473132"/>
            <ac:picMk id="24" creationId="{2D030019-4B51-B98E-0DF4-3C27EF5D9A2B}"/>
          </ac:picMkLst>
        </pc:picChg>
      </pc:sldChg>
      <pc:sldChg chg="del">
        <pc:chgData name="JESUS ROCHA SALAZAR" userId="4e0323458c84468b" providerId="LiveId" clId="{DC2CD160-77F3-4A47-9FD0-6C2276FF51A8}" dt="2026-02-20T22:37:52.835" v="19" actId="2696"/>
        <pc:sldMkLst>
          <pc:docMk/>
          <pc:sldMk cId="3785094177" sldId="2147473133"/>
        </pc:sldMkLst>
      </pc:sldChg>
      <pc:sldChg chg="addSp delSp modSp add mod">
        <pc:chgData name="JESUS ROCHA SALAZAR" userId="4e0323458c84468b" providerId="LiveId" clId="{DC2CD160-77F3-4A47-9FD0-6C2276FF51A8}" dt="2026-02-20T22:49:05.137" v="171" actId="1076"/>
        <pc:sldMkLst>
          <pc:docMk/>
          <pc:sldMk cId="4150703643" sldId="2147473133"/>
        </pc:sldMkLst>
        <pc:spChg chg="del">
          <ac:chgData name="JESUS ROCHA SALAZAR" userId="4e0323458c84468b" providerId="LiveId" clId="{DC2CD160-77F3-4A47-9FD0-6C2276FF51A8}" dt="2026-02-20T22:48:23.309" v="161" actId="478"/>
          <ac:spMkLst>
            <pc:docMk/>
            <pc:sldMk cId="4150703643" sldId="2147473133"/>
            <ac:spMk id="19" creationId="{22A7A470-E3F0-87FB-2C9B-B432A6773968}"/>
          </ac:spMkLst>
        </pc:spChg>
        <pc:spChg chg="del">
          <ac:chgData name="JESUS ROCHA SALAZAR" userId="4e0323458c84468b" providerId="LiveId" clId="{DC2CD160-77F3-4A47-9FD0-6C2276FF51A8}" dt="2026-02-20T22:48:19.586" v="157" actId="478"/>
          <ac:spMkLst>
            <pc:docMk/>
            <pc:sldMk cId="4150703643" sldId="2147473133"/>
            <ac:spMk id="22" creationId="{B0DFAE87-763D-2806-A260-6F5049DA4DD8}"/>
          </ac:spMkLst>
        </pc:spChg>
        <pc:spChg chg="add mod">
          <ac:chgData name="JESUS ROCHA SALAZAR" userId="4e0323458c84468b" providerId="LiveId" clId="{DC2CD160-77F3-4A47-9FD0-6C2276FF51A8}" dt="2026-02-20T22:48:57.336" v="168" actId="1076"/>
          <ac:spMkLst>
            <pc:docMk/>
            <pc:sldMk cId="4150703643" sldId="2147473133"/>
            <ac:spMk id="25" creationId="{9196D289-7479-B466-234C-0FDCB203E576}"/>
          </ac:spMkLst>
        </pc:spChg>
        <pc:picChg chg="add mod">
          <ac:chgData name="JESUS ROCHA SALAZAR" userId="4e0323458c84468b" providerId="LiveId" clId="{DC2CD160-77F3-4A47-9FD0-6C2276FF51A8}" dt="2026-02-20T22:48:44.472" v="163" actId="1076"/>
          <ac:picMkLst>
            <pc:docMk/>
            <pc:sldMk cId="4150703643" sldId="2147473133"/>
            <ac:picMk id="8" creationId="{D8390D9C-36B2-FF07-E3DD-6C8B4F7527CD}"/>
          </ac:picMkLst>
        </pc:picChg>
        <pc:picChg chg="add mod">
          <ac:chgData name="JESUS ROCHA SALAZAR" userId="4e0323458c84468b" providerId="LiveId" clId="{DC2CD160-77F3-4A47-9FD0-6C2276FF51A8}" dt="2026-02-20T22:48:44.472" v="163" actId="1076"/>
          <ac:picMkLst>
            <pc:docMk/>
            <pc:sldMk cId="4150703643" sldId="2147473133"/>
            <ac:picMk id="11" creationId="{4F8C6F6D-9E62-C910-B2C8-BC332B30086E}"/>
          </ac:picMkLst>
        </pc:picChg>
        <pc:picChg chg="add mod">
          <ac:chgData name="JESUS ROCHA SALAZAR" userId="4e0323458c84468b" providerId="LiveId" clId="{DC2CD160-77F3-4A47-9FD0-6C2276FF51A8}" dt="2026-02-20T22:48:44.472" v="163" actId="1076"/>
          <ac:picMkLst>
            <pc:docMk/>
            <pc:sldMk cId="4150703643" sldId="2147473133"/>
            <ac:picMk id="15" creationId="{0F019501-D87E-58B5-526A-70EA01644D8F}"/>
          </ac:picMkLst>
        </pc:picChg>
        <pc:picChg chg="add mod">
          <ac:chgData name="JESUS ROCHA SALAZAR" userId="4e0323458c84468b" providerId="LiveId" clId="{DC2CD160-77F3-4A47-9FD0-6C2276FF51A8}" dt="2026-02-20T22:48:44.472" v="163" actId="1076"/>
          <ac:picMkLst>
            <pc:docMk/>
            <pc:sldMk cId="4150703643" sldId="2147473133"/>
            <ac:picMk id="17" creationId="{A8B6F6CC-F935-EEDF-6071-3F85D60C925B}"/>
          </ac:picMkLst>
        </pc:picChg>
        <pc:picChg chg="del">
          <ac:chgData name="JESUS ROCHA SALAZAR" userId="4e0323458c84468b" providerId="LiveId" clId="{DC2CD160-77F3-4A47-9FD0-6C2276FF51A8}" dt="2026-02-20T22:48:20.445" v="158" actId="478"/>
          <ac:picMkLst>
            <pc:docMk/>
            <pc:sldMk cId="4150703643" sldId="2147473133"/>
            <ac:picMk id="18" creationId="{31F8687F-2E58-B7C7-7595-74A4903A5C48}"/>
          </ac:picMkLst>
        </pc:picChg>
        <pc:picChg chg="del">
          <ac:chgData name="JESUS ROCHA SALAZAR" userId="4e0323458c84468b" providerId="LiveId" clId="{DC2CD160-77F3-4A47-9FD0-6C2276FF51A8}" dt="2026-02-20T22:48:22.158" v="160" actId="478"/>
          <ac:picMkLst>
            <pc:docMk/>
            <pc:sldMk cId="4150703643" sldId="2147473133"/>
            <ac:picMk id="21" creationId="{A1ED3399-8069-6B4D-18B8-A6A7A6BDB07F}"/>
          </ac:picMkLst>
        </pc:picChg>
        <pc:picChg chg="del">
          <ac:chgData name="JESUS ROCHA SALAZAR" userId="4e0323458c84468b" providerId="LiveId" clId="{DC2CD160-77F3-4A47-9FD0-6C2276FF51A8}" dt="2026-02-20T22:48:21.452" v="159" actId="478"/>
          <ac:picMkLst>
            <pc:docMk/>
            <pc:sldMk cId="4150703643" sldId="2147473133"/>
            <ac:picMk id="24" creationId="{30AEC411-BF51-860D-9DDF-E64C8B0000F2}"/>
          </ac:picMkLst>
        </pc:picChg>
        <pc:picChg chg="add mod">
          <ac:chgData name="JESUS ROCHA SALAZAR" userId="4e0323458c84468b" providerId="LiveId" clId="{DC2CD160-77F3-4A47-9FD0-6C2276FF51A8}" dt="2026-02-20T22:49:05.137" v="171" actId="1076"/>
          <ac:picMkLst>
            <pc:docMk/>
            <pc:sldMk cId="4150703643" sldId="2147473133"/>
            <ac:picMk id="26" creationId="{AB33CA15-CF98-B4FF-BE63-F29573A33777}"/>
          </ac:picMkLst>
        </pc:picChg>
      </pc:sldChg>
      <pc:sldChg chg="del">
        <pc:chgData name="JESUS ROCHA SALAZAR" userId="4e0323458c84468b" providerId="LiveId" clId="{DC2CD160-77F3-4A47-9FD0-6C2276FF51A8}" dt="2026-02-20T22:37:52.835" v="19" actId="2696"/>
        <pc:sldMkLst>
          <pc:docMk/>
          <pc:sldMk cId="1321806614" sldId="2147473134"/>
        </pc:sldMkLst>
      </pc:sldChg>
      <pc:sldChg chg="addSp delSp modSp add mod">
        <pc:chgData name="JESUS ROCHA SALAZAR" userId="4e0323458c84468b" providerId="LiveId" clId="{DC2CD160-77F3-4A47-9FD0-6C2276FF51A8}" dt="2026-02-21T01:04:00.365" v="628" actId="478"/>
        <pc:sldMkLst>
          <pc:docMk/>
          <pc:sldMk cId="2763752773" sldId="2147473134"/>
        </pc:sldMkLst>
        <pc:spChg chg="mod">
          <ac:chgData name="JESUS ROCHA SALAZAR" userId="4e0323458c84468b" providerId="LiveId" clId="{DC2CD160-77F3-4A47-9FD0-6C2276FF51A8}" dt="2026-02-20T22:50:29.457" v="188" actId="20577"/>
          <ac:spMkLst>
            <pc:docMk/>
            <pc:sldMk cId="2763752773" sldId="2147473134"/>
            <ac:spMk id="5" creationId="{286AE819-C3E4-EEC6-6222-BF2ABD0FF022}"/>
          </ac:spMkLst>
        </pc:spChg>
        <pc:spChg chg="del">
          <ac:chgData name="JESUS ROCHA SALAZAR" userId="4e0323458c84468b" providerId="LiveId" clId="{DC2CD160-77F3-4A47-9FD0-6C2276FF51A8}" dt="2026-02-20T22:49:11.655" v="174" actId="478"/>
          <ac:spMkLst>
            <pc:docMk/>
            <pc:sldMk cId="2763752773" sldId="2147473134"/>
            <ac:spMk id="25" creationId="{1F3CD7D2-ADB2-5CFA-5274-B2F6CFF1B58B}"/>
          </ac:spMkLst>
        </pc:spChg>
        <pc:spChg chg="mod topLvl">
          <ac:chgData name="JESUS ROCHA SALAZAR" userId="4e0323458c84468b" providerId="LiveId" clId="{DC2CD160-77F3-4A47-9FD0-6C2276FF51A8}" dt="2026-02-21T01:03:50.493" v="625" actId="165"/>
          <ac:spMkLst>
            <pc:docMk/>
            <pc:sldMk cId="2763752773" sldId="2147473134"/>
            <ac:spMk id="27" creationId="{9D25A0CF-CAE8-1E4B-594F-BBB8B4D0D95A}"/>
          </ac:spMkLst>
        </pc:spChg>
        <pc:spChg chg="mod topLvl">
          <ac:chgData name="JESUS ROCHA SALAZAR" userId="4e0323458c84468b" providerId="LiveId" clId="{DC2CD160-77F3-4A47-9FD0-6C2276FF51A8}" dt="2026-02-21T01:03:50.493" v="625" actId="165"/>
          <ac:spMkLst>
            <pc:docMk/>
            <pc:sldMk cId="2763752773" sldId="2147473134"/>
            <ac:spMk id="31" creationId="{CA02AA45-103A-3BCD-891E-5609E2227BB9}"/>
          </ac:spMkLst>
        </pc:spChg>
        <pc:spChg chg="mod topLvl">
          <ac:chgData name="JESUS ROCHA SALAZAR" userId="4e0323458c84468b" providerId="LiveId" clId="{DC2CD160-77F3-4A47-9FD0-6C2276FF51A8}" dt="2026-02-21T01:03:50.493" v="625" actId="165"/>
          <ac:spMkLst>
            <pc:docMk/>
            <pc:sldMk cId="2763752773" sldId="2147473134"/>
            <ac:spMk id="40" creationId="{2F2A7476-5A7B-574F-C4DF-EDA528261A7C}"/>
          </ac:spMkLst>
        </pc:spChg>
        <pc:spChg chg="mod">
          <ac:chgData name="JESUS ROCHA SALAZAR" userId="4e0323458c84468b" providerId="LiveId" clId="{DC2CD160-77F3-4A47-9FD0-6C2276FF51A8}" dt="2026-02-20T22:52:47.651" v="201" actId="1076"/>
          <ac:spMkLst>
            <pc:docMk/>
            <pc:sldMk cId="2763752773" sldId="2147473134"/>
            <ac:spMk id="47" creationId="{9E8F3815-143F-1373-101B-7F47CD0AF775}"/>
          </ac:spMkLst>
        </pc:spChg>
        <pc:spChg chg="mod">
          <ac:chgData name="JESUS ROCHA SALAZAR" userId="4e0323458c84468b" providerId="LiveId" clId="{DC2CD160-77F3-4A47-9FD0-6C2276FF51A8}" dt="2026-02-20T22:51:13.619" v="189" actId="1076"/>
          <ac:spMkLst>
            <pc:docMk/>
            <pc:sldMk cId="2763752773" sldId="2147473134"/>
            <ac:spMk id="59" creationId="{FB6C8793-B3B2-9279-3ECD-EA3D05E91AD7}"/>
          </ac:spMkLst>
        </pc:spChg>
        <pc:spChg chg="mod">
          <ac:chgData name="JESUS ROCHA SALAZAR" userId="4e0323458c84468b" providerId="LiveId" clId="{DC2CD160-77F3-4A47-9FD0-6C2276FF51A8}" dt="2026-02-20T22:51:16.726" v="190" actId="1076"/>
          <ac:spMkLst>
            <pc:docMk/>
            <pc:sldMk cId="2763752773" sldId="2147473134"/>
            <ac:spMk id="60" creationId="{37E66CED-4867-985E-80DA-0E4CF8A5E2FC}"/>
          </ac:spMkLst>
        </pc:spChg>
        <pc:spChg chg="mod">
          <ac:chgData name="JESUS ROCHA SALAZAR" userId="4e0323458c84468b" providerId="LiveId" clId="{DC2CD160-77F3-4A47-9FD0-6C2276FF51A8}" dt="2026-02-20T22:51:23.858" v="191" actId="1076"/>
          <ac:spMkLst>
            <pc:docMk/>
            <pc:sldMk cId="2763752773" sldId="2147473134"/>
            <ac:spMk id="61" creationId="{83AB6281-CF78-BFEA-1B8E-993B24316E78}"/>
          </ac:spMkLst>
        </pc:spChg>
        <pc:spChg chg="mod">
          <ac:chgData name="JESUS ROCHA SALAZAR" userId="4e0323458c84468b" providerId="LiveId" clId="{DC2CD160-77F3-4A47-9FD0-6C2276FF51A8}" dt="2026-02-20T22:52:33.904" v="200" actId="1076"/>
          <ac:spMkLst>
            <pc:docMk/>
            <pc:sldMk cId="2763752773" sldId="2147473134"/>
            <ac:spMk id="62" creationId="{76BF766E-976E-7F76-FEE8-69A5A6F3ACFA}"/>
          </ac:spMkLst>
        </pc:spChg>
        <pc:spChg chg="mod">
          <ac:chgData name="JESUS ROCHA SALAZAR" userId="4e0323458c84468b" providerId="LiveId" clId="{DC2CD160-77F3-4A47-9FD0-6C2276FF51A8}" dt="2026-02-21T01:03:50.493" v="625" actId="165"/>
          <ac:spMkLst>
            <pc:docMk/>
            <pc:sldMk cId="2763752773" sldId="2147473134"/>
            <ac:spMk id="64" creationId="{5C3CCF70-6C72-BDF7-45E7-77418B7BD59E}"/>
          </ac:spMkLst>
        </pc:spChg>
        <pc:spChg chg="mod">
          <ac:chgData name="JESUS ROCHA SALAZAR" userId="4e0323458c84468b" providerId="LiveId" clId="{DC2CD160-77F3-4A47-9FD0-6C2276FF51A8}" dt="2026-02-21T01:03:50.493" v="625" actId="165"/>
          <ac:spMkLst>
            <pc:docMk/>
            <pc:sldMk cId="2763752773" sldId="2147473134"/>
            <ac:spMk id="68" creationId="{577160EC-B240-4CA8-FB83-36EF2E634E99}"/>
          </ac:spMkLst>
        </pc:spChg>
        <pc:spChg chg="del">
          <ac:chgData name="JESUS ROCHA SALAZAR" userId="4e0323458c84468b" providerId="LiveId" clId="{DC2CD160-77F3-4A47-9FD0-6C2276FF51A8}" dt="2026-02-21T01:03:53.774" v="626" actId="478"/>
          <ac:spMkLst>
            <pc:docMk/>
            <pc:sldMk cId="2763752773" sldId="2147473134"/>
            <ac:spMk id="72" creationId="{4C0DCE0E-15D0-FBF2-B3BF-E912DF1BB3B3}"/>
          </ac:spMkLst>
        </pc:spChg>
        <pc:spChg chg="del mod">
          <ac:chgData name="JESUS ROCHA SALAZAR" userId="4e0323458c84468b" providerId="LiveId" clId="{DC2CD160-77F3-4A47-9FD0-6C2276FF51A8}" dt="2026-02-21T01:04:00.365" v="628" actId="478"/>
          <ac:spMkLst>
            <pc:docMk/>
            <pc:sldMk cId="2763752773" sldId="2147473134"/>
            <ac:spMk id="73" creationId="{1329D73B-7D0F-DA09-4DFB-9BF91DC3F932}"/>
          </ac:spMkLst>
        </pc:spChg>
        <pc:spChg chg="mod">
          <ac:chgData name="JESUS ROCHA SALAZAR" userId="4e0323458c84468b" providerId="LiveId" clId="{DC2CD160-77F3-4A47-9FD0-6C2276FF51A8}" dt="2026-02-21T01:03:50.493" v="625" actId="165"/>
          <ac:spMkLst>
            <pc:docMk/>
            <pc:sldMk cId="2763752773" sldId="2147473134"/>
            <ac:spMk id="74" creationId="{276C478D-D203-8050-E04F-D6D2594E87F6}"/>
          </ac:spMkLst>
        </pc:spChg>
        <pc:spChg chg="mod">
          <ac:chgData name="JESUS ROCHA SALAZAR" userId="4e0323458c84468b" providerId="LiveId" clId="{DC2CD160-77F3-4A47-9FD0-6C2276FF51A8}" dt="2026-02-21T01:03:50.493" v="625" actId="165"/>
          <ac:spMkLst>
            <pc:docMk/>
            <pc:sldMk cId="2763752773" sldId="2147473134"/>
            <ac:spMk id="75" creationId="{9A1CE1A6-A2BE-F5BC-A3C2-9873117F5874}"/>
          </ac:spMkLst>
        </pc:spChg>
        <pc:spChg chg="mod">
          <ac:chgData name="JESUS ROCHA SALAZAR" userId="4e0323458c84468b" providerId="LiveId" clId="{DC2CD160-77F3-4A47-9FD0-6C2276FF51A8}" dt="2026-02-21T01:03:50.493" v="625" actId="165"/>
          <ac:spMkLst>
            <pc:docMk/>
            <pc:sldMk cId="2763752773" sldId="2147473134"/>
            <ac:spMk id="87" creationId="{16A15F95-FBFD-B799-149C-DA34411BDFAE}"/>
          </ac:spMkLst>
        </pc:spChg>
        <pc:spChg chg="mod">
          <ac:chgData name="JESUS ROCHA SALAZAR" userId="4e0323458c84468b" providerId="LiveId" clId="{DC2CD160-77F3-4A47-9FD0-6C2276FF51A8}" dt="2026-02-21T01:03:50.493" v="625" actId="165"/>
          <ac:spMkLst>
            <pc:docMk/>
            <pc:sldMk cId="2763752773" sldId="2147473134"/>
            <ac:spMk id="89" creationId="{863BC622-EE0D-E377-B08A-395C98DBFD9B}"/>
          </ac:spMkLst>
        </pc:spChg>
        <pc:spChg chg="mod">
          <ac:chgData name="JESUS ROCHA SALAZAR" userId="4e0323458c84468b" providerId="LiveId" clId="{DC2CD160-77F3-4A47-9FD0-6C2276FF51A8}" dt="2026-02-21T01:03:50.493" v="625" actId="165"/>
          <ac:spMkLst>
            <pc:docMk/>
            <pc:sldMk cId="2763752773" sldId="2147473134"/>
            <ac:spMk id="100" creationId="{E3FD0C51-0E8E-0F4F-9DDB-DC1FED1759DC}"/>
          </ac:spMkLst>
        </pc:spChg>
        <pc:grpChg chg="add del mod">
          <ac:chgData name="JESUS ROCHA SALAZAR" userId="4e0323458c84468b" providerId="LiveId" clId="{DC2CD160-77F3-4A47-9FD0-6C2276FF51A8}" dt="2026-02-21T01:03:46.521" v="624" actId="478"/>
          <ac:grpSpMkLst>
            <pc:docMk/>
            <pc:sldMk cId="2763752773" sldId="2147473134"/>
            <ac:grpSpMk id="18" creationId="{BCF24A28-0F68-4F69-F520-D0B8C2A6DC28}"/>
          </ac:grpSpMkLst>
        </pc:grpChg>
        <pc:picChg chg="del">
          <ac:chgData name="JESUS ROCHA SALAZAR" userId="4e0323458c84468b" providerId="LiveId" clId="{DC2CD160-77F3-4A47-9FD0-6C2276FF51A8}" dt="2026-02-20T22:49:09.120" v="173" actId="478"/>
          <ac:picMkLst>
            <pc:docMk/>
            <pc:sldMk cId="2763752773" sldId="2147473134"/>
            <ac:picMk id="26" creationId="{199582C4-4780-929B-D7E0-1821777A8589}"/>
          </ac:picMkLst>
        </pc:picChg>
        <pc:cxnChg chg="mod">
          <ac:chgData name="JESUS ROCHA SALAZAR" userId="4e0323458c84468b" providerId="LiveId" clId="{DC2CD160-77F3-4A47-9FD0-6C2276FF51A8}" dt="2026-02-21T01:03:46.521" v="624" actId="478"/>
          <ac:cxnSpMkLst>
            <pc:docMk/>
            <pc:sldMk cId="2763752773" sldId="2147473134"/>
            <ac:cxnSpMk id="44" creationId="{09B18B5E-37CB-020E-003C-9EB3FD07321D}"/>
          </ac:cxnSpMkLst>
        </pc:cxnChg>
        <pc:cxnChg chg="mod">
          <ac:chgData name="JESUS ROCHA SALAZAR" userId="4e0323458c84468b" providerId="LiveId" clId="{DC2CD160-77F3-4A47-9FD0-6C2276FF51A8}" dt="2026-02-21T01:03:46.521" v="624" actId="478"/>
          <ac:cxnSpMkLst>
            <pc:docMk/>
            <pc:sldMk cId="2763752773" sldId="2147473134"/>
            <ac:cxnSpMk id="48" creationId="{D593F3FE-8C97-A429-0EF1-B0E936430A85}"/>
          </ac:cxnSpMkLst>
        </pc:cxnChg>
        <pc:cxnChg chg="mod">
          <ac:chgData name="JESUS ROCHA SALAZAR" userId="4e0323458c84468b" providerId="LiveId" clId="{DC2CD160-77F3-4A47-9FD0-6C2276FF51A8}" dt="2026-02-21T01:03:46.521" v="624" actId="478"/>
          <ac:cxnSpMkLst>
            <pc:docMk/>
            <pc:sldMk cId="2763752773" sldId="2147473134"/>
            <ac:cxnSpMk id="49" creationId="{74531874-0A71-EB34-A555-68F2C56D1583}"/>
          </ac:cxnSpMkLst>
        </pc:cxnChg>
        <pc:cxnChg chg="mod">
          <ac:chgData name="JESUS ROCHA SALAZAR" userId="4e0323458c84468b" providerId="LiveId" clId="{DC2CD160-77F3-4A47-9FD0-6C2276FF51A8}" dt="2026-02-21T01:03:46.521" v="624" actId="478"/>
          <ac:cxnSpMkLst>
            <pc:docMk/>
            <pc:sldMk cId="2763752773" sldId="2147473134"/>
            <ac:cxnSpMk id="50" creationId="{3E089951-2364-A3EE-60DC-64C31D5BDA0E}"/>
          </ac:cxnSpMkLst>
        </pc:cxnChg>
        <pc:cxnChg chg="mod">
          <ac:chgData name="JESUS ROCHA SALAZAR" userId="4e0323458c84468b" providerId="LiveId" clId="{DC2CD160-77F3-4A47-9FD0-6C2276FF51A8}" dt="2026-02-21T01:03:46.521" v="624" actId="478"/>
          <ac:cxnSpMkLst>
            <pc:docMk/>
            <pc:sldMk cId="2763752773" sldId="2147473134"/>
            <ac:cxnSpMk id="51" creationId="{FBC374F9-6152-146C-5645-78CD53F87A3B}"/>
          </ac:cxnSpMkLst>
        </pc:cxnChg>
        <pc:cxnChg chg="mod">
          <ac:chgData name="JESUS ROCHA SALAZAR" userId="4e0323458c84468b" providerId="LiveId" clId="{DC2CD160-77F3-4A47-9FD0-6C2276FF51A8}" dt="2026-02-21T01:03:46.521" v="624" actId="478"/>
          <ac:cxnSpMkLst>
            <pc:docMk/>
            <pc:sldMk cId="2763752773" sldId="2147473134"/>
            <ac:cxnSpMk id="81" creationId="{96E51AD5-E7DD-1ED3-D377-198C380099D6}"/>
          </ac:cxnSpMkLst>
        </pc:cxnChg>
        <pc:cxnChg chg="mod">
          <ac:chgData name="JESUS ROCHA SALAZAR" userId="4e0323458c84468b" providerId="LiveId" clId="{DC2CD160-77F3-4A47-9FD0-6C2276FF51A8}" dt="2026-02-21T01:03:46.521" v="624" actId="478"/>
          <ac:cxnSpMkLst>
            <pc:docMk/>
            <pc:sldMk cId="2763752773" sldId="2147473134"/>
            <ac:cxnSpMk id="114" creationId="{B5C30570-A17C-1EA8-E94B-AB2F41A97070}"/>
          </ac:cxnSpMkLst>
        </pc:cxnChg>
        <pc:cxnChg chg="del">
          <ac:chgData name="JESUS ROCHA SALAZAR" userId="4e0323458c84468b" providerId="LiveId" clId="{DC2CD160-77F3-4A47-9FD0-6C2276FF51A8}" dt="2026-02-21T01:03:43.546" v="622" actId="478"/>
          <ac:cxnSpMkLst>
            <pc:docMk/>
            <pc:sldMk cId="2763752773" sldId="2147473134"/>
            <ac:cxnSpMk id="115" creationId="{29B6EB8D-01D7-7493-C4D3-015BD9B216F0}"/>
          </ac:cxnSpMkLst>
        </pc:cxnChg>
        <pc:cxnChg chg="del">
          <ac:chgData name="JESUS ROCHA SALAZAR" userId="4e0323458c84468b" providerId="LiveId" clId="{DC2CD160-77F3-4A47-9FD0-6C2276FF51A8}" dt="2026-02-21T01:03:56.482" v="627" actId="478"/>
          <ac:cxnSpMkLst>
            <pc:docMk/>
            <pc:sldMk cId="2763752773" sldId="2147473134"/>
            <ac:cxnSpMk id="116" creationId="{C3545EBA-D3C5-940D-5AE6-9EABF5C88AC7}"/>
          </ac:cxnSpMkLst>
        </pc:cxnChg>
        <pc:cxnChg chg="mod">
          <ac:chgData name="JESUS ROCHA SALAZAR" userId="4e0323458c84468b" providerId="LiveId" clId="{DC2CD160-77F3-4A47-9FD0-6C2276FF51A8}" dt="2026-02-21T01:03:46.521" v="624" actId="478"/>
          <ac:cxnSpMkLst>
            <pc:docMk/>
            <pc:sldMk cId="2763752773" sldId="2147473134"/>
            <ac:cxnSpMk id="117" creationId="{B511289C-3A16-C8A6-B2D1-D55B58D7B68B}"/>
          </ac:cxnSpMkLst>
        </pc:cxnChg>
      </pc:sldChg>
      <pc:sldChg chg="addSp delSp modSp add mod">
        <pc:chgData name="JESUS ROCHA SALAZAR" userId="4e0323458c84468b" providerId="LiveId" clId="{DC2CD160-77F3-4A47-9FD0-6C2276FF51A8}" dt="2026-02-20T22:54:32.574" v="224" actId="1076"/>
        <pc:sldMkLst>
          <pc:docMk/>
          <pc:sldMk cId="487354997" sldId="2147473135"/>
        </pc:sldMkLst>
        <pc:spChg chg="mod">
          <ac:chgData name="JESUS ROCHA SALAZAR" userId="4e0323458c84468b" providerId="LiveId" clId="{DC2CD160-77F3-4A47-9FD0-6C2276FF51A8}" dt="2026-02-20T22:54:21.727" v="222" actId="20577"/>
          <ac:spMkLst>
            <pc:docMk/>
            <pc:sldMk cId="487354997" sldId="2147473135"/>
            <ac:spMk id="5" creationId="{5CFDE23E-D88D-6654-E0D4-5449E2F31D07}"/>
          </ac:spMkLst>
        </pc:spChg>
        <pc:spChg chg="add mod">
          <ac:chgData name="JESUS ROCHA SALAZAR" userId="4e0323458c84468b" providerId="LiveId" clId="{DC2CD160-77F3-4A47-9FD0-6C2276FF51A8}" dt="2026-02-20T22:53:32.322" v="209" actId="14100"/>
          <ac:spMkLst>
            <pc:docMk/>
            <pc:sldMk cId="487354997" sldId="2147473135"/>
            <ac:spMk id="122" creationId="{BB04E588-3710-077D-77D9-CE4027F39873}"/>
          </ac:spMkLst>
        </pc:spChg>
        <pc:spChg chg="add mod">
          <ac:chgData name="JESUS ROCHA SALAZAR" userId="4e0323458c84468b" providerId="LiveId" clId="{DC2CD160-77F3-4A47-9FD0-6C2276FF51A8}" dt="2026-02-20T22:54:30.793" v="223" actId="1076"/>
          <ac:spMkLst>
            <pc:docMk/>
            <pc:sldMk cId="487354997" sldId="2147473135"/>
            <ac:spMk id="124" creationId="{4F9EDAEA-A17B-A8D3-3495-226C11C27EB5}"/>
          </ac:spMkLst>
        </pc:spChg>
        <pc:grpChg chg="del">
          <ac:chgData name="JESUS ROCHA SALAZAR" userId="4e0323458c84468b" providerId="LiveId" clId="{DC2CD160-77F3-4A47-9FD0-6C2276FF51A8}" dt="2026-02-20T22:53:03.248" v="204" actId="478"/>
          <ac:grpSpMkLst>
            <pc:docMk/>
            <pc:sldMk cId="487354997" sldId="2147473135"/>
            <ac:grpSpMk id="18" creationId="{6C79EFEE-07A0-9370-6BEB-D2F2F7C23E8B}"/>
          </ac:grpSpMkLst>
        </pc:grpChg>
        <pc:picChg chg="add mod">
          <ac:chgData name="JESUS ROCHA SALAZAR" userId="4e0323458c84468b" providerId="LiveId" clId="{DC2CD160-77F3-4A47-9FD0-6C2276FF51A8}" dt="2026-02-20T22:53:24.744" v="207" actId="1076"/>
          <ac:picMkLst>
            <pc:docMk/>
            <pc:sldMk cId="487354997" sldId="2147473135"/>
            <ac:picMk id="25" creationId="{AABD4350-E9F3-5414-35B8-5AAF0D15695A}"/>
          </ac:picMkLst>
        </pc:picChg>
        <pc:picChg chg="add mod">
          <ac:chgData name="JESUS ROCHA SALAZAR" userId="4e0323458c84468b" providerId="LiveId" clId="{DC2CD160-77F3-4A47-9FD0-6C2276FF51A8}" dt="2026-02-20T22:53:24.744" v="207" actId="1076"/>
          <ac:picMkLst>
            <pc:docMk/>
            <pc:sldMk cId="487354997" sldId="2147473135"/>
            <ac:picMk id="26" creationId="{045A4F39-016D-9F4B-5ED5-7842B17B5943}"/>
          </ac:picMkLst>
        </pc:picChg>
        <pc:picChg chg="add mod">
          <ac:chgData name="JESUS ROCHA SALAZAR" userId="4e0323458c84468b" providerId="LiveId" clId="{DC2CD160-77F3-4A47-9FD0-6C2276FF51A8}" dt="2026-02-20T22:53:24.744" v="207" actId="1076"/>
          <ac:picMkLst>
            <pc:docMk/>
            <pc:sldMk cId="487354997" sldId="2147473135"/>
            <ac:picMk id="120" creationId="{89CE4763-5D53-29AE-643C-DC229E100341}"/>
          </ac:picMkLst>
        </pc:picChg>
        <pc:picChg chg="add mod">
          <ac:chgData name="JESUS ROCHA SALAZAR" userId="4e0323458c84468b" providerId="LiveId" clId="{DC2CD160-77F3-4A47-9FD0-6C2276FF51A8}" dt="2026-02-20T22:53:24.744" v="207" actId="1076"/>
          <ac:picMkLst>
            <pc:docMk/>
            <pc:sldMk cId="487354997" sldId="2147473135"/>
            <ac:picMk id="121" creationId="{97890181-48E0-FB60-2FF0-E9E3E8644E37}"/>
          </ac:picMkLst>
        </pc:picChg>
        <pc:picChg chg="add mod">
          <ac:chgData name="JESUS ROCHA SALAZAR" userId="4e0323458c84468b" providerId="LiveId" clId="{DC2CD160-77F3-4A47-9FD0-6C2276FF51A8}" dt="2026-02-20T22:54:32.574" v="224" actId="1076"/>
          <ac:picMkLst>
            <pc:docMk/>
            <pc:sldMk cId="487354997" sldId="2147473135"/>
            <ac:picMk id="123" creationId="{ADD6A919-5EBA-2D0C-F9D6-94A1756AF16F}"/>
          </ac:picMkLst>
        </pc:picChg>
        <pc:picChg chg="add mod">
          <ac:chgData name="JESUS ROCHA SALAZAR" userId="4e0323458c84468b" providerId="LiveId" clId="{DC2CD160-77F3-4A47-9FD0-6C2276FF51A8}" dt="2026-02-20T22:53:24.744" v="207" actId="1076"/>
          <ac:picMkLst>
            <pc:docMk/>
            <pc:sldMk cId="487354997" sldId="2147473135"/>
            <ac:picMk id="125" creationId="{049B5679-718C-0DAF-D458-40C815BE14B6}"/>
          </ac:picMkLst>
        </pc:picChg>
        <pc:picChg chg="add mod">
          <ac:chgData name="JESUS ROCHA SALAZAR" userId="4e0323458c84468b" providerId="LiveId" clId="{DC2CD160-77F3-4A47-9FD0-6C2276FF51A8}" dt="2026-02-20T22:53:56.934" v="216" actId="1076"/>
          <ac:picMkLst>
            <pc:docMk/>
            <pc:sldMk cId="487354997" sldId="2147473135"/>
            <ac:picMk id="126" creationId="{36E9F674-8DE2-7F65-DC94-4FE6D457BE9B}"/>
          </ac:picMkLst>
        </pc:picChg>
        <pc:cxnChg chg="mod">
          <ac:chgData name="JESUS ROCHA SALAZAR" userId="4e0323458c84468b" providerId="LiveId" clId="{DC2CD160-77F3-4A47-9FD0-6C2276FF51A8}" dt="2026-02-20T22:53:03.248" v="204" actId="478"/>
          <ac:cxnSpMkLst>
            <pc:docMk/>
            <pc:sldMk cId="487354997" sldId="2147473135"/>
            <ac:cxnSpMk id="44" creationId="{789B24CE-D7D0-FCA4-CE51-7989CB0A5AEC}"/>
          </ac:cxnSpMkLst>
        </pc:cxnChg>
        <pc:cxnChg chg="mod">
          <ac:chgData name="JESUS ROCHA SALAZAR" userId="4e0323458c84468b" providerId="LiveId" clId="{DC2CD160-77F3-4A47-9FD0-6C2276FF51A8}" dt="2026-02-20T22:53:03.248" v="204" actId="478"/>
          <ac:cxnSpMkLst>
            <pc:docMk/>
            <pc:sldMk cId="487354997" sldId="2147473135"/>
            <ac:cxnSpMk id="48" creationId="{BA3052CF-3CE9-D5AA-EC4E-8D17E4AF2A8A}"/>
          </ac:cxnSpMkLst>
        </pc:cxnChg>
        <pc:cxnChg chg="mod">
          <ac:chgData name="JESUS ROCHA SALAZAR" userId="4e0323458c84468b" providerId="LiveId" clId="{DC2CD160-77F3-4A47-9FD0-6C2276FF51A8}" dt="2026-02-20T22:53:03.248" v="204" actId="478"/>
          <ac:cxnSpMkLst>
            <pc:docMk/>
            <pc:sldMk cId="487354997" sldId="2147473135"/>
            <ac:cxnSpMk id="49" creationId="{AC593DB7-E7E9-71E9-F274-3EDE7778CC59}"/>
          </ac:cxnSpMkLst>
        </pc:cxnChg>
        <pc:cxnChg chg="mod">
          <ac:chgData name="JESUS ROCHA SALAZAR" userId="4e0323458c84468b" providerId="LiveId" clId="{DC2CD160-77F3-4A47-9FD0-6C2276FF51A8}" dt="2026-02-20T22:53:03.248" v="204" actId="478"/>
          <ac:cxnSpMkLst>
            <pc:docMk/>
            <pc:sldMk cId="487354997" sldId="2147473135"/>
            <ac:cxnSpMk id="50" creationId="{DD1E5879-C2AD-1BF4-9AA2-2BFF3929E7FD}"/>
          </ac:cxnSpMkLst>
        </pc:cxnChg>
        <pc:cxnChg chg="mod">
          <ac:chgData name="JESUS ROCHA SALAZAR" userId="4e0323458c84468b" providerId="LiveId" clId="{DC2CD160-77F3-4A47-9FD0-6C2276FF51A8}" dt="2026-02-20T22:53:03.248" v="204" actId="478"/>
          <ac:cxnSpMkLst>
            <pc:docMk/>
            <pc:sldMk cId="487354997" sldId="2147473135"/>
            <ac:cxnSpMk id="51" creationId="{8EA5F8A5-E706-2FC1-CD9E-8BB4DB038B42}"/>
          </ac:cxnSpMkLst>
        </pc:cxnChg>
        <pc:cxnChg chg="mod">
          <ac:chgData name="JESUS ROCHA SALAZAR" userId="4e0323458c84468b" providerId="LiveId" clId="{DC2CD160-77F3-4A47-9FD0-6C2276FF51A8}" dt="2026-02-20T22:53:03.248" v="204" actId="478"/>
          <ac:cxnSpMkLst>
            <pc:docMk/>
            <pc:sldMk cId="487354997" sldId="2147473135"/>
            <ac:cxnSpMk id="81" creationId="{CA804CF7-3294-EA28-6623-67BBF451455E}"/>
          </ac:cxnSpMkLst>
        </pc:cxnChg>
        <pc:cxnChg chg="mod">
          <ac:chgData name="JESUS ROCHA SALAZAR" userId="4e0323458c84468b" providerId="LiveId" clId="{DC2CD160-77F3-4A47-9FD0-6C2276FF51A8}" dt="2026-02-20T22:53:03.248" v="204" actId="478"/>
          <ac:cxnSpMkLst>
            <pc:docMk/>
            <pc:sldMk cId="487354997" sldId="2147473135"/>
            <ac:cxnSpMk id="114" creationId="{BB9395B0-09C5-467D-943E-E7FE86C81E71}"/>
          </ac:cxnSpMkLst>
        </pc:cxnChg>
        <pc:cxnChg chg="mod">
          <ac:chgData name="JESUS ROCHA SALAZAR" userId="4e0323458c84468b" providerId="LiveId" clId="{DC2CD160-77F3-4A47-9FD0-6C2276FF51A8}" dt="2026-02-20T22:53:03.248" v="204" actId="478"/>
          <ac:cxnSpMkLst>
            <pc:docMk/>
            <pc:sldMk cId="487354997" sldId="2147473135"/>
            <ac:cxnSpMk id="117" creationId="{23076E9E-5779-9130-BE79-6BADB40E5613}"/>
          </ac:cxnSpMkLst>
        </pc:cxnChg>
      </pc:sldChg>
      <pc:sldChg chg="del">
        <pc:chgData name="JESUS ROCHA SALAZAR" userId="4e0323458c84468b" providerId="LiveId" clId="{DC2CD160-77F3-4A47-9FD0-6C2276FF51A8}" dt="2026-02-20T22:37:52.835" v="19" actId="2696"/>
        <pc:sldMkLst>
          <pc:docMk/>
          <pc:sldMk cId="2482023664" sldId="2147473135"/>
        </pc:sldMkLst>
      </pc:sldChg>
      <pc:sldChg chg="del">
        <pc:chgData name="JESUS ROCHA SALAZAR" userId="4e0323458c84468b" providerId="LiveId" clId="{DC2CD160-77F3-4A47-9FD0-6C2276FF51A8}" dt="2026-02-20T22:37:52.835" v="19" actId="2696"/>
        <pc:sldMkLst>
          <pc:docMk/>
          <pc:sldMk cId="1162206638" sldId="2147473136"/>
        </pc:sldMkLst>
      </pc:sldChg>
      <pc:sldChg chg="addSp delSp modSp add mod">
        <pc:chgData name="JESUS ROCHA SALAZAR" userId="4e0323458c84468b" providerId="LiveId" clId="{DC2CD160-77F3-4A47-9FD0-6C2276FF51A8}" dt="2026-02-20T22:54:59.543" v="233" actId="1076"/>
        <pc:sldMkLst>
          <pc:docMk/>
          <pc:sldMk cId="2091333318" sldId="2147473136"/>
        </pc:sldMkLst>
        <pc:spChg chg="del">
          <ac:chgData name="JESUS ROCHA SALAZAR" userId="4e0323458c84468b" providerId="LiveId" clId="{DC2CD160-77F3-4A47-9FD0-6C2276FF51A8}" dt="2026-02-20T22:54:45.038" v="229" actId="478"/>
          <ac:spMkLst>
            <pc:docMk/>
            <pc:sldMk cId="2091333318" sldId="2147473136"/>
            <ac:spMk id="122" creationId="{7D9DCDD8-F748-8F1E-F465-DCB0A440E998}"/>
          </ac:spMkLst>
        </pc:spChg>
        <pc:spChg chg="del">
          <ac:chgData name="JESUS ROCHA SALAZAR" userId="4e0323458c84468b" providerId="LiveId" clId="{DC2CD160-77F3-4A47-9FD0-6C2276FF51A8}" dt="2026-02-20T22:54:40.360" v="227" actId="478"/>
          <ac:spMkLst>
            <pc:docMk/>
            <pc:sldMk cId="2091333318" sldId="2147473136"/>
            <ac:spMk id="124" creationId="{7584ED66-E729-3D3A-F9E9-4B4CBDC2D6F6}"/>
          </ac:spMkLst>
        </pc:spChg>
        <pc:picChg chg="add mod">
          <ac:chgData name="JESUS ROCHA SALAZAR" userId="4e0323458c84468b" providerId="LiveId" clId="{DC2CD160-77F3-4A47-9FD0-6C2276FF51A8}" dt="2026-02-20T22:54:59.543" v="233" actId="1076"/>
          <ac:picMkLst>
            <pc:docMk/>
            <pc:sldMk cId="2091333318" sldId="2147473136"/>
            <ac:picMk id="18" creationId="{0AF69C2A-99C0-752B-4A53-CC5C551844EC}"/>
          </ac:picMkLst>
        </pc:picChg>
        <pc:picChg chg="del">
          <ac:chgData name="JESUS ROCHA SALAZAR" userId="4e0323458c84468b" providerId="LiveId" clId="{DC2CD160-77F3-4A47-9FD0-6C2276FF51A8}" dt="2026-02-20T22:54:42.259" v="228" actId="478"/>
          <ac:picMkLst>
            <pc:docMk/>
            <pc:sldMk cId="2091333318" sldId="2147473136"/>
            <ac:picMk id="123" creationId="{9D972ED2-C56E-126F-222F-B52EDC2695D5}"/>
          </ac:picMkLst>
        </pc:picChg>
        <pc:picChg chg="del">
          <ac:chgData name="JESUS ROCHA SALAZAR" userId="4e0323458c84468b" providerId="LiveId" clId="{DC2CD160-77F3-4A47-9FD0-6C2276FF51A8}" dt="2026-02-20T22:54:38.404" v="226" actId="478"/>
          <ac:picMkLst>
            <pc:docMk/>
            <pc:sldMk cId="2091333318" sldId="2147473136"/>
            <ac:picMk id="126" creationId="{C41D0DF6-AB5B-18B7-7929-E0AA8481326E}"/>
          </ac:picMkLst>
        </pc:picChg>
      </pc:sldChg>
      <pc:sldChg chg="del">
        <pc:chgData name="JESUS ROCHA SALAZAR" userId="4e0323458c84468b" providerId="LiveId" clId="{DC2CD160-77F3-4A47-9FD0-6C2276FF51A8}" dt="2026-02-20T22:37:52.835" v="19" actId="2696"/>
        <pc:sldMkLst>
          <pc:docMk/>
          <pc:sldMk cId="1271214591" sldId="2147473137"/>
        </pc:sldMkLst>
      </pc:sldChg>
      <pc:sldChg chg="addSp delSp modSp add mod">
        <pc:chgData name="JESUS ROCHA SALAZAR" userId="4e0323458c84468b" providerId="LiveId" clId="{DC2CD160-77F3-4A47-9FD0-6C2276FF51A8}" dt="2026-02-20T22:56:08.419" v="245" actId="1076"/>
        <pc:sldMkLst>
          <pc:docMk/>
          <pc:sldMk cId="3884676362" sldId="2147473137"/>
        </pc:sldMkLst>
        <pc:spChg chg="add mod">
          <ac:chgData name="JESUS ROCHA SALAZAR" userId="4e0323458c84468b" providerId="LiveId" clId="{DC2CD160-77F3-4A47-9FD0-6C2276FF51A8}" dt="2026-02-20T22:56:04.495" v="243" actId="14100"/>
          <ac:spMkLst>
            <pc:docMk/>
            <pc:sldMk cId="3884676362" sldId="2147473137"/>
            <ac:spMk id="29" creationId="{498D8317-3DA8-FE2F-701F-4EACB08A0ABD}"/>
          </ac:spMkLst>
        </pc:spChg>
        <pc:picChg chg="del">
          <ac:chgData name="JESUS ROCHA SALAZAR" userId="4e0323458c84468b" providerId="LiveId" clId="{DC2CD160-77F3-4A47-9FD0-6C2276FF51A8}" dt="2026-02-20T22:55:21.299" v="235" actId="478"/>
          <ac:picMkLst>
            <pc:docMk/>
            <pc:sldMk cId="3884676362" sldId="2147473137"/>
            <ac:picMk id="18" creationId="{8FD3E0F0-4AAB-7594-376A-AD719F140302}"/>
          </ac:picMkLst>
        </pc:picChg>
        <pc:picChg chg="add mod">
          <ac:chgData name="JESUS ROCHA SALAZAR" userId="4e0323458c84468b" providerId="LiveId" clId="{DC2CD160-77F3-4A47-9FD0-6C2276FF51A8}" dt="2026-02-20T22:55:36.579" v="237" actId="1076"/>
          <ac:picMkLst>
            <pc:docMk/>
            <pc:sldMk cId="3884676362" sldId="2147473137"/>
            <ac:picMk id="19" creationId="{1F04EADC-1C88-0574-3B20-AAAC298F1243}"/>
          </ac:picMkLst>
        </pc:picChg>
        <pc:picChg chg="add mod">
          <ac:chgData name="JESUS ROCHA SALAZAR" userId="4e0323458c84468b" providerId="LiveId" clId="{DC2CD160-77F3-4A47-9FD0-6C2276FF51A8}" dt="2026-02-20T22:55:36.579" v="237" actId="1076"/>
          <ac:picMkLst>
            <pc:docMk/>
            <pc:sldMk cId="3884676362" sldId="2147473137"/>
            <ac:picMk id="21" creationId="{4F594598-6FAC-E1C4-1B30-2D2F36CCC147}"/>
          </ac:picMkLst>
        </pc:picChg>
        <pc:picChg chg="add mod">
          <ac:chgData name="JESUS ROCHA SALAZAR" userId="4e0323458c84468b" providerId="LiveId" clId="{DC2CD160-77F3-4A47-9FD0-6C2276FF51A8}" dt="2026-02-20T22:55:36.579" v="237" actId="1076"/>
          <ac:picMkLst>
            <pc:docMk/>
            <pc:sldMk cId="3884676362" sldId="2147473137"/>
            <ac:picMk id="22" creationId="{ABBFE1C3-1DE5-7604-0C5D-78F580F9C43C}"/>
          </ac:picMkLst>
        </pc:picChg>
        <pc:picChg chg="add mod">
          <ac:chgData name="JESUS ROCHA SALAZAR" userId="4e0323458c84468b" providerId="LiveId" clId="{DC2CD160-77F3-4A47-9FD0-6C2276FF51A8}" dt="2026-02-20T22:55:36.579" v="237" actId="1076"/>
          <ac:picMkLst>
            <pc:docMk/>
            <pc:sldMk cId="3884676362" sldId="2147473137"/>
            <ac:picMk id="24" creationId="{7C3E1864-B9A6-58B6-5CB2-09FB79478E40}"/>
          </ac:picMkLst>
        </pc:picChg>
        <pc:picChg chg="add mod">
          <ac:chgData name="JESUS ROCHA SALAZAR" userId="4e0323458c84468b" providerId="LiveId" clId="{DC2CD160-77F3-4A47-9FD0-6C2276FF51A8}" dt="2026-02-20T22:55:36.579" v="237" actId="1076"/>
          <ac:picMkLst>
            <pc:docMk/>
            <pc:sldMk cId="3884676362" sldId="2147473137"/>
            <ac:picMk id="27" creationId="{01E877C6-BEB5-0D87-1743-2FBA7E7F3519}"/>
          </ac:picMkLst>
        </pc:picChg>
        <pc:picChg chg="add mod">
          <ac:chgData name="JESUS ROCHA SALAZAR" userId="4e0323458c84468b" providerId="LiveId" clId="{DC2CD160-77F3-4A47-9FD0-6C2276FF51A8}" dt="2026-02-20T22:55:36.579" v="237" actId="1076"/>
          <ac:picMkLst>
            <pc:docMk/>
            <pc:sldMk cId="3884676362" sldId="2147473137"/>
            <ac:picMk id="28" creationId="{2D494A88-146C-A80C-FEBD-BA695C05702C}"/>
          </ac:picMkLst>
        </pc:picChg>
        <pc:picChg chg="add mod">
          <ac:chgData name="JESUS ROCHA SALAZAR" userId="4e0323458c84468b" providerId="LiveId" clId="{DC2CD160-77F3-4A47-9FD0-6C2276FF51A8}" dt="2026-02-20T22:56:08.419" v="245" actId="1076"/>
          <ac:picMkLst>
            <pc:docMk/>
            <pc:sldMk cId="3884676362" sldId="2147473137"/>
            <ac:picMk id="30" creationId="{E4A28C04-BCA8-3D28-D002-3A9F4704AD0A}"/>
          </ac:picMkLst>
        </pc:picChg>
      </pc:sldChg>
      <pc:sldChg chg="del">
        <pc:chgData name="JESUS ROCHA SALAZAR" userId="4e0323458c84468b" providerId="LiveId" clId="{DC2CD160-77F3-4A47-9FD0-6C2276FF51A8}" dt="2026-02-20T22:37:52.835" v="19" actId="2696"/>
        <pc:sldMkLst>
          <pc:docMk/>
          <pc:sldMk cId="95610095" sldId="2147473138"/>
        </pc:sldMkLst>
      </pc:sldChg>
      <pc:sldChg chg="addSp delSp modSp add mod modAnim">
        <pc:chgData name="JESUS ROCHA SALAZAR" userId="4e0323458c84468b" providerId="LiveId" clId="{DC2CD160-77F3-4A47-9FD0-6C2276FF51A8}" dt="2026-02-20T22:57:25.889" v="260" actId="1076"/>
        <pc:sldMkLst>
          <pc:docMk/>
          <pc:sldMk cId="683907630" sldId="2147473138"/>
        </pc:sldMkLst>
        <pc:spChg chg="del">
          <ac:chgData name="JESUS ROCHA SALAZAR" userId="4e0323458c84468b" providerId="LiveId" clId="{DC2CD160-77F3-4A47-9FD0-6C2276FF51A8}" dt="2026-02-20T22:56:16.616" v="248" actId="478"/>
          <ac:spMkLst>
            <pc:docMk/>
            <pc:sldMk cId="683907630" sldId="2147473138"/>
            <ac:spMk id="29" creationId="{B7A4541F-275A-5A45-A080-C74FCC1C15BB}"/>
          </ac:spMkLst>
        </pc:spChg>
        <pc:spChg chg="add mod">
          <ac:chgData name="JESUS ROCHA SALAZAR" userId="4e0323458c84468b" providerId="LiveId" clId="{DC2CD160-77F3-4A47-9FD0-6C2276FF51A8}" dt="2026-02-20T22:56:44.785" v="251" actId="1076"/>
          <ac:spMkLst>
            <pc:docMk/>
            <pc:sldMk cId="683907630" sldId="2147473138"/>
            <ac:spMk id="35" creationId="{1A62797D-1808-88A1-2A7C-97AE7C5E9E82}"/>
          </ac:spMkLst>
        </pc:spChg>
        <pc:spChg chg="add mod">
          <ac:chgData name="JESUS ROCHA SALAZAR" userId="4e0323458c84468b" providerId="LiveId" clId="{DC2CD160-77F3-4A47-9FD0-6C2276FF51A8}" dt="2026-02-20T22:57:14.219" v="258" actId="20577"/>
          <ac:spMkLst>
            <pc:docMk/>
            <pc:sldMk cId="683907630" sldId="2147473138"/>
            <ac:spMk id="37" creationId="{9BC63AAE-966B-B281-0001-46BEBFBDBBD4}"/>
          </ac:spMkLst>
        </pc:spChg>
        <pc:picChg chg="add mod">
          <ac:chgData name="JESUS ROCHA SALAZAR" userId="4e0323458c84468b" providerId="LiveId" clId="{DC2CD160-77F3-4A47-9FD0-6C2276FF51A8}" dt="2026-02-20T22:56:44.785" v="251" actId="1076"/>
          <ac:picMkLst>
            <pc:docMk/>
            <pc:sldMk cId="683907630" sldId="2147473138"/>
            <ac:picMk id="18" creationId="{D0647897-4857-D3F5-6521-A6C622D43073}"/>
          </ac:picMkLst>
        </pc:picChg>
        <pc:picChg chg="del">
          <ac:chgData name="JESUS ROCHA SALAZAR" userId="4e0323458c84468b" providerId="LiveId" clId="{DC2CD160-77F3-4A47-9FD0-6C2276FF51A8}" dt="2026-02-20T22:56:14.018" v="247" actId="478"/>
          <ac:picMkLst>
            <pc:docMk/>
            <pc:sldMk cId="683907630" sldId="2147473138"/>
            <ac:picMk id="30" creationId="{4F45F936-288C-5655-77BD-DE32A731BB0D}"/>
          </ac:picMkLst>
        </pc:picChg>
        <pc:picChg chg="add mod">
          <ac:chgData name="JESUS ROCHA SALAZAR" userId="4e0323458c84468b" providerId="LiveId" clId="{DC2CD160-77F3-4A47-9FD0-6C2276FF51A8}" dt="2026-02-20T22:56:44.785" v="251" actId="1076"/>
          <ac:picMkLst>
            <pc:docMk/>
            <pc:sldMk cId="683907630" sldId="2147473138"/>
            <ac:picMk id="31" creationId="{3E3DFA05-805F-640B-9F65-39DA5108F803}"/>
          </ac:picMkLst>
        </pc:picChg>
        <pc:picChg chg="add mod">
          <ac:chgData name="JESUS ROCHA SALAZAR" userId="4e0323458c84468b" providerId="LiveId" clId="{DC2CD160-77F3-4A47-9FD0-6C2276FF51A8}" dt="2026-02-20T22:56:44.785" v="251" actId="1076"/>
          <ac:picMkLst>
            <pc:docMk/>
            <pc:sldMk cId="683907630" sldId="2147473138"/>
            <ac:picMk id="32" creationId="{2D94E90E-E648-2061-4A9F-534A4ECAB0E1}"/>
          </ac:picMkLst>
        </pc:picChg>
        <pc:picChg chg="add mod">
          <ac:chgData name="JESUS ROCHA SALAZAR" userId="4e0323458c84468b" providerId="LiveId" clId="{DC2CD160-77F3-4A47-9FD0-6C2276FF51A8}" dt="2026-02-20T22:56:44.785" v="251" actId="1076"/>
          <ac:picMkLst>
            <pc:docMk/>
            <pc:sldMk cId="683907630" sldId="2147473138"/>
            <ac:picMk id="33" creationId="{467E291F-7E14-17E3-709B-3A0A40774395}"/>
          </ac:picMkLst>
        </pc:picChg>
        <pc:picChg chg="add mod">
          <ac:chgData name="JESUS ROCHA SALAZAR" userId="4e0323458c84468b" providerId="LiveId" clId="{DC2CD160-77F3-4A47-9FD0-6C2276FF51A8}" dt="2026-02-20T22:56:44.785" v="251" actId="1076"/>
          <ac:picMkLst>
            <pc:docMk/>
            <pc:sldMk cId="683907630" sldId="2147473138"/>
            <ac:picMk id="34" creationId="{F26AE346-98FB-4F17-7CC1-F8532A511100}"/>
          </ac:picMkLst>
        </pc:picChg>
        <pc:picChg chg="add mod">
          <ac:chgData name="JESUS ROCHA SALAZAR" userId="4e0323458c84468b" providerId="LiveId" clId="{DC2CD160-77F3-4A47-9FD0-6C2276FF51A8}" dt="2026-02-20T22:56:48.286" v="252" actId="1076"/>
          <ac:picMkLst>
            <pc:docMk/>
            <pc:sldMk cId="683907630" sldId="2147473138"/>
            <ac:picMk id="36" creationId="{3DA17738-085D-33B8-C93E-AF050E3AF829}"/>
          </ac:picMkLst>
        </pc:picChg>
        <pc:picChg chg="add mod">
          <ac:chgData name="JESUS ROCHA SALAZAR" userId="4e0323458c84468b" providerId="LiveId" clId="{DC2CD160-77F3-4A47-9FD0-6C2276FF51A8}" dt="2026-02-20T22:57:20.160" v="259" actId="1076"/>
          <ac:picMkLst>
            <pc:docMk/>
            <pc:sldMk cId="683907630" sldId="2147473138"/>
            <ac:picMk id="38" creationId="{1F3733AC-A35C-90A1-37B5-B715A57AC8EF}"/>
          </ac:picMkLst>
        </pc:picChg>
        <pc:picChg chg="add mod">
          <ac:chgData name="JESUS ROCHA SALAZAR" userId="4e0323458c84468b" providerId="LiveId" clId="{DC2CD160-77F3-4A47-9FD0-6C2276FF51A8}" dt="2026-02-20T22:57:25.889" v="260" actId="1076"/>
          <ac:picMkLst>
            <pc:docMk/>
            <pc:sldMk cId="683907630" sldId="2147473138"/>
            <ac:picMk id="39" creationId="{7CB406A2-4664-11C0-9B05-8237FD875CDF}"/>
          </ac:picMkLst>
        </pc:picChg>
      </pc:sldChg>
      <pc:sldChg chg="del">
        <pc:chgData name="JESUS ROCHA SALAZAR" userId="4e0323458c84468b" providerId="LiveId" clId="{DC2CD160-77F3-4A47-9FD0-6C2276FF51A8}" dt="2026-02-20T22:37:52.835" v="19" actId="2696"/>
        <pc:sldMkLst>
          <pc:docMk/>
          <pc:sldMk cId="474937364" sldId="2147473139"/>
        </pc:sldMkLst>
      </pc:sldChg>
      <pc:sldChg chg="addSp delSp modSp add mod delAnim">
        <pc:chgData name="JESUS ROCHA SALAZAR" userId="4e0323458c84468b" providerId="LiveId" clId="{DC2CD160-77F3-4A47-9FD0-6C2276FF51A8}" dt="2026-02-20T22:58:00.817" v="270" actId="1076"/>
        <pc:sldMkLst>
          <pc:docMk/>
          <pc:sldMk cId="1468283681" sldId="2147473139"/>
        </pc:sldMkLst>
        <pc:spChg chg="add mod">
          <ac:chgData name="JESUS ROCHA SALAZAR" userId="4e0323458c84468b" providerId="LiveId" clId="{DC2CD160-77F3-4A47-9FD0-6C2276FF51A8}" dt="2026-02-20T22:57:57.818" v="269" actId="1076"/>
          <ac:spMkLst>
            <pc:docMk/>
            <pc:sldMk cId="1468283681" sldId="2147473139"/>
            <ac:spMk id="29" creationId="{7B720B75-182D-7F24-13F3-3FD32938A3A7}"/>
          </ac:spMkLst>
        </pc:spChg>
        <pc:spChg chg="del">
          <ac:chgData name="JESUS ROCHA SALAZAR" userId="4e0323458c84468b" providerId="LiveId" clId="{DC2CD160-77F3-4A47-9FD0-6C2276FF51A8}" dt="2026-02-20T22:57:46.903" v="263" actId="478"/>
          <ac:spMkLst>
            <pc:docMk/>
            <pc:sldMk cId="1468283681" sldId="2147473139"/>
            <ac:spMk id="35" creationId="{14120FBB-8206-6B65-8E8E-605E2377E6BC}"/>
          </ac:spMkLst>
        </pc:spChg>
        <pc:spChg chg="del">
          <ac:chgData name="JESUS ROCHA SALAZAR" userId="4e0323458c84468b" providerId="LiveId" clId="{DC2CD160-77F3-4A47-9FD0-6C2276FF51A8}" dt="2026-02-20T22:57:44.698" v="262" actId="478"/>
          <ac:spMkLst>
            <pc:docMk/>
            <pc:sldMk cId="1468283681" sldId="2147473139"/>
            <ac:spMk id="37" creationId="{8941DBFC-8FEC-FE66-66F9-444B0A5EAAEA}"/>
          </ac:spMkLst>
        </pc:spChg>
        <pc:picChg chg="add mod">
          <ac:chgData name="JESUS ROCHA SALAZAR" userId="4e0323458c84468b" providerId="LiveId" clId="{DC2CD160-77F3-4A47-9FD0-6C2276FF51A8}" dt="2026-02-20T22:58:00.817" v="270" actId="1076"/>
          <ac:picMkLst>
            <pc:docMk/>
            <pc:sldMk cId="1468283681" sldId="2147473139"/>
            <ac:picMk id="30" creationId="{2F83E794-5E31-D990-92DF-525AB934D024}"/>
          </ac:picMkLst>
        </pc:picChg>
        <pc:picChg chg="del">
          <ac:chgData name="JESUS ROCHA SALAZAR" userId="4e0323458c84468b" providerId="LiveId" clId="{DC2CD160-77F3-4A47-9FD0-6C2276FF51A8}" dt="2026-02-20T22:57:48.548" v="264" actId="478"/>
          <ac:picMkLst>
            <pc:docMk/>
            <pc:sldMk cId="1468283681" sldId="2147473139"/>
            <ac:picMk id="36" creationId="{3FEFF88D-6077-297E-7895-30C6117DCF15}"/>
          </ac:picMkLst>
        </pc:picChg>
        <pc:picChg chg="del">
          <ac:chgData name="JESUS ROCHA SALAZAR" userId="4e0323458c84468b" providerId="LiveId" clId="{DC2CD160-77F3-4A47-9FD0-6C2276FF51A8}" dt="2026-02-20T22:57:50.597" v="265" actId="478"/>
          <ac:picMkLst>
            <pc:docMk/>
            <pc:sldMk cId="1468283681" sldId="2147473139"/>
            <ac:picMk id="38" creationId="{C3A49226-1793-49BF-7345-27CCCFE03793}"/>
          </ac:picMkLst>
        </pc:picChg>
        <pc:picChg chg="del">
          <ac:chgData name="JESUS ROCHA SALAZAR" userId="4e0323458c84468b" providerId="LiveId" clId="{DC2CD160-77F3-4A47-9FD0-6C2276FF51A8}" dt="2026-02-20T22:57:51.992" v="266" actId="478"/>
          <ac:picMkLst>
            <pc:docMk/>
            <pc:sldMk cId="1468283681" sldId="2147473139"/>
            <ac:picMk id="39" creationId="{B28E0A26-BC11-9B66-AC67-5EF03D264BE3}"/>
          </ac:picMkLst>
        </pc:picChg>
      </pc:sldChg>
      <pc:sldChg chg="addSp delSp modSp add mod">
        <pc:chgData name="JESUS ROCHA SALAZAR" userId="4e0323458c84468b" providerId="LiveId" clId="{DC2CD160-77F3-4A47-9FD0-6C2276FF51A8}" dt="2026-02-20T22:59:00.083" v="283" actId="1076"/>
        <pc:sldMkLst>
          <pc:docMk/>
          <pc:sldMk cId="628801922" sldId="2147473140"/>
        </pc:sldMkLst>
        <pc:spChg chg="del">
          <ac:chgData name="JESUS ROCHA SALAZAR" userId="4e0323458c84468b" providerId="LiveId" clId="{DC2CD160-77F3-4A47-9FD0-6C2276FF51A8}" dt="2026-02-20T22:58:07.626" v="273" actId="478"/>
          <ac:spMkLst>
            <pc:docMk/>
            <pc:sldMk cId="628801922" sldId="2147473140"/>
            <ac:spMk id="29" creationId="{6566A93A-1E4E-2A17-6BA7-211F72604919}"/>
          </ac:spMkLst>
        </pc:spChg>
        <pc:spChg chg="add mod">
          <ac:chgData name="JESUS ROCHA SALAZAR" userId="4e0323458c84468b" providerId="LiveId" clId="{DC2CD160-77F3-4A47-9FD0-6C2276FF51A8}" dt="2026-02-20T22:58:42.034" v="279" actId="14100"/>
          <ac:spMkLst>
            <pc:docMk/>
            <pc:sldMk cId="628801922" sldId="2147473140"/>
            <ac:spMk id="35" creationId="{7055CA29-A1B4-A5A4-AB63-63183255A61F}"/>
          </ac:spMkLst>
        </pc:spChg>
        <pc:picChg chg="del">
          <ac:chgData name="JESUS ROCHA SALAZAR" userId="4e0323458c84468b" providerId="LiveId" clId="{DC2CD160-77F3-4A47-9FD0-6C2276FF51A8}" dt="2026-02-20T22:58:04.534" v="272" actId="478"/>
          <ac:picMkLst>
            <pc:docMk/>
            <pc:sldMk cId="628801922" sldId="2147473140"/>
            <ac:picMk id="30" creationId="{20A47CDC-8556-25EE-6459-08970A343CF8}"/>
          </ac:picMkLst>
        </pc:picChg>
        <pc:picChg chg="add mod">
          <ac:chgData name="JESUS ROCHA SALAZAR" userId="4e0323458c84468b" providerId="LiveId" clId="{DC2CD160-77F3-4A47-9FD0-6C2276FF51A8}" dt="2026-02-20T22:58:54.810" v="282" actId="1076"/>
          <ac:picMkLst>
            <pc:docMk/>
            <pc:sldMk cId="628801922" sldId="2147473140"/>
            <ac:picMk id="36" creationId="{EFBE61D3-CC8B-64B5-6A19-5017AF6BA7C0}"/>
          </ac:picMkLst>
        </pc:picChg>
        <pc:picChg chg="add mod">
          <ac:chgData name="JESUS ROCHA SALAZAR" userId="4e0323458c84468b" providerId="LiveId" clId="{DC2CD160-77F3-4A47-9FD0-6C2276FF51A8}" dt="2026-02-20T22:59:00.083" v="283" actId="1076"/>
          <ac:picMkLst>
            <pc:docMk/>
            <pc:sldMk cId="628801922" sldId="2147473140"/>
            <ac:picMk id="37" creationId="{8F9DC7F9-B8A4-2AC6-9FF4-66A18DC0806F}"/>
          </ac:picMkLst>
        </pc:picChg>
      </pc:sldChg>
      <pc:sldChg chg="del">
        <pc:chgData name="JESUS ROCHA SALAZAR" userId="4e0323458c84468b" providerId="LiveId" clId="{DC2CD160-77F3-4A47-9FD0-6C2276FF51A8}" dt="2026-02-20T22:37:52.835" v="19" actId="2696"/>
        <pc:sldMkLst>
          <pc:docMk/>
          <pc:sldMk cId="3403760591" sldId="2147473140"/>
        </pc:sldMkLst>
      </pc:sldChg>
      <pc:sldChg chg="addSp delSp modSp add mod">
        <pc:chgData name="JESUS ROCHA SALAZAR" userId="4e0323458c84468b" providerId="LiveId" clId="{DC2CD160-77F3-4A47-9FD0-6C2276FF51A8}" dt="2026-02-20T23:00:47.163" v="312" actId="1076"/>
        <pc:sldMkLst>
          <pc:docMk/>
          <pc:sldMk cId="1262633478" sldId="2147473141"/>
        </pc:sldMkLst>
        <pc:spChg chg="add mod">
          <ac:chgData name="JESUS ROCHA SALAZAR" userId="4e0323458c84468b" providerId="LiveId" clId="{DC2CD160-77F3-4A47-9FD0-6C2276FF51A8}" dt="2026-02-20T23:00:40.184" v="310" actId="20577"/>
          <ac:spMkLst>
            <pc:docMk/>
            <pc:sldMk cId="1262633478" sldId="2147473141"/>
            <ac:spMk id="29" creationId="{DF4B4475-70EC-EA16-53AC-ED46AD9DA6BD}"/>
          </ac:spMkLst>
        </pc:spChg>
        <pc:spChg chg="del">
          <ac:chgData name="JESUS ROCHA SALAZAR" userId="4e0323458c84468b" providerId="LiveId" clId="{DC2CD160-77F3-4A47-9FD0-6C2276FF51A8}" dt="2026-02-20T22:59:15.976" v="286" actId="478"/>
          <ac:spMkLst>
            <pc:docMk/>
            <pc:sldMk cId="1262633478" sldId="2147473141"/>
            <ac:spMk id="35" creationId="{F6FFDE12-0D45-3321-B462-92B7A85378B5}"/>
          </ac:spMkLst>
        </pc:spChg>
        <pc:picChg chg="add mod">
          <ac:chgData name="JESUS ROCHA SALAZAR" userId="4e0323458c84468b" providerId="LiveId" clId="{DC2CD160-77F3-4A47-9FD0-6C2276FF51A8}" dt="2026-02-20T22:59:51.870" v="298" actId="1038"/>
          <ac:picMkLst>
            <pc:docMk/>
            <pc:sldMk cId="1262633478" sldId="2147473141"/>
            <ac:picMk id="30" creationId="{6C37F91B-A962-5448-365B-7E3D1862AE58}"/>
          </ac:picMkLst>
        </pc:picChg>
        <pc:picChg chg="del">
          <ac:chgData name="JESUS ROCHA SALAZAR" userId="4e0323458c84468b" providerId="LiveId" clId="{DC2CD160-77F3-4A47-9FD0-6C2276FF51A8}" dt="2026-02-20T22:59:17.896" v="287" actId="478"/>
          <ac:picMkLst>
            <pc:docMk/>
            <pc:sldMk cId="1262633478" sldId="2147473141"/>
            <ac:picMk id="36" creationId="{0EC40EBB-7C5E-801A-1D1B-09A5BEBB4528}"/>
          </ac:picMkLst>
        </pc:picChg>
        <pc:picChg chg="del">
          <ac:chgData name="JESUS ROCHA SALAZAR" userId="4e0323458c84468b" providerId="LiveId" clId="{DC2CD160-77F3-4A47-9FD0-6C2276FF51A8}" dt="2026-02-20T22:59:13.771" v="285" actId="478"/>
          <ac:picMkLst>
            <pc:docMk/>
            <pc:sldMk cId="1262633478" sldId="2147473141"/>
            <ac:picMk id="37" creationId="{8C967F88-FDCD-DA44-E8D1-4AA51D7AE1B6}"/>
          </ac:picMkLst>
        </pc:picChg>
        <pc:picChg chg="add mod">
          <ac:chgData name="JESUS ROCHA SALAZAR" userId="4e0323458c84468b" providerId="LiveId" clId="{DC2CD160-77F3-4A47-9FD0-6C2276FF51A8}" dt="2026-02-20T23:00:46.071" v="311" actId="1076"/>
          <ac:picMkLst>
            <pc:docMk/>
            <pc:sldMk cId="1262633478" sldId="2147473141"/>
            <ac:picMk id="38" creationId="{5B787967-CFB8-1E8A-2C8D-EFA643399891}"/>
          </ac:picMkLst>
        </pc:picChg>
        <pc:picChg chg="add mod">
          <ac:chgData name="JESUS ROCHA SALAZAR" userId="4e0323458c84468b" providerId="LiveId" clId="{DC2CD160-77F3-4A47-9FD0-6C2276FF51A8}" dt="2026-02-20T23:00:47.163" v="312" actId="1076"/>
          <ac:picMkLst>
            <pc:docMk/>
            <pc:sldMk cId="1262633478" sldId="2147473141"/>
            <ac:picMk id="39" creationId="{F01FCA91-B6EF-2FDB-1F5F-7B13DA1A805F}"/>
          </ac:picMkLst>
        </pc:picChg>
      </pc:sldChg>
      <pc:sldChg chg="del">
        <pc:chgData name="JESUS ROCHA SALAZAR" userId="4e0323458c84468b" providerId="LiveId" clId="{DC2CD160-77F3-4A47-9FD0-6C2276FF51A8}" dt="2026-02-20T22:37:52.835" v="19" actId="2696"/>
        <pc:sldMkLst>
          <pc:docMk/>
          <pc:sldMk cId="1538083549" sldId="2147473141"/>
        </pc:sldMkLst>
      </pc:sldChg>
      <pc:sldChg chg="del">
        <pc:chgData name="JESUS ROCHA SALAZAR" userId="4e0323458c84468b" providerId="LiveId" clId="{DC2CD160-77F3-4A47-9FD0-6C2276FF51A8}" dt="2026-02-20T22:37:52.835" v="19" actId="2696"/>
        <pc:sldMkLst>
          <pc:docMk/>
          <pc:sldMk cId="540888984" sldId="2147473142"/>
        </pc:sldMkLst>
      </pc:sldChg>
      <pc:sldChg chg="addSp delSp modSp add mod modAnim">
        <pc:chgData name="JESUS ROCHA SALAZAR" userId="4e0323458c84468b" providerId="LiveId" clId="{DC2CD160-77F3-4A47-9FD0-6C2276FF51A8}" dt="2026-02-20T23:01:20.171" v="322" actId="1076"/>
        <pc:sldMkLst>
          <pc:docMk/>
          <pc:sldMk cId="1755302553" sldId="2147473142"/>
        </pc:sldMkLst>
        <pc:spChg chg="del">
          <ac:chgData name="JESUS ROCHA SALAZAR" userId="4e0323458c84468b" providerId="LiveId" clId="{DC2CD160-77F3-4A47-9FD0-6C2276FF51A8}" dt="2026-02-20T23:00:52.518" v="314" actId="478"/>
          <ac:spMkLst>
            <pc:docMk/>
            <pc:sldMk cId="1755302553" sldId="2147473142"/>
            <ac:spMk id="6" creationId="{33163AAA-C219-94E6-1266-068623EEE111}"/>
          </ac:spMkLst>
        </pc:spChg>
        <pc:spChg chg="del">
          <ac:chgData name="JESUS ROCHA SALAZAR" userId="4e0323458c84468b" providerId="LiveId" clId="{DC2CD160-77F3-4A47-9FD0-6C2276FF51A8}" dt="2026-02-20T23:00:54.558" v="315" actId="478"/>
          <ac:spMkLst>
            <pc:docMk/>
            <pc:sldMk cId="1755302553" sldId="2147473142"/>
            <ac:spMk id="29" creationId="{D7701406-0B2B-44B7-7C19-01CFDFFFD742}"/>
          </ac:spMkLst>
        </pc:spChg>
        <pc:spChg chg="add mod">
          <ac:chgData name="JESUS ROCHA SALAZAR" userId="4e0323458c84468b" providerId="LiveId" clId="{DC2CD160-77F3-4A47-9FD0-6C2276FF51A8}" dt="2026-02-20T23:01:10.470" v="318" actId="1076"/>
          <ac:spMkLst>
            <pc:docMk/>
            <pc:sldMk cId="1755302553" sldId="2147473142"/>
            <ac:spMk id="35" creationId="{B9A4ABE1-CA19-9E22-6159-16F05C9349EF}"/>
          </ac:spMkLst>
        </pc:spChg>
        <pc:picChg chg="del">
          <ac:chgData name="JESUS ROCHA SALAZAR" userId="4e0323458c84468b" providerId="LiveId" clId="{DC2CD160-77F3-4A47-9FD0-6C2276FF51A8}" dt="2026-02-20T23:00:52.518" v="314" actId="478"/>
          <ac:picMkLst>
            <pc:docMk/>
            <pc:sldMk cId="1755302553" sldId="2147473142"/>
            <ac:picMk id="2" creationId="{7AD5D8F0-56D6-CEED-2375-25C4FBE1B1C5}"/>
          </ac:picMkLst>
        </pc:picChg>
        <pc:picChg chg="del">
          <ac:chgData name="JESUS ROCHA SALAZAR" userId="4e0323458c84468b" providerId="LiveId" clId="{DC2CD160-77F3-4A47-9FD0-6C2276FF51A8}" dt="2026-02-20T23:00:52.518" v="314" actId="478"/>
          <ac:picMkLst>
            <pc:docMk/>
            <pc:sldMk cId="1755302553" sldId="2147473142"/>
            <ac:picMk id="3" creationId="{4542430E-4A74-2593-6633-0147B67B68FE}"/>
          </ac:picMkLst>
        </pc:picChg>
        <pc:picChg chg="del">
          <ac:chgData name="JESUS ROCHA SALAZAR" userId="4e0323458c84468b" providerId="LiveId" clId="{DC2CD160-77F3-4A47-9FD0-6C2276FF51A8}" dt="2026-02-20T23:00:52.518" v="314" actId="478"/>
          <ac:picMkLst>
            <pc:docMk/>
            <pc:sldMk cId="1755302553" sldId="2147473142"/>
            <ac:picMk id="8" creationId="{F7AC0CB0-63B3-2B42-152B-807C64347866}"/>
          </ac:picMkLst>
        </pc:picChg>
        <pc:picChg chg="del">
          <ac:chgData name="JESUS ROCHA SALAZAR" userId="4e0323458c84468b" providerId="LiveId" clId="{DC2CD160-77F3-4A47-9FD0-6C2276FF51A8}" dt="2026-02-20T23:00:52.518" v="314" actId="478"/>
          <ac:picMkLst>
            <pc:docMk/>
            <pc:sldMk cId="1755302553" sldId="2147473142"/>
            <ac:picMk id="19" creationId="{BE02FDB6-F96D-5324-B077-51AA36E8D367}"/>
          </ac:picMkLst>
        </pc:picChg>
        <pc:picChg chg="del">
          <ac:chgData name="JESUS ROCHA SALAZAR" userId="4e0323458c84468b" providerId="LiveId" clId="{DC2CD160-77F3-4A47-9FD0-6C2276FF51A8}" dt="2026-02-20T23:00:52.518" v="314" actId="478"/>
          <ac:picMkLst>
            <pc:docMk/>
            <pc:sldMk cId="1755302553" sldId="2147473142"/>
            <ac:picMk id="20" creationId="{CC6F4B46-F30B-08C9-0861-05CCDD5B71E9}"/>
          </ac:picMkLst>
        </pc:picChg>
        <pc:picChg chg="del">
          <ac:chgData name="JESUS ROCHA SALAZAR" userId="4e0323458c84468b" providerId="LiveId" clId="{DC2CD160-77F3-4A47-9FD0-6C2276FF51A8}" dt="2026-02-20T23:00:52.518" v="314" actId="478"/>
          <ac:picMkLst>
            <pc:docMk/>
            <pc:sldMk cId="1755302553" sldId="2147473142"/>
            <ac:picMk id="32" creationId="{B72A8907-D249-1EA5-2870-58C89D39ADEE}"/>
          </ac:picMkLst>
        </pc:picChg>
        <pc:picChg chg="del">
          <ac:chgData name="JESUS ROCHA SALAZAR" userId="4e0323458c84468b" providerId="LiveId" clId="{DC2CD160-77F3-4A47-9FD0-6C2276FF51A8}" dt="2026-02-20T23:00:52.518" v="314" actId="478"/>
          <ac:picMkLst>
            <pc:docMk/>
            <pc:sldMk cId="1755302553" sldId="2147473142"/>
            <ac:picMk id="33" creationId="{B3A5CBC3-5C66-84B9-0F50-F831ECC97FA7}"/>
          </ac:picMkLst>
        </pc:picChg>
        <pc:picChg chg="add mod">
          <ac:chgData name="JESUS ROCHA SALAZAR" userId="4e0323458c84468b" providerId="LiveId" clId="{DC2CD160-77F3-4A47-9FD0-6C2276FF51A8}" dt="2026-02-20T23:01:20.171" v="322" actId="1076"/>
          <ac:picMkLst>
            <pc:docMk/>
            <pc:sldMk cId="1755302553" sldId="2147473142"/>
            <ac:picMk id="36" creationId="{A5E129E4-9D4A-64F3-837E-C84723078284}"/>
          </ac:picMkLst>
        </pc:picChg>
        <pc:picChg chg="add mod">
          <ac:chgData name="JESUS ROCHA SALAZAR" userId="4e0323458c84468b" providerId="LiveId" clId="{DC2CD160-77F3-4A47-9FD0-6C2276FF51A8}" dt="2026-02-20T23:01:16.945" v="321" actId="1076"/>
          <ac:picMkLst>
            <pc:docMk/>
            <pc:sldMk cId="1755302553" sldId="2147473142"/>
            <ac:picMk id="37" creationId="{75C7DBC0-8264-6993-46A3-50764E7DBC75}"/>
          </ac:picMkLst>
        </pc:picChg>
        <pc:picChg chg="del">
          <ac:chgData name="JESUS ROCHA SALAZAR" userId="4e0323458c84468b" providerId="LiveId" clId="{DC2CD160-77F3-4A47-9FD0-6C2276FF51A8}" dt="2026-02-20T23:00:55.966" v="316" actId="478"/>
          <ac:picMkLst>
            <pc:docMk/>
            <pc:sldMk cId="1755302553" sldId="2147473142"/>
            <ac:picMk id="39" creationId="{BCB7822E-D20A-6168-B92D-B76A5511D544}"/>
          </ac:picMkLst>
        </pc:picChg>
        <pc:picChg chg="add mod">
          <ac:chgData name="JESUS ROCHA SALAZAR" userId="4e0323458c84468b" providerId="LiveId" clId="{DC2CD160-77F3-4A47-9FD0-6C2276FF51A8}" dt="2026-02-20T23:01:15.145" v="320" actId="1076"/>
          <ac:picMkLst>
            <pc:docMk/>
            <pc:sldMk cId="1755302553" sldId="2147473142"/>
            <ac:picMk id="40" creationId="{0F2016E3-7FB9-5451-1743-44634FEE42CE}"/>
          </ac:picMkLst>
        </pc:picChg>
        <pc:picChg chg="del">
          <ac:chgData name="JESUS ROCHA SALAZAR" userId="4e0323458c84468b" providerId="LiveId" clId="{DC2CD160-77F3-4A47-9FD0-6C2276FF51A8}" dt="2026-02-20T23:00:52.518" v="314" actId="478"/>
          <ac:picMkLst>
            <pc:docMk/>
            <pc:sldMk cId="1755302553" sldId="2147473142"/>
            <ac:picMk id="120" creationId="{597774F4-9CD8-0E4F-DEF3-31B7E8B534C3}"/>
          </ac:picMkLst>
        </pc:picChg>
        <pc:picChg chg="del">
          <ac:chgData name="JESUS ROCHA SALAZAR" userId="4e0323458c84468b" providerId="LiveId" clId="{DC2CD160-77F3-4A47-9FD0-6C2276FF51A8}" dt="2026-02-20T23:00:52.518" v="314" actId="478"/>
          <ac:picMkLst>
            <pc:docMk/>
            <pc:sldMk cId="1755302553" sldId="2147473142"/>
            <ac:picMk id="121" creationId="{FC59ACC5-1EA8-8F7C-1CA0-AA7C93EA83A0}"/>
          </ac:picMkLst>
        </pc:picChg>
      </pc:sldChg>
      <pc:sldChg chg="addSp delSp modSp add mod delAnim">
        <pc:chgData name="JESUS ROCHA SALAZAR" userId="4e0323458c84468b" providerId="LiveId" clId="{DC2CD160-77F3-4A47-9FD0-6C2276FF51A8}" dt="2026-02-20T23:02:19.827" v="342" actId="1076"/>
        <pc:sldMkLst>
          <pc:docMk/>
          <pc:sldMk cId="2101398648" sldId="2147473143"/>
        </pc:sldMkLst>
        <pc:spChg chg="add mod">
          <ac:chgData name="JESUS ROCHA SALAZAR" userId="4e0323458c84468b" providerId="LiveId" clId="{DC2CD160-77F3-4A47-9FD0-6C2276FF51A8}" dt="2026-02-20T23:02:19.827" v="342" actId="1076"/>
          <ac:spMkLst>
            <pc:docMk/>
            <pc:sldMk cId="2101398648" sldId="2147473143"/>
            <ac:spMk id="2" creationId="{627B9915-0983-30C2-58AB-88932CAD5F07}"/>
          </ac:spMkLst>
        </pc:spChg>
        <pc:spChg chg="del">
          <ac:chgData name="JESUS ROCHA SALAZAR" userId="4e0323458c84468b" providerId="LiveId" clId="{DC2CD160-77F3-4A47-9FD0-6C2276FF51A8}" dt="2026-02-20T23:01:28.988" v="327" actId="478"/>
          <ac:spMkLst>
            <pc:docMk/>
            <pc:sldMk cId="2101398648" sldId="2147473143"/>
            <ac:spMk id="35" creationId="{EBA034F6-60BF-C4FA-9FE7-E1EE0C44EA3C}"/>
          </ac:spMkLst>
        </pc:spChg>
        <pc:picChg chg="add mod">
          <ac:chgData name="JESUS ROCHA SALAZAR" userId="4e0323458c84468b" providerId="LiveId" clId="{DC2CD160-77F3-4A47-9FD0-6C2276FF51A8}" dt="2026-02-20T23:02:09.671" v="339" actId="1076"/>
          <ac:picMkLst>
            <pc:docMk/>
            <pc:sldMk cId="2101398648" sldId="2147473143"/>
            <ac:picMk id="3" creationId="{78D42CAA-2C5C-654B-E837-257807C48AB9}"/>
          </ac:picMkLst>
        </pc:picChg>
        <pc:picChg chg="add mod">
          <ac:chgData name="JESUS ROCHA SALAZAR" userId="4e0323458c84468b" providerId="LiveId" clId="{DC2CD160-77F3-4A47-9FD0-6C2276FF51A8}" dt="2026-02-20T23:02:00.696" v="336" actId="1076"/>
          <ac:picMkLst>
            <pc:docMk/>
            <pc:sldMk cId="2101398648" sldId="2147473143"/>
            <ac:picMk id="4" creationId="{686314B9-B9E0-CF58-C66D-A45D742AD8EF}"/>
          </ac:picMkLst>
        </pc:picChg>
        <pc:picChg chg="add mod">
          <ac:chgData name="JESUS ROCHA SALAZAR" userId="4e0323458c84468b" providerId="LiveId" clId="{DC2CD160-77F3-4A47-9FD0-6C2276FF51A8}" dt="2026-02-20T23:02:12.219" v="340" actId="1076"/>
          <ac:picMkLst>
            <pc:docMk/>
            <pc:sldMk cId="2101398648" sldId="2147473143"/>
            <ac:picMk id="6" creationId="{E6964C11-4B34-F291-EE7D-F4E1FB7A7727}"/>
          </ac:picMkLst>
        </pc:picChg>
        <pc:picChg chg="del">
          <ac:chgData name="JESUS ROCHA SALAZAR" userId="4e0323458c84468b" providerId="LiveId" clId="{DC2CD160-77F3-4A47-9FD0-6C2276FF51A8}" dt="2026-02-20T23:01:25.237" v="325" actId="478"/>
          <ac:picMkLst>
            <pc:docMk/>
            <pc:sldMk cId="2101398648" sldId="2147473143"/>
            <ac:picMk id="36" creationId="{A9F88020-F72E-A4A4-D407-8A6535D4E14B}"/>
          </ac:picMkLst>
        </pc:picChg>
        <pc:picChg chg="del">
          <ac:chgData name="JESUS ROCHA SALAZAR" userId="4e0323458c84468b" providerId="LiveId" clId="{DC2CD160-77F3-4A47-9FD0-6C2276FF51A8}" dt="2026-02-20T23:01:26.577" v="326" actId="478"/>
          <ac:picMkLst>
            <pc:docMk/>
            <pc:sldMk cId="2101398648" sldId="2147473143"/>
            <ac:picMk id="37" creationId="{11C51C51-9A78-F82B-4030-D0E05EADBA5B}"/>
          </ac:picMkLst>
        </pc:picChg>
        <pc:picChg chg="del">
          <ac:chgData name="JESUS ROCHA SALAZAR" userId="4e0323458c84468b" providerId="LiveId" clId="{DC2CD160-77F3-4A47-9FD0-6C2276FF51A8}" dt="2026-02-20T23:01:23.852" v="324" actId="478"/>
          <ac:picMkLst>
            <pc:docMk/>
            <pc:sldMk cId="2101398648" sldId="2147473143"/>
            <ac:picMk id="40" creationId="{BF1F97EA-E9FA-0EE1-58C1-CD9AFB667E90}"/>
          </ac:picMkLst>
        </pc:picChg>
      </pc:sldChg>
      <pc:sldChg chg="del">
        <pc:chgData name="JESUS ROCHA SALAZAR" userId="4e0323458c84468b" providerId="LiveId" clId="{DC2CD160-77F3-4A47-9FD0-6C2276FF51A8}" dt="2026-02-20T22:37:52.835" v="19" actId="2696"/>
        <pc:sldMkLst>
          <pc:docMk/>
          <pc:sldMk cId="4105460368" sldId="2147473143"/>
        </pc:sldMkLst>
      </pc:sldChg>
      <pc:sldChg chg="del">
        <pc:chgData name="JESUS ROCHA SALAZAR" userId="4e0323458c84468b" providerId="LiveId" clId="{DC2CD160-77F3-4A47-9FD0-6C2276FF51A8}" dt="2026-02-20T22:37:52.835" v="19" actId="2696"/>
        <pc:sldMkLst>
          <pc:docMk/>
          <pc:sldMk cId="913136590" sldId="2147473144"/>
        </pc:sldMkLst>
      </pc:sldChg>
      <pc:sldChg chg="addSp delSp modSp add mod modAnim">
        <pc:chgData name="JESUS ROCHA SALAZAR" userId="4e0323458c84468b" providerId="LiveId" clId="{DC2CD160-77F3-4A47-9FD0-6C2276FF51A8}" dt="2026-02-20T23:02:54.832" v="349" actId="1076"/>
        <pc:sldMkLst>
          <pc:docMk/>
          <pc:sldMk cId="1184874398" sldId="2147473144"/>
        </pc:sldMkLst>
        <pc:spChg chg="del">
          <ac:chgData name="JESUS ROCHA SALAZAR" userId="4e0323458c84468b" providerId="LiveId" clId="{DC2CD160-77F3-4A47-9FD0-6C2276FF51A8}" dt="2026-02-20T23:02:27.295" v="346" actId="478"/>
          <ac:spMkLst>
            <pc:docMk/>
            <pc:sldMk cId="1184874398" sldId="2147473144"/>
            <ac:spMk id="2" creationId="{E194AC21-E7A7-DCBB-556D-ED2622B95927}"/>
          </ac:spMkLst>
        </pc:spChg>
        <pc:spChg chg="add mod">
          <ac:chgData name="JESUS ROCHA SALAZAR" userId="4e0323458c84468b" providerId="LiveId" clId="{DC2CD160-77F3-4A47-9FD0-6C2276FF51A8}" dt="2026-02-20T23:02:54.832" v="349" actId="1076"/>
          <ac:spMkLst>
            <pc:docMk/>
            <pc:sldMk cId="1184874398" sldId="2147473144"/>
            <ac:spMk id="10" creationId="{FC098336-478A-64BD-EA89-CCCB4C64D0D8}"/>
          </ac:spMkLst>
        </pc:spChg>
        <pc:spChg chg="add mod">
          <ac:chgData name="JESUS ROCHA SALAZAR" userId="4e0323458c84468b" providerId="LiveId" clId="{DC2CD160-77F3-4A47-9FD0-6C2276FF51A8}" dt="2026-02-20T23:02:48.753" v="348" actId="1076"/>
          <ac:spMkLst>
            <pc:docMk/>
            <pc:sldMk cId="1184874398" sldId="2147473144"/>
            <ac:spMk id="15" creationId="{CB143C3F-949F-5802-8DEA-CCDC3F8CE0E4}"/>
          </ac:spMkLst>
        </pc:spChg>
        <pc:picChg chg="del">
          <ac:chgData name="JESUS ROCHA SALAZAR" userId="4e0323458c84468b" providerId="LiveId" clId="{DC2CD160-77F3-4A47-9FD0-6C2276FF51A8}" dt="2026-02-20T23:02:24.845" v="345" actId="478"/>
          <ac:picMkLst>
            <pc:docMk/>
            <pc:sldMk cId="1184874398" sldId="2147473144"/>
            <ac:picMk id="3" creationId="{4F4853D4-601D-CD76-23A3-C0EC45A7B86E}"/>
          </ac:picMkLst>
        </pc:picChg>
        <pc:picChg chg="del">
          <ac:chgData name="JESUS ROCHA SALAZAR" userId="4e0323458c84468b" providerId="LiveId" clId="{DC2CD160-77F3-4A47-9FD0-6C2276FF51A8}" dt="2026-02-20T23:02:23.504" v="344" actId="478"/>
          <ac:picMkLst>
            <pc:docMk/>
            <pc:sldMk cId="1184874398" sldId="2147473144"/>
            <ac:picMk id="6" creationId="{AC02F850-0E5A-05C4-300F-85C7B944FE36}"/>
          </ac:picMkLst>
        </pc:picChg>
        <pc:picChg chg="add mod">
          <ac:chgData name="JESUS ROCHA SALAZAR" userId="4e0323458c84468b" providerId="LiveId" clId="{DC2CD160-77F3-4A47-9FD0-6C2276FF51A8}" dt="2026-02-20T23:02:48.753" v="348" actId="1076"/>
          <ac:picMkLst>
            <pc:docMk/>
            <pc:sldMk cId="1184874398" sldId="2147473144"/>
            <ac:picMk id="7" creationId="{3E01B366-C8CB-6CDE-41E4-D076BB246F17}"/>
          </ac:picMkLst>
        </pc:picChg>
        <pc:picChg chg="add mod">
          <ac:chgData name="JESUS ROCHA SALAZAR" userId="4e0323458c84468b" providerId="LiveId" clId="{DC2CD160-77F3-4A47-9FD0-6C2276FF51A8}" dt="2026-02-20T23:02:48.753" v="348" actId="1076"/>
          <ac:picMkLst>
            <pc:docMk/>
            <pc:sldMk cId="1184874398" sldId="2147473144"/>
            <ac:picMk id="8" creationId="{13339ACB-618A-69F6-D65F-631E1871B98C}"/>
          </ac:picMkLst>
        </pc:picChg>
        <pc:picChg chg="add mod">
          <ac:chgData name="JESUS ROCHA SALAZAR" userId="4e0323458c84468b" providerId="LiveId" clId="{DC2CD160-77F3-4A47-9FD0-6C2276FF51A8}" dt="2026-02-20T23:02:48.753" v="348" actId="1076"/>
          <ac:picMkLst>
            <pc:docMk/>
            <pc:sldMk cId="1184874398" sldId="2147473144"/>
            <ac:picMk id="9" creationId="{D6024170-FF2E-C1D0-24B9-79FAB2254EA4}"/>
          </ac:picMkLst>
        </pc:picChg>
        <pc:picChg chg="add mod">
          <ac:chgData name="JESUS ROCHA SALAZAR" userId="4e0323458c84468b" providerId="LiveId" clId="{DC2CD160-77F3-4A47-9FD0-6C2276FF51A8}" dt="2026-02-20T23:02:48.753" v="348" actId="1076"/>
          <ac:picMkLst>
            <pc:docMk/>
            <pc:sldMk cId="1184874398" sldId="2147473144"/>
            <ac:picMk id="11" creationId="{88794534-6541-BCA0-CF05-EC6E4AC1DC88}"/>
          </ac:picMkLst>
        </pc:picChg>
      </pc:sldChg>
      <pc:sldChg chg="addSp delSp modSp add mod delAnim">
        <pc:chgData name="JESUS ROCHA SALAZAR" userId="4e0323458c84468b" providerId="LiveId" clId="{DC2CD160-77F3-4A47-9FD0-6C2276FF51A8}" dt="2026-02-20T23:03:50.202" v="360" actId="1076"/>
        <pc:sldMkLst>
          <pc:docMk/>
          <pc:sldMk cId="1916860309" sldId="2147473145"/>
        </pc:sldMkLst>
        <pc:spChg chg="add mod">
          <ac:chgData name="JESUS ROCHA SALAZAR" userId="4e0323458c84468b" providerId="LiveId" clId="{DC2CD160-77F3-4A47-9FD0-6C2276FF51A8}" dt="2026-02-20T23:03:44.672" v="358" actId="1076"/>
          <ac:spMkLst>
            <pc:docMk/>
            <pc:sldMk cId="1916860309" sldId="2147473145"/>
            <ac:spMk id="3" creationId="{FB840F3F-E647-F158-1C44-48EA9170EAD2}"/>
          </ac:spMkLst>
        </pc:spChg>
        <pc:spChg chg="del">
          <ac:chgData name="JESUS ROCHA SALAZAR" userId="4e0323458c84468b" providerId="LiveId" clId="{DC2CD160-77F3-4A47-9FD0-6C2276FF51A8}" dt="2026-02-20T23:03:02.200" v="352" actId="478"/>
          <ac:spMkLst>
            <pc:docMk/>
            <pc:sldMk cId="1916860309" sldId="2147473145"/>
            <ac:spMk id="10" creationId="{B295643C-644E-1333-9903-1C3E5F0B8D77}"/>
          </ac:spMkLst>
        </pc:spChg>
        <pc:spChg chg="del">
          <ac:chgData name="JESUS ROCHA SALAZAR" userId="4e0323458c84468b" providerId="LiveId" clId="{DC2CD160-77F3-4A47-9FD0-6C2276FF51A8}" dt="2026-02-20T23:03:04.453" v="353" actId="478"/>
          <ac:spMkLst>
            <pc:docMk/>
            <pc:sldMk cId="1916860309" sldId="2147473145"/>
            <ac:spMk id="15" creationId="{1AF49442-8D56-A8C1-DC24-1C69AEAB28E2}"/>
          </ac:spMkLst>
        </pc:spChg>
        <pc:picChg chg="add mod">
          <ac:chgData name="JESUS ROCHA SALAZAR" userId="4e0323458c84468b" providerId="LiveId" clId="{DC2CD160-77F3-4A47-9FD0-6C2276FF51A8}" dt="2026-02-20T23:03:40.026" v="357" actId="1076"/>
          <ac:picMkLst>
            <pc:docMk/>
            <pc:sldMk cId="1916860309" sldId="2147473145"/>
            <ac:picMk id="2" creationId="{B7FE6D2B-07D7-D510-7A98-20EB7D0684FC}"/>
          </ac:picMkLst>
        </pc:picChg>
        <pc:picChg chg="mod">
          <ac:chgData name="JESUS ROCHA SALAZAR" userId="4e0323458c84468b" providerId="LiveId" clId="{DC2CD160-77F3-4A47-9FD0-6C2276FF51A8}" dt="2026-02-20T23:03:40.026" v="357" actId="1076"/>
          <ac:picMkLst>
            <pc:docMk/>
            <pc:sldMk cId="1916860309" sldId="2147473145"/>
            <ac:picMk id="4" creationId="{EE758331-471C-A22E-ABD0-5CC5D52C99C4}"/>
          </ac:picMkLst>
        </pc:picChg>
        <pc:picChg chg="add mod">
          <ac:chgData name="JESUS ROCHA SALAZAR" userId="4e0323458c84468b" providerId="LiveId" clId="{DC2CD160-77F3-4A47-9FD0-6C2276FF51A8}" dt="2026-02-20T23:03:40.026" v="357" actId="1076"/>
          <ac:picMkLst>
            <pc:docMk/>
            <pc:sldMk cId="1916860309" sldId="2147473145"/>
            <ac:picMk id="6" creationId="{6F94B71A-5BD4-5D5E-3513-21EA36A8F91D}"/>
          </ac:picMkLst>
        </pc:picChg>
        <pc:picChg chg="mod">
          <ac:chgData name="JESUS ROCHA SALAZAR" userId="4e0323458c84468b" providerId="LiveId" clId="{DC2CD160-77F3-4A47-9FD0-6C2276FF51A8}" dt="2026-02-20T23:03:40.026" v="357" actId="1076"/>
          <ac:picMkLst>
            <pc:docMk/>
            <pc:sldMk cId="1916860309" sldId="2147473145"/>
            <ac:picMk id="7" creationId="{E37A5BC2-0DDA-9FF5-C4D3-2A435F0D8354}"/>
          </ac:picMkLst>
        </pc:picChg>
        <pc:picChg chg="del">
          <ac:chgData name="JESUS ROCHA SALAZAR" userId="4e0323458c84468b" providerId="LiveId" clId="{DC2CD160-77F3-4A47-9FD0-6C2276FF51A8}" dt="2026-02-20T23:03:08.506" v="355" actId="478"/>
          <ac:picMkLst>
            <pc:docMk/>
            <pc:sldMk cId="1916860309" sldId="2147473145"/>
            <ac:picMk id="8" creationId="{DA93A837-14CF-FB5B-6319-B1C6903CC8D4}"/>
          </ac:picMkLst>
        </pc:picChg>
        <pc:picChg chg="del">
          <ac:chgData name="JESUS ROCHA SALAZAR" userId="4e0323458c84468b" providerId="LiveId" clId="{DC2CD160-77F3-4A47-9FD0-6C2276FF51A8}" dt="2026-02-20T23:03:06.818" v="354" actId="478"/>
          <ac:picMkLst>
            <pc:docMk/>
            <pc:sldMk cId="1916860309" sldId="2147473145"/>
            <ac:picMk id="9" creationId="{97525874-2B52-3A6F-4163-EA8A860F4472}"/>
          </ac:picMkLst>
        </pc:picChg>
        <pc:picChg chg="del">
          <ac:chgData name="JESUS ROCHA SALAZAR" userId="4e0323458c84468b" providerId="LiveId" clId="{DC2CD160-77F3-4A47-9FD0-6C2276FF51A8}" dt="2026-02-20T23:03:00.110" v="351" actId="478"/>
          <ac:picMkLst>
            <pc:docMk/>
            <pc:sldMk cId="1916860309" sldId="2147473145"/>
            <ac:picMk id="11" creationId="{BB283D8C-F883-760E-EF74-FB7584557DD4}"/>
          </ac:picMkLst>
        </pc:picChg>
        <pc:picChg chg="add mod">
          <ac:chgData name="JESUS ROCHA SALAZAR" userId="4e0323458c84468b" providerId="LiveId" clId="{DC2CD160-77F3-4A47-9FD0-6C2276FF51A8}" dt="2026-02-20T23:03:40.026" v="357" actId="1076"/>
          <ac:picMkLst>
            <pc:docMk/>
            <pc:sldMk cId="1916860309" sldId="2147473145"/>
            <ac:picMk id="16" creationId="{325D2F60-AC44-EA50-2AFB-88B4336F0B92}"/>
          </ac:picMkLst>
        </pc:picChg>
        <pc:picChg chg="add mod">
          <ac:chgData name="JESUS ROCHA SALAZAR" userId="4e0323458c84468b" providerId="LiveId" clId="{DC2CD160-77F3-4A47-9FD0-6C2276FF51A8}" dt="2026-02-20T23:03:40.026" v="357" actId="1076"/>
          <ac:picMkLst>
            <pc:docMk/>
            <pc:sldMk cId="1916860309" sldId="2147473145"/>
            <ac:picMk id="17" creationId="{1941E61F-208F-7C6F-3746-026C864C2F57}"/>
          </ac:picMkLst>
        </pc:picChg>
        <pc:picChg chg="add mod">
          <ac:chgData name="JESUS ROCHA SALAZAR" userId="4e0323458c84468b" providerId="LiveId" clId="{DC2CD160-77F3-4A47-9FD0-6C2276FF51A8}" dt="2026-02-20T23:03:40.026" v="357" actId="1076"/>
          <ac:picMkLst>
            <pc:docMk/>
            <pc:sldMk cId="1916860309" sldId="2147473145"/>
            <ac:picMk id="18" creationId="{2A58CF04-837D-3212-2A12-75BAD8D30F32}"/>
          </ac:picMkLst>
        </pc:picChg>
        <pc:picChg chg="add mod">
          <ac:chgData name="JESUS ROCHA SALAZAR" userId="4e0323458c84468b" providerId="LiveId" clId="{DC2CD160-77F3-4A47-9FD0-6C2276FF51A8}" dt="2026-02-20T23:03:46.704" v="359" actId="1076"/>
          <ac:picMkLst>
            <pc:docMk/>
            <pc:sldMk cId="1916860309" sldId="2147473145"/>
            <ac:picMk id="19" creationId="{1A1A107A-051B-90E1-606F-15E99CC6F4A4}"/>
          </ac:picMkLst>
        </pc:picChg>
        <pc:picChg chg="add mod">
          <ac:chgData name="JESUS ROCHA SALAZAR" userId="4e0323458c84468b" providerId="LiveId" clId="{DC2CD160-77F3-4A47-9FD0-6C2276FF51A8}" dt="2026-02-20T23:03:50.202" v="360" actId="1076"/>
          <ac:picMkLst>
            <pc:docMk/>
            <pc:sldMk cId="1916860309" sldId="2147473145"/>
            <ac:picMk id="20" creationId="{682DB1D9-2C0C-11A3-B888-2E333ACD6978}"/>
          </ac:picMkLst>
        </pc:picChg>
      </pc:sldChg>
      <pc:sldChg chg="del">
        <pc:chgData name="JESUS ROCHA SALAZAR" userId="4e0323458c84468b" providerId="LiveId" clId="{DC2CD160-77F3-4A47-9FD0-6C2276FF51A8}" dt="2026-02-20T22:37:52.835" v="19" actId="2696"/>
        <pc:sldMkLst>
          <pc:docMk/>
          <pc:sldMk cId="2384084503" sldId="2147473145"/>
        </pc:sldMkLst>
      </pc:sldChg>
      <pc:sldChg chg="del">
        <pc:chgData name="JESUS ROCHA SALAZAR" userId="4e0323458c84468b" providerId="LiveId" clId="{DC2CD160-77F3-4A47-9FD0-6C2276FF51A8}" dt="2026-02-20T22:37:52.835" v="19" actId="2696"/>
        <pc:sldMkLst>
          <pc:docMk/>
          <pc:sldMk cId="598946933" sldId="2147473146"/>
        </pc:sldMkLst>
      </pc:sldChg>
      <pc:sldChg chg="addSp delSp modSp add mod">
        <pc:chgData name="JESUS ROCHA SALAZAR" userId="4e0323458c84468b" providerId="LiveId" clId="{DC2CD160-77F3-4A47-9FD0-6C2276FF51A8}" dt="2026-02-20T23:04:41.225" v="378" actId="1076"/>
        <pc:sldMkLst>
          <pc:docMk/>
          <pc:sldMk cId="2449639746" sldId="2147473146"/>
        </pc:sldMkLst>
        <pc:spChg chg="del">
          <ac:chgData name="JESUS ROCHA SALAZAR" userId="4e0323458c84468b" providerId="LiveId" clId="{DC2CD160-77F3-4A47-9FD0-6C2276FF51A8}" dt="2026-02-20T23:04:02.383" v="369" actId="478"/>
          <ac:spMkLst>
            <pc:docMk/>
            <pc:sldMk cId="2449639746" sldId="2147473146"/>
            <ac:spMk id="3" creationId="{82243C01-742E-8081-36CF-FE7DE138D370}"/>
          </ac:spMkLst>
        </pc:spChg>
        <pc:picChg chg="add mod">
          <ac:chgData name="JESUS ROCHA SALAZAR" userId="4e0323458c84468b" providerId="LiveId" clId="{DC2CD160-77F3-4A47-9FD0-6C2276FF51A8}" dt="2026-02-20T23:04:28.697" v="374" actId="1076"/>
          <ac:picMkLst>
            <pc:docMk/>
            <pc:sldMk cId="2449639746" sldId="2147473146"/>
            <ac:picMk id="8" creationId="{6DDAD2A1-3B2E-3874-FEA3-75BD1E63E1B8}"/>
          </ac:picMkLst>
        </pc:picChg>
        <pc:picChg chg="add mod">
          <ac:chgData name="JESUS ROCHA SALAZAR" userId="4e0323458c84468b" providerId="LiveId" clId="{DC2CD160-77F3-4A47-9FD0-6C2276FF51A8}" dt="2026-02-20T23:04:28.697" v="374" actId="1076"/>
          <ac:picMkLst>
            <pc:docMk/>
            <pc:sldMk cId="2449639746" sldId="2147473146"/>
            <ac:picMk id="9" creationId="{EB91C370-793E-529C-E4DE-27BE784CAF43}"/>
          </ac:picMkLst>
        </pc:picChg>
        <pc:picChg chg="add mod">
          <ac:chgData name="JESUS ROCHA SALAZAR" userId="4e0323458c84468b" providerId="LiveId" clId="{DC2CD160-77F3-4A47-9FD0-6C2276FF51A8}" dt="2026-02-20T23:04:32.475" v="375" actId="1076"/>
          <ac:picMkLst>
            <pc:docMk/>
            <pc:sldMk cId="2449639746" sldId="2147473146"/>
            <ac:picMk id="10" creationId="{0518E130-0209-D892-C9D9-49543ED896E3}"/>
          </ac:picMkLst>
        </pc:picChg>
        <pc:picChg chg="add mod">
          <ac:chgData name="JESUS ROCHA SALAZAR" userId="4e0323458c84468b" providerId="LiveId" clId="{DC2CD160-77F3-4A47-9FD0-6C2276FF51A8}" dt="2026-02-20T23:04:36.434" v="376" actId="1076"/>
          <ac:picMkLst>
            <pc:docMk/>
            <pc:sldMk cId="2449639746" sldId="2147473146"/>
            <ac:picMk id="11" creationId="{3E5D394C-25F8-2260-F624-4D98BF0D5EBD}"/>
          </ac:picMkLst>
        </pc:picChg>
        <pc:picChg chg="add mod">
          <ac:chgData name="JESUS ROCHA SALAZAR" userId="4e0323458c84468b" providerId="LiveId" clId="{DC2CD160-77F3-4A47-9FD0-6C2276FF51A8}" dt="2026-02-20T23:04:41.225" v="378" actId="1076"/>
          <ac:picMkLst>
            <pc:docMk/>
            <pc:sldMk cId="2449639746" sldId="2147473146"/>
            <ac:picMk id="15" creationId="{52E67C52-5A7F-020D-B8C5-170E6FEFB84B}"/>
          </ac:picMkLst>
        </pc:picChg>
        <pc:picChg chg="del mod">
          <ac:chgData name="JESUS ROCHA SALAZAR" userId="4e0323458c84468b" providerId="LiveId" clId="{DC2CD160-77F3-4A47-9FD0-6C2276FF51A8}" dt="2026-02-20T23:04:00.494" v="368" actId="478"/>
          <ac:picMkLst>
            <pc:docMk/>
            <pc:sldMk cId="2449639746" sldId="2147473146"/>
            <ac:picMk id="16" creationId="{6C0E9C0F-A3BF-086F-4FA6-DEC363C4F9E4}"/>
          </ac:picMkLst>
        </pc:picChg>
        <pc:picChg chg="del">
          <ac:chgData name="JESUS ROCHA SALAZAR" userId="4e0323458c84468b" providerId="LiveId" clId="{DC2CD160-77F3-4A47-9FD0-6C2276FF51A8}" dt="2026-02-20T23:03:59.245" v="366" actId="478"/>
          <ac:picMkLst>
            <pc:docMk/>
            <pc:sldMk cId="2449639746" sldId="2147473146"/>
            <ac:picMk id="17" creationId="{B486AED7-7B76-7F8D-C77C-5612437BD9ED}"/>
          </ac:picMkLst>
        </pc:picChg>
        <pc:picChg chg="del">
          <ac:chgData name="JESUS ROCHA SALAZAR" userId="4e0323458c84468b" providerId="LiveId" clId="{DC2CD160-77F3-4A47-9FD0-6C2276FF51A8}" dt="2026-02-20T23:03:56.395" v="363" actId="478"/>
          <ac:picMkLst>
            <pc:docMk/>
            <pc:sldMk cId="2449639746" sldId="2147473146"/>
            <ac:picMk id="18" creationId="{D3814D6B-861C-5911-0DFB-5C89A06AC1F2}"/>
          </ac:picMkLst>
        </pc:picChg>
        <pc:picChg chg="del mod">
          <ac:chgData name="JESUS ROCHA SALAZAR" userId="4e0323458c84468b" providerId="LiveId" clId="{DC2CD160-77F3-4A47-9FD0-6C2276FF51A8}" dt="2026-02-20T23:03:57.851" v="365" actId="478"/>
          <ac:picMkLst>
            <pc:docMk/>
            <pc:sldMk cId="2449639746" sldId="2147473146"/>
            <ac:picMk id="19" creationId="{63C81F2D-5CD1-25B2-3E68-A2C9288378C6}"/>
          </ac:picMkLst>
        </pc:picChg>
        <pc:picChg chg="del">
          <ac:chgData name="JESUS ROCHA SALAZAR" userId="4e0323458c84468b" providerId="LiveId" clId="{DC2CD160-77F3-4A47-9FD0-6C2276FF51A8}" dt="2026-02-20T23:03:54.975" v="362" actId="478"/>
          <ac:picMkLst>
            <pc:docMk/>
            <pc:sldMk cId="2449639746" sldId="2147473146"/>
            <ac:picMk id="20" creationId="{DE33F033-3096-0E36-56A9-DB8919377447}"/>
          </ac:picMkLst>
        </pc:picChg>
        <pc:picChg chg="add mod">
          <ac:chgData name="JESUS ROCHA SALAZAR" userId="4e0323458c84468b" providerId="LiveId" clId="{DC2CD160-77F3-4A47-9FD0-6C2276FF51A8}" dt="2026-02-20T23:04:28.697" v="374" actId="1076"/>
          <ac:picMkLst>
            <pc:docMk/>
            <pc:sldMk cId="2449639746" sldId="2147473146"/>
            <ac:picMk id="21" creationId="{5775C636-2459-F2C3-2C71-695480C61053}"/>
          </ac:picMkLst>
        </pc:picChg>
        <pc:picChg chg="add mod">
          <ac:chgData name="JESUS ROCHA SALAZAR" userId="4e0323458c84468b" providerId="LiveId" clId="{DC2CD160-77F3-4A47-9FD0-6C2276FF51A8}" dt="2026-02-20T23:04:39.508" v="377" actId="1076"/>
          <ac:picMkLst>
            <pc:docMk/>
            <pc:sldMk cId="2449639746" sldId="2147473146"/>
            <ac:picMk id="22" creationId="{E2EE0C92-EDC6-D2A0-DBF4-B0AD66A074AB}"/>
          </ac:picMkLst>
        </pc:picChg>
      </pc:sldChg>
      <pc:sldChg chg="del">
        <pc:chgData name="JESUS ROCHA SALAZAR" userId="4e0323458c84468b" providerId="LiveId" clId="{DC2CD160-77F3-4A47-9FD0-6C2276FF51A8}" dt="2026-02-20T22:37:52.835" v="19" actId="2696"/>
        <pc:sldMkLst>
          <pc:docMk/>
          <pc:sldMk cId="213227031" sldId="2147473147"/>
        </pc:sldMkLst>
      </pc:sldChg>
      <pc:sldChg chg="addSp delSp modSp add mod">
        <pc:chgData name="JESUS ROCHA SALAZAR" userId="4e0323458c84468b" providerId="LiveId" clId="{DC2CD160-77F3-4A47-9FD0-6C2276FF51A8}" dt="2026-02-20T23:06:35.422" v="419" actId="20577"/>
        <pc:sldMkLst>
          <pc:docMk/>
          <pc:sldMk cId="4025927124" sldId="2147473147"/>
        </pc:sldMkLst>
        <pc:spChg chg="mod">
          <ac:chgData name="JESUS ROCHA SALAZAR" userId="4e0323458c84468b" providerId="LiveId" clId="{DC2CD160-77F3-4A47-9FD0-6C2276FF51A8}" dt="2026-02-20T23:06:35.422" v="419" actId="20577"/>
          <ac:spMkLst>
            <pc:docMk/>
            <pc:sldMk cId="4025927124" sldId="2147473147"/>
            <ac:spMk id="5" creationId="{54940CED-9BDA-4301-FB2A-3B65C159B97A}"/>
          </ac:spMkLst>
        </pc:spChg>
        <pc:spChg chg="add mod">
          <ac:chgData name="JESUS ROCHA SALAZAR" userId="4e0323458c84468b" providerId="LiveId" clId="{DC2CD160-77F3-4A47-9FD0-6C2276FF51A8}" dt="2026-02-20T23:05:47.146" v="394" actId="1076"/>
          <ac:spMkLst>
            <pc:docMk/>
            <pc:sldMk cId="4025927124" sldId="2147473147"/>
            <ac:spMk id="18" creationId="{36DDBF96-7607-4295-5E4F-B05C35D74771}"/>
          </ac:spMkLst>
        </pc:spChg>
        <pc:spChg chg="add mod">
          <ac:chgData name="JESUS ROCHA SALAZAR" userId="4e0323458c84468b" providerId="LiveId" clId="{DC2CD160-77F3-4A47-9FD0-6C2276FF51A8}" dt="2026-02-20T23:05:50.791" v="395" actId="1076"/>
          <ac:spMkLst>
            <pc:docMk/>
            <pc:sldMk cId="4025927124" sldId="2147473147"/>
            <ac:spMk id="19" creationId="{87B22459-6E7D-140C-584E-BA8A5F0531A8}"/>
          </ac:spMkLst>
        </pc:spChg>
        <pc:picChg chg="del">
          <ac:chgData name="JESUS ROCHA SALAZAR" userId="4e0323458c84468b" providerId="LiveId" clId="{DC2CD160-77F3-4A47-9FD0-6C2276FF51A8}" dt="2026-02-20T23:04:48.736" v="382" actId="478"/>
          <ac:picMkLst>
            <pc:docMk/>
            <pc:sldMk cId="4025927124" sldId="2147473147"/>
            <ac:picMk id="2" creationId="{7634D57F-DF91-5F99-953F-A55BDE4A54EB}"/>
          </ac:picMkLst>
        </pc:picChg>
        <pc:picChg chg="add mod">
          <ac:chgData name="JESUS ROCHA SALAZAR" userId="4e0323458c84468b" providerId="LiveId" clId="{DC2CD160-77F3-4A47-9FD0-6C2276FF51A8}" dt="2026-02-20T23:05:08.461" v="384" actId="1076"/>
          <ac:picMkLst>
            <pc:docMk/>
            <pc:sldMk cId="4025927124" sldId="2147473147"/>
            <ac:picMk id="3" creationId="{208F04CE-FB7C-27E1-C3D7-187F88DA31BE}"/>
          </ac:picMkLst>
        </pc:picChg>
        <pc:picChg chg="del">
          <ac:chgData name="JESUS ROCHA SALAZAR" userId="4e0323458c84468b" providerId="LiveId" clId="{DC2CD160-77F3-4A47-9FD0-6C2276FF51A8}" dt="2026-02-20T23:04:48.736" v="382" actId="478"/>
          <ac:picMkLst>
            <pc:docMk/>
            <pc:sldMk cId="4025927124" sldId="2147473147"/>
            <ac:picMk id="4" creationId="{AB15899F-28F9-117A-8F85-AAF071FCA157}"/>
          </ac:picMkLst>
        </pc:picChg>
        <pc:picChg chg="del">
          <ac:chgData name="JESUS ROCHA SALAZAR" userId="4e0323458c84468b" providerId="LiveId" clId="{DC2CD160-77F3-4A47-9FD0-6C2276FF51A8}" dt="2026-02-20T23:04:48.736" v="382" actId="478"/>
          <ac:picMkLst>
            <pc:docMk/>
            <pc:sldMk cId="4025927124" sldId="2147473147"/>
            <ac:picMk id="6" creationId="{FD3B3BE6-57D3-562A-93EB-6378A4CD616D}"/>
          </ac:picMkLst>
        </pc:picChg>
        <pc:picChg chg="del">
          <ac:chgData name="JESUS ROCHA SALAZAR" userId="4e0323458c84468b" providerId="LiveId" clId="{DC2CD160-77F3-4A47-9FD0-6C2276FF51A8}" dt="2026-02-20T23:04:48.736" v="382" actId="478"/>
          <ac:picMkLst>
            <pc:docMk/>
            <pc:sldMk cId="4025927124" sldId="2147473147"/>
            <ac:picMk id="7" creationId="{1B92DA64-0690-3868-AB70-01FAAC41FC00}"/>
          </ac:picMkLst>
        </pc:picChg>
        <pc:picChg chg="del">
          <ac:chgData name="JESUS ROCHA SALAZAR" userId="4e0323458c84468b" providerId="LiveId" clId="{DC2CD160-77F3-4A47-9FD0-6C2276FF51A8}" dt="2026-02-20T23:04:48.736" v="382" actId="478"/>
          <ac:picMkLst>
            <pc:docMk/>
            <pc:sldMk cId="4025927124" sldId="2147473147"/>
            <ac:picMk id="8" creationId="{236FC396-BA11-D277-9B7F-D7CBE78FD322}"/>
          </ac:picMkLst>
        </pc:picChg>
        <pc:picChg chg="del">
          <ac:chgData name="JESUS ROCHA SALAZAR" userId="4e0323458c84468b" providerId="LiveId" clId="{DC2CD160-77F3-4A47-9FD0-6C2276FF51A8}" dt="2026-02-20T23:04:48.736" v="382" actId="478"/>
          <ac:picMkLst>
            <pc:docMk/>
            <pc:sldMk cId="4025927124" sldId="2147473147"/>
            <ac:picMk id="9" creationId="{90A92F79-6B25-0FD0-8786-F0BBA9F8352E}"/>
          </ac:picMkLst>
        </pc:picChg>
        <pc:picChg chg="del">
          <ac:chgData name="JESUS ROCHA SALAZAR" userId="4e0323458c84468b" providerId="LiveId" clId="{DC2CD160-77F3-4A47-9FD0-6C2276FF51A8}" dt="2026-02-20T23:04:48.736" v="382" actId="478"/>
          <ac:picMkLst>
            <pc:docMk/>
            <pc:sldMk cId="4025927124" sldId="2147473147"/>
            <ac:picMk id="10" creationId="{04A4F370-8D45-92AB-C7C1-20496D399499}"/>
          </ac:picMkLst>
        </pc:picChg>
        <pc:picChg chg="del">
          <ac:chgData name="JESUS ROCHA SALAZAR" userId="4e0323458c84468b" providerId="LiveId" clId="{DC2CD160-77F3-4A47-9FD0-6C2276FF51A8}" dt="2026-02-20T23:04:48.736" v="382" actId="478"/>
          <ac:picMkLst>
            <pc:docMk/>
            <pc:sldMk cId="4025927124" sldId="2147473147"/>
            <ac:picMk id="11" creationId="{09EC45BB-E4EE-FFAB-C796-1D7B23E63704}"/>
          </ac:picMkLst>
        </pc:picChg>
        <pc:picChg chg="del">
          <ac:chgData name="JESUS ROCHA SALAZAR" userId="4e0323458c84468b" providerId="LiveId" clId="{DC2CD160-77F3-4A47-9FD0-6C2276FF51A8}" dt="2026-02-20T23:04:46.247" v="381" actId="478"/>
          <ac:picMkLst>
            <pc:docMk/>
            <pc:sldMk cId="4025927124" sldId="2147473147"/>
            <ac:picMk id="15" creationId="{8E7532EE-3CB8-9DE9-C40E-3163816B61CF}"/>
          </ac:picMkLst>
        </pc:picChg>
        <pc:picChg chg="add mod">
          <ac:chgData name="JESUS ROCHA SALAZAR" userId="4e0323458c84468b" providerId="LiveId" clId="{DC2CD160-77F3-4A47-9FD0-6C2276FF51A8}" dt="2026-02-20T23:05:08.461" v="384" actId="1076"/>
          <ac:picMkLst>
            <pc:docMk/>
            <pc:sldMk cId="4025927124" sldId="2147473147"/>
            <ac:picMk id="16" creationId="{0C531E60-F36B-2084-3CB6-D9E0EC1B621D}"/>
          </ac:picMkLst>
        </pc:picChg>
        <pc:picChg chg="add mod">
          <ac:chgData name="JESUS ROCHA SALAZAR" userId="4e0323458c84468b" providerId="LiveId" clId="{DC2CD160-77F3-4A47-9FD0-6C2276FF51A8}" dt="2026-02-20T23:05:08.461" v="384" actId="1076"/>
          <ac:picMkLst>
            <pc:docMk/>
            <pc:sldMk cId="4025927124" sldId="2147473147"/>
            <ac:picMk id="17" creationId="{E515CB09-9C2A-446C-6B2D-9607AB0BBFD0}"/>
          </ac:picMkLst>
        </pc:picChg>
        <pc:picChg chg="add mod">
          <ac:chgData name="JESUS ROCHA SALAZAR" userId="4e0323458c84468b" providerId="LiveId" clId="{DC2CD160-77F3-4A47-9FD0-6C2276FF51A8}" dt="2026-02-20T23:05:42.680" v="393" actId="1076"/>
          <ac:picMkLst>
            <pc:docMk/>
            <pc:sldMk cId="4025927124" sldId="2147473147"/>
            <ac:picMk id="20" creationId="{A4BD2123-2FFB-F01B-A4BD-3F05592D8555}"/>
          </ac:picMkLst>
        </pc:picChg>
        <pc:picChg chg="del">
          <ac:chgData name="JESUS ROCHA SALAZAR" userId="4e0323458c84468b" providerId="LiveId" clId="{DC2CD160-77F3-4A47-9FD0-6C2276FF51A8}" dt="2026-02-20T23:04:48.736" v="382" actId="478"/>
          <ac:picMkLst>
            <pc:docMk/>
            <pc:sldMk cId="4025927124" sldId="2147473147"/>
            <ac:picMk id="21" creationId="{DDA52952-1A18-1E9D-C5B7-91365686735A}"/>
          </ac:picMkLst>
        </pc:picChg>
        <pc:picChg chg="del">
          <ac:chgData name="JESUS ROCHA SALAZAR" userId="4e0323458c84468b" providerId="LiveId" clId="{DC2CD160-77F3-4A47-9FD0-6C2276FF51A8}" dt="2026-02-20T23:04:44.941" v="380" actId="478"/>
          <ac:picMkLst>
            <pc:docMk/>
            <pc:sldMk cId="4025927124" sldId="2147473147"/>
            <ac:picMk id="22" creationId="{52678C71-A0A0-8CB5-723D-D9D26436840C}"/>
          </ac:picMkLst>
        </pc:picChg>
      </pc:sldChg>
      <pc:sldChg chg="del">
        <pc:chgData name="JESUS ROCHA SALAZAR" userId="4e0323458c84468b" providerId="LiveId" clId="{DC2CD160-77F3-4A47-9FD0-6C2276FF51A8}" dt="2026-02-20T22:37:52.835" v="19" actId="2696"/>
        <pc:sldMkLst>
          <pc:docMk/>
          <pc:sldMk cId="717398765" sldId="2147473148"/>
        </pc:sldMkLst>
      </pc:sldChg>
      <pc:sldChg chg="addSp delSp modSp add mod">
        <pc:chgData name="JESUS ROCHA SALAZAR" userId="4e0323458c84468b" providerId="LiveId" clId="{DC2CD160-77F3-4A47-9FD0-6C2276FF51A8}" dt="2026-02-20T23:11:38.075" v="486" actId="478"/>
        <pc:sldMkLst>
          <pc:docMk/>
          <pc:sldMk cId="3894876455" sldId="2147473148"/>
        </pc:sldMkLst>
        <pc:spChg chg="del">
          <ac:chgData name="JESUS ROCHA SALAZAR" userId="4e0323458c84468b" providerId="LiveId" clId="{DC2CD160-77F3-4A47-9FD0-6C2276FF51A8}" dt="2026-02-20T23:11:13.502" v="478" actId="478"/>
          <ac:spMkLst>
            <pc:docMk/>
            <pc:sldMk cId="3894876455" sldId="2147473148"/>
            <ac:spMk id="5" creationId="{F6D75CCD-54E4-894E-BDA7-1D521F6C0FF4}"/>
          </ac:spMkLst>
        </pc:spChg>
        <pc:spChg chg="add mod">
          <ac:chgData name="JESUS ROCHA SALAZAR" userId="4e0323458c84468b" providerId="LiveId" clId="{DC2CD160-77F3-4A47-9FD0-6C2276FF51A8}" dt="2026-02-20T23:07:41.781" v="430" actId="1076"/>
          <ac:spMkLst>
            <pc:docMk/>
            <pc:sldMk cId="3894876455" sldId="2147473148"/>
            <ac:spMk id="7" creationId="{9E8E6C54-42CA-3A57-CE07-25768397229B}"/>
          </ac:spMkLst>
        </pc:spChg>
        <pc:spChg chg="add mod">
          <ac:chgData name="JESUS ROCHA SALAZAR" userId="4e0323458c84468b" providerId="LiveId" clId="{DC2CD160-77F3-4A47-9FD0-6C2276FF51A8}" dt="2026-02-20T23:08:04.345" v="438" actId="1036"/>
          <ac:spMkLst>
            <pc:docMk/>
            <pc:sldMk cId="3894876455" sldId="2147473148"/>
            <ac:spMk id="8" creationId="{D4110DE9-74D2-3E4B-3A01-1221986C3F24}"/>
          </ac:spMkLst>
        </pc:spChg>
        <pc:spChg chg="add del mod">
          <ac:chgData name="JESUS ROCHA SALAZAR" userId="4e0323458c84468b" providerId="LiveId" clId="{DC2CD160-77F3-4A47-9FD0-6C2276FF51A8}" dt="2026-02-20T23:11:38.075" v="486" actId="478"/>
          <ac:spMkLst>
            <pc:docMk/>
            <pc:sldMk cId="3894876455" sldId="2147473148"/>
            <ac:spMk id="11" creationId="{B1C8C770-ADE6-B1E0-A5C0-53A869CD024D}"/>
          </ac:spMkLst>
        </pc:spChg>
        <pc:spChg chg="add mod">
          <ac:chgData name="JESUS ROCHA SALAZAR" userId="4e0323458c84468b" providerId="LiveId" clId="{DC2CD160-77F3-4A47-9FD0-6C2276FF51A8}" dt="2026-02-20T23:11:14.541" v="479"/>
          <ac:spMkLst>
            <pc:docMk/>
            <pc:sldMk cId="3894876455" sldId="2147473148"/>
            <ac:spMk id="15" creationId="{4F783BE1-080B-7667-322D-7B1F7EE4B756}"/>
          </ac:spMkLst>
        </pc:spChg>
        <pc:spChg chg="del">
          <ac:chgData name="JESUS ROCHA SALAZAR" userId="4e0323458c84468b" providerId="LiveId" clId="{DC2CD160-77F3-4A47-9FD0-6C2276FF51A8}" dt="2026-02-20T23:06:07.269" v="399" actId="478"/>
          <ac:spMkLst>
            <pc:docMk/>
            <pc:sldMk cId="3894876455" sldId="2147473148"/>
            <ac:spMk id="18" creationId="{1624A6A2-D6B9-6E7B-9DAD-E801DD48B90C}"/>
          </ac:spMkLst>
        </pc:spChg>
        <pc:spChg chg="del">
          <ac:chgData name="JESUS ROCHA SALAZAR" userId="4e0323458c84468b" providerId="LiveId" clId="{DC2CD160-77F3-4A47-9FD0-6C2276FF51A8}" dt="2026-02-20T23:06:04.329" v="398" actId="478"/>
          <ac:spMkLst>
            <pc:docMk/>
            <pc:sldMk cId="3894876455" sldId="2147473148"/>
            <ac:spMk id="19" creationId="{15A2DAF1-1525-A9AB-F10B-FC6788D89B7B}"/>
          </ac:spMkLst>
        </pc:spChg>
        <pc:picChg chg="add mod">
          <ac:chgData name="JESUS ROCHA SALAZAR" userId="4e0323458c84468b" providerId="LiveId" clId="{DC2CD160-77F3-4A47-9FD0-6C2276FF51A8}" dt="2026-02-20T23:07:01.742" v="420"/>
          <ac:picMkLst>
            <pc:docMk/>
            <pc:sldMk cId="3894876455" sldId="2147473148"/>
            <ac:picMk id="2" creationId="{36340A86-49C9-8C15-3827-A4EBD6D2E9C4}"/>
          </ac:picMkLst>
        </pc:picChg>
        <pc:picChg chg="add mod">
          <ac:chgData name="JESUS ROCHA SALAZAR" userId="4e0323458c84468b" providerId="LiveId" clId="{DC2CD160-77F3-4A47-9FD0-6C2276FF51A8}" dt="2026-02-20T23:07:01.742" v="420"/>
          <ac:picMkLst>
            <pc:docMk/>
            <pc:sldMk cId="3894876455" sldId="2147473148"/>
            <ac:picMk id="4" creationId="{F44371EE-7E3B-372C-5DFA-9D3A151434BF}"/>
          </ac:picMkLst>
        </pc:picChg>
        <pc:picChg chg="add mod">
          <ac:chgData name="JESUS ROCHA SALAZAR" userId="4e0323458c84468b" providerId="LiveId" clId="{DC2CD160-77F3-4A47-9FD0-6C2276FF51A8}" dt="2026-02-20T23:07:01.742" v="420"/>
          <ac:picMkLst>
            <pc:docMk/>
            <pc:sldMk cId="3894876455" sldId="2147473148"/>
            <ac:picMk id="6" creationId="{4103A4DD-8334-7063-CB42-3AC05C6842E1}"/>
          </ac:picMkLst>
        </pc:picChg>
        <pc:picChg chg="add mod">
          <ac:chgData name="JESUS ROCHA SALAZAR" userId="4e0323458c84468b" providerId="LiveId" clId="{DC2CD160-77F3-4A47-9FD0-6C2276FF51A8}" dt="2026-02-20T23:07:56.009" v="436" actId="1076"/>
          <ac:picMkLst>
            <pc:docMk/>
            <pc:sldMk cId="3894876455" sldId="2147473148"/>
            <ac:picMk id="9" creationId="{23271208-810D-36C5-9573-BDB4948250BB}"/>
          </ac:picMkLst>
        </pc:picChg>
        <pc:picChg chg="del">
          <ac:chgData name="JESUS ROCHA SALAZAR" userId="4e0323458c84468b" providerId="LiveId" clId="{DC2CD160-77F3-4A47-9FD0-6C2276FF51A8}" dt="2026-02-20T23:06:02.088" v="397" actId="478"/>
          <ac:picMkLst>
            <pc:docMk/>
            <pc:sldMk cId="3894876455" sldId="2147473148"/>
            <ac:picMk id="20" creationId="{75352C00-B841-D70A-5C25-FD9402107124}"/>
          </ac:picMkLst>
        </pc:picChg>
      </pc:sldChg>
      <pc:sldChg chg="del">
        <pc:chgData name="JESUS ROCHA SALAZAR" userId="4e0323458c84468b" providerId="LiveId" clId="{DC2CD160-77F3-4A47-9FD0-6C2276FF51A8}" dt="2026-02-20T22:37:52.835" v="19" actId="2696"/>
        <pc:sldMkLst>
          <pc:docMk/>
          <pc:sldMk cId="2742761281" sldId="2147473149"/>
        </pc:sldMkLst>
      </pc:sldChg>
      <pc:sldChg chg="addSp delSp modSp add mod">
        <pc:chgData name="JESUS ROCHA SALAZAR" userId="4e0323458c84468b" providerId="LiveId" clId="{DC2CD160-77F3-4A47-9FD0-6C2276FF51A8}" dt="2026-02-20T23:11:34.413" v="485" actId="478"/>
        <pc:sldMkLst>
          <pc:docMk/>
          <pc:sldMk cId="2909279433" sldId="2147473149"/>
        </pc:sldMkLst>
        <pc:spChg chg="del">
          <ac:chgData name="JESUS ROCHA SALAZAR" userId="4e0323458c84468b" providerId="LiveId" clId="{DC2CD160-77F3-4A47-9FD0-6C2276FF51A8}" dt="2026-02-20T23:11:18.283" v="480" actId="478"/>
          <ac:spMkLst>
            <pc:docMk/>
            <pc:sldMk cId="2909279433" sldId="2147473149"/>
            <ac:spMk id="5" creationId="{46B98B2C-DEE3-C005-A874-022C6ED3B9B1}"/>
          </ac:spMkLst>
        </pc:spChg>
        <pc:spChg chg="del mod">
          <ac:chgData name="JESUS ROCHA SALAZAR" userId="4e0323458c84468b" providerId="LiveId" clId="{DC2CD160-77F3-4A47-9FD0-6C2276FF51A8}" dt="2026-02-20T23:08:28.704" v="444" actId="478"/>
          <ac:spMkLst>
            <pc:docMk/>
            <pc:sldMk cId="2909279433" sldId="2147473149"/>
            <ac:spMk id="7" creationId="{05882D0C-87A9-84F3-DF59-FCCC752CFEC0}"/>
          </ac:spMkLst>
        </pc:spChg>
        <pc:spChg chg="del">
          <ac:chgData name="JESUS ROCHA SALAZAR" userId="4e0323458c84468b" providerId="LiveId" clId="{DC2CD160-77F3-4A47-9FD0-6C2276FF51A8}" dt="2026-02-20T23:08:24.482" v="441" actId="478"/>
          <ac:spMkLst>
            <pc:docMk/>
            <pc:sldMk cId="2909279433" sldId="2147473149"/>
            <ac:spMk id="8" creationId="{12FAA299-23DF-275B-8E22-6B81AED50124}"/>
          </ac:spMkLst>
        </pc:spChg>
        <pc:spChg chg="add mod">
          <ac:chgData name="JESUS ROCHA SALAZAR" userId="4e0323458c84468b" providerId="LiveId" clId="{DC2CD160-77F3-4A47-9FD0-6C2276FF51A8}" dt="2026-02-20T23:09:23.866" v="455" actId="1076"/>
          <ac:spMkLst>
            <pc:docMk/>
            <pc:sldMk cId="2909279433" sldId="2147473149"/>
            <ac:spMk id="18" creationId="{E0613C49-C274-BE9B-4396-E3902C95E312}"/>
          </ac:spMkLst>
        </pc:spChg>
        <pc:spChg chg="add mod">
          <ac:chgData name="JESUS ROCHA SALAZAR" userId="4e0323458c84468b" providerId="LiveId" clId="{DC2CD160-77F3-4A47-9FD0-6C2276FF51A8}" dt="2026-02-20T23:09:27.010" v="456" actId="1035"/>
          <ac:spMkLst>
            <pc:docMk/>
            <pc:sldMk cId="2909279433" sldId="2147473149"/>
            <ac:spMk id="19" creationId="{413C523B-8E4A-A75F-B914-81E8C8BA658A}"/>
          </ac:spMkLst>
        </pc:spChg>
        <pc:spChg chg="add del mod">
          <ac:chgData name="JESUS ROCHA SALAZAR" userId="4e0323458c84468b" providerId="LiveId" clId="{DC2CD160-77F3-4A47-9FD0-6C2276FF51A8}" dt="2026-02-20T23:11:34.413" v="485" actId="478"/>
          <ac:spMkLst>
            <pc:docMk/>
            <pc:sldMk cId="2909279433" sldId="2147473149"/>
            <ac:spMk id="23" creationId="{4561D077-978E-BBF0-5731-65EF79AE4675}"/>
          </ac:spMkLst>
        </pc:spChg>
        <pc:spChg chg="add mod">
          <ac:chgData name="JESUS ROCHA SALAZAR" userId="4e0323458c84468b" providerId="LiveId" clId="{DC2CD160-77F3-4A47-9FD0-6C2276FF51A8}" dt="2026-02-20T23:11:18.659" v="481"/>
          <ac:spMkLst>
            <pc:docMk/>
            <pc:sldMk cId="2909279433" sldId="2147473149"/>
            <ac:spMk id="24" creationId="{F626EC32-D1F9-83CF-2C82-F2FE7FCB51DF}"/>
          </ac:spMkLst>
        </pc:spChg>
        <pc:picChg chg="del">
          <ac:chgData name="JESUS ROCHA SALAZAR" userId="4e0323458c84468b" providerId="LiveId" clId="{DC2CD160-77F3-4A47-9FD0-6C2276FF51A8}" dt="2026-02-20T23:08:22.218" v="440" actId="478"/>
          <ac:picMkLst>
            <pc:docMk/>
            <pc:sldMk cId="2909279433" sldId="2147473149"/>
            <ac:picMk id="9" creationId="{0B5485AE-5A93-48C7-6DB1-EAE62311BEFE}"/>
          </ac:picMkLst>
        </pc:picChg>
        <pc:picChg chg="add mod">
          <ac:chgData name="JESUS ROCHA SALAZAR" userId="4e0323458c84468b" providerId="LiveId" clId="{DC2CD160-77F3-4A47-9FD0-6C2276FF51A8}" dt="2026-02-20T23:08:53.294" v="447" actId="1076"/>
          <ac:picMkLst>
            <pc:docMk/>
            <pc:sldMk cId="2909279433" sldId="2147473149"/>
            <ac:picMk id="10" creationId="{71B849FD-F25D-831D-C156-AB52AC76558C}"/>
          </ac:picMkLst>
        </pc:picChg>
        <pc:picChg chg="add mod">
          <ac:chgData name="JESUS ROCHA SALAZAR" userId="4e0323458c84468b" providerId="LiveId" clId="{DC2CD160-77F3-4A47-9FD0-6C2276FF51A8}" dt="2026-02-20T23:08:53.294" v="447" actId="1076"/>
          <ac:picMkLst>
            <pc:docMk/>
            <pc:sldMk cId="2909279433" sldId="2147473149"/>
            <ac:picMk id="11" creationId="{B994C1CB-925E-783D-4442-2EA6E8DC6D62}"/>
          </ac:picMkLst>
        </pc:picChg>
        <pc:picChg chg="add mod">
          <ac:chgData name="JESUS ROCHA SALAZAR" userId="4e0323458c84468b" providerId="LiveId" clId="{DC2CD160-77F3-4A47-9FD0-6C2276FF51A8}" dt="2026-02-20T23:08:53.294" v="447" actId="1076"/>
          <ac:picMkLst>
            <pc:docMk/>
            <pc:sldMk cId="2909279433" sldId="2147473149"/>
            <ac:picMk id="15" creationId="{375F19F6-D317-25C4-3F21-E1BAE1189D29}"/>
          </ac:picMkLst>
        </pc:picChg>
        <pc:picChg chg="add mod">
          <ac:chgData name="JESUS ROCHA SALAZAR" userId="4e0323458c84468b" providerId="LiveId" clId="{DC2CD160-77F3-4A47-9FD0-6C2276FF51A8}" dt="2026-02-20T23:08:53.294" v="447" actId="1076"/>
          <ac:picMkLst>
            <pc:docMk/>
            <pc:sldMk cId="2909279433" sldId="2147473149"/>
            <ac:picMk id="20" creationId="{9535F104-33CC-2849-E42E-7221CE8E45E4}"/>
          </ac:picMkLst>
        </pc:picChg>
        <pc:picChg chg="add mod">
          <ac:chgData name="JESUS ROCHA SALAZAR" userId="4e0323458c84468b" providerId="LiveId" clId="{DC2CD160-77F3-4A47-9FD0-6C2276FF51A8}" dt="2026-02-20T23:09:14.495" v="453" actId="1076"/>
          <ac:picMkLst>
            <pc:docMk/>
            <pc:sldMk cId="2909279433" sldId="2147473149"/>
            <ac:picMk id="21" creationId="{E3CCF33C-063C-C2AD-927F-3BAB44888D3E}"/>
          </ac:picMkLst>
        </pc:picChg>
      </pc:sldChg>
      <pc:sldChg chg="del">
        <pc:chgData name="JESUS ROCHA SALAZAR" userId="4e0323458c84468b" providerId="LiveId" clId="{DC2CD160-77F3-4A47-9FD0-6C2276FF51A8}" dt="2026-02-20T22:37:52.835" v="19" actId="2696"/>
        <pc:sldMkLst>
          <pc:docMk/>
          <pc:sldMk cId="768248512" sldId="2147473150"/>
        </pc:sldMkLst>
      </pc:sldChg>
      <pc:sldChg chg="addSp delSp modSp add mod">
        <pc:chgData name="JESUS ROCHA SALAZAR" userId="4e0323458c84468b" providerId="LiveId" clId="{DC2CD160-77F3-4A47-9FD0-6C2276FF51A8}" dt="2026-02-20T23:11:30.523" v="484" actId="478"/>
        <pc:sldMkLst>
          <pc:docMk/>
          <pc:sldMk cId="1974587789" sldId="2147473150"/>
        </pc:sldMkLst>
        <pc:spChg chg="del">
          <ac:chgData name="JESUS ROCHA SALAZAR" userId="4e0323458c84468b" providerId="LiveId" clId="{DC2CD160-77F3-4A47-9FD0-6C2276FF51A8}" dt="2026-02-20T23:11:22.256" v="482" actId="478"/>
          <ac:spMkLst>
            <pc:docMk/>
            <pc:sldMk cId="1974587789" sldId="2147473150"/>
            <ac:spMk id="5" creationId="{68581917-BD7A-3BA5-B91F-67498079C06B}"/>
          </ac:spMkLst>
        </pc:spChg>
        <pc:spChg chg="del">
          <ac:chgData name="JESUS ROCHA SALAZAR" userId="4e0323458c84468b" providerId="LiveId" clId="{DC2CD160-77F3-4A47-9FD0-6C2276FF51A8}" dt="2026-02-20T23:09:42.860" v="460" actId="478"/>
          <ac:spMkLst>
            <pc:docMk/>
            <pc:sldMk cId="1974587789" sldId="2147473150"/>
            <ac:spMk id="18" creationId="{6DFDDE68-A280-F298-0109-44D9F007702F}"/>
          </ac:spMkLst>
        </pc:spChg>
        <pc:spChg chg="del">
          <ac:chgData name="JESUS ROCHA SALAZAR" userId="4e0323458c84468b" providerId="LiveId" clId="{DC2CD160-77F3-4A47-9FD0-6C2276FF51A8}" dt="2026-02-20T23:09:36.659" v="458" actId="478"/>
          <ac:spMkLst>
            <pc:docMk/>
            <pc:sldMk cId="1974587789" sldId="2147473150"/>
            <ac:spMk id="19" creationId="{96474472-5027-5BB3-7F78-12660A16F956}"/>
          </ac:spMkLst>
        </pc:spChg>
        <pc:spChg chg="add mod">
          <ac:chgData name="JESUS ROCHA SALAZAR" userId="4e0323458c84468b" providerId="LiveId" clId="{DC2CD160-77F3-4A47-9FD0-6C2276FF51A8}" dt="2026-02-20T23:10:06.364" v="463" actId="1076"/>
          <ac:spMkLst>
            <pc:docMk/>
            <pc:sldMk cId="1974587789" sldId="2147473150"/>
            <ac:spMk id="22" creationId="{77C00A75-0972-9C53-E9F7-210FDC7F543F}"/>
          </ac:spMkLst>
        </pc:spChg>
        <pc:spChg chg="add mod">
          <ac:chgData name="JESUS ROCHA SALAZAR" userId="4e0323458c84468b" providerId="LiveId" clId="{DC2CD160-77F3-4A47-9FD0-6C2276FF51A8}" dt="2026-02-20T23:10:17.578" v="467" actId="1076"/>
          <ac:spMkLst>
            <pc:docMk/>
            <pc:sldMk cId="1974587789" sldId="2147473150"/>
            <ac:spMk id="23" creationId="{5DEB730E-35DE-5D18-66B1-2D955CE570E5}"/>
          </ac:spMkLst>
        </pc:spChg>
        <pc:spChg chg="add del mod">
          <ac:chgData name="JESUS ROCHA SALAZAR" userId="4e0323458c84468b" providerId="LiveId" clId="{DC2CD160-77F3-4A47-9FD0-6C2276FF51A8}" dt="2026-02-20T23:11:30.523" v="484" actId="478"/>
          <ac:spMkLst>
            <pc:docMk/>
            <pc:sldMk cId="1974587789" sldId="2147473150"/>
            <ac:spMk id="28" creationId="{1A96AE67-9147-55E0-B791-6AEFC745E8AB}"/>
          </ac:spMkLst>
        </pc:spChg>
        <pc:spChg chg="add mod">
          <ac:chgData name="JESUS ROCHA SALAZAR" userId="4e0323458c84468b" providerId="LiveId" clId="{DC2CD160-77F3-4A47-9FD0-6C2276FF51A8}" dt="2026-02-20T23:11:22.552" v="483"/>
          <ac:spMkLst>
            <pc:docMk/>
            <pc:sldMk cId="1974587789" sldId="2147473150"/>
            <ac:spMk id="29" creationId="{DBE31814-44F4-3A00-6E7C-848262CB0DA8}"/>
          </ac:spMkLst>
        </pc:spChg>
        <pc:picChg chg="add mod">
          <ac:chgData name="JESUS ROCHA SALAZAR" userId="4e0323458c84468b" providerId="LiveId" clId="{DC2CD160-77F3-4A47-9FD0-6C2276FF51A8}" dt="2026-02-20T23:10:00.051" v="462" actId="1076"/>
          <ac:picMkLst>
            <pc:docMk/>
            <pc:sldMk cId="1974587789" sldId="2147473150"/>
            <ac:picMk id="7" creationId="{0FB4CE63-D482-455B-F050-0ABF8784864F}"/>
          </ac:picMkLst>
        </pc:picChg>
        <pc:picChg chg="add mod">
          <ac:chgData name="JESUS ROCHA SALAZAR" userId="4e0323458c84468b" providerId="LiveId" clId="{DC2CD160-77F3-4A47-9FD0-6C2276FF51A8}" dt="2026-02-20T23:10:00.051" v="462" actId="1076"/>
          <ac:picMkLst>
            <pc:docMk/>
            <pc:sldMk cId="1974587789" sldId="2147473150"/>
            <ac:picMk id="8" creationId="{FFF0C873-4CC5-8371-034F-1D7C4171B935}"/>
          </ac:picMkLst>
        </pc:picChg>
        <pc:picChg chg="add mod">
          <ac:chgData name="JESUS ROCHA SALAZAR" userId="4e0323458c84468b" providerId="LiveId" clId="{DC2CD160-77F3-4A47-9FD0-6C2276FF51A8}" dt="2026-02-20T23:10:00.051" v="462" actId="1076"/>
          <ac:picMkLst>
            <pc:docMk/>
            <pc:sldMk cId="1974587789" sldId="2147473150"/>
            <ac:picMk id="9" creationId="{F061E4A7-ECAA-14EA-48C4-B47DC8334E2B}"/>
          </ac:picMkLst>
        </pc:picChg>
        <pc:picChg chg="del">
          <ac:chgData name="JESUS ROCHA SALAZAR" userId="4e0323458c84468b" providerId="LiveId" clId="{DC2CD160-77F3-4A47-9FD0-6C2276FF51A8}" dt="2026-02-20T23:09:38.054" v="459" actId="478"/>
          <ac:picMkLst>
            <pc:docMk/>
            <pc:sldMk cId="1974587789" sldId="2147473150"/>
            <ac:picMk id="21" creationId="{A1CD2DF1-50E3-E3FE-F2B6-312D79F8E2BB}"/>
          </ac:picMkLst>
        </pc:picChg>
        <pc:picChg chg="add mod">
          <ac:chgData name="JESUS ROCHA SALAZAR" userId="4e0323458c84468b" providerId="LiveId" clId="{DC2CD160-77F3-4A47-9FD0-6C2276FF51A8}" dt="2026-02-20T23:10:00.051" v="462" actId="1076"/>
          <ac:picMkLst>
            <pc:docMk/>
            <pc:sldMk cId="1974587789" sldId="2147473150"/>
            <ac:picMk id="24" creationId="{2D38473A-5F38-8BAA-AFF0-515B0CAB6D0A}"/>
          </ac:picMkLst>
        </pc:picChg>
        <pc:picChg chg="add mod">
          <ac:chgData name="JESUS ROCHA SALAZAR" userId="4e0323458c84468b" providerId="LiveId" clId="{DC2CD160-77F3-4A47-9FD0-6C2276FF51A8}" dt="2026-02-20T23:10:36.440" v="473" actId="1076"/>
          <ac:picMkLst>
            <pc:docMk/>
            <pc:sldMk cId="1974587789" sldId="2147473150"/>
            <ac:picMk id="25" creationId="{14FF0270-725D-9EB0-E6B7-ED8A3E07A2EC}"/>
          </ac:picMkLst>
        </pc:picChg>
      </pc:sldChg>
      <pc:sldChg chg="addSp delSp modSp add mod">
        <pc:chgData name="JESUS ROCHA SALAZAR" userId="4e0323458c84468b" providerId="LiveId" clId="{DC2CD160-77F3-4A47-9FD0-6C2276FF51A8}" dt="2026-02-20T23:12:24.539" v="498" actId="20577"/>
        <pc:sldMkLst>
          <pc:docMk/>
          <pc:sldMk cId="1382269305" sldId="2147473151"/>
        </pc:sldMkLst>
        <pc:spChg chg="mod">
          <ac:chgData name="JESUS ROCHA SALAZAR" userId="4e0323458c84468b" providerId="LiveId" clId="{DC2CD160-77F3-4A47-9FD0-6C2276FF51A8}" dt="2026-02-20T23:12:24.539" v="498" actId="20577"/>
          <ac:spMkLst>
            <pc:docMk/>
            <pc:sldMk cId="1382269305" sldId="2147473151"/>
            <ac:spMk id="5" creationId="{42A190EA-F44D-FCBA-9A77-561F46255EBD}"/>
          </ac:spMkLst>
        </pc:spChg>
        <pc:spChg chg="add mod">
          <ac:chgData name="JESUS ROCHA SALAZAR" userId="4e0323458c84468b" providerId="LiveId" clId="{DC2CD160-77F3-4A47-9FD0-6C2276FF51A8}" dt="2026-02-20T23:12:10.710" v="491" actId="1076"/>
          <ac:spMkLst>
            <pc:docMk/>
            <pc:sldMk cId="1382269305" sldId="2147473151"/>
            <ac:spMk id="18" creationId="{8596EDE8-CB74-3952-E580-B2E8E103145C}"/>
          </ac:spMkLst>
        </pc:spChg>
        <pc:spChg chg="del">
          <ac:chgData name="JESUS ROCHA SALAZAR" userId="4e0323458c84468b" providerId="LiveId" clId="{DC2CD160-77F3-4A47-9FD0-6C2276FF51A8}" dt="2026-02-20T23:10:46.886" v="477" actId="478"/>
          <ac:spMkLst>
            <pc:docMk/>
            <pc:sldMk cId="1382269305" sldId="2147473151"/>
            <ac:spMk id="22" creationId="{984085E1-A683-8D4C-AB98-F8F9824A6C4A}"/>
          </ac:spMkLst>
        </pc:spChg>
        <pc:spChg chg="del">
          <ac:chgData name="JESUS ROCHA SALAZAR" userId="4e0323458c84468b" providerId="LiveId" clId="{DC2CD160-77F3-4A47-9FD0-6C2276FF51A8}" dt="2026-02-20T23:10:42.781" v="476" actId="478"/>
          <ac:spMkLst>
            <pc:docMk/>
            <pc:sldMk cId="1382269305" sldId="2147473151"/>
            <ac:spMk id="23" creationId="{E998E3FF-608C-7DBE-EF14-0269F4F5E4EA}"/>
          </ac:spMkLst>
        </pc:spChg>
        <pc:picChg chg="del">
          <ac:chgData name="JESUS ROCHA SALAZAR" userId="4e0323458c84468b" providerId="LiveId" clId="{DC2CD160-77F3-4A47-9FD0-6C2276FF51A8}" dt="2026-02-20T23:10:40.712" v="475" actId="478"/>
          <ac:picMkLst>
            <pc:docMk/>
            <pc:sldMk cId="1382269305" sldId="2147473151"/>
            <ac:picMk id="25" creationId="{36E84356-CFE2-46FA-F637-824E1285AB86}"/>
          </ac:picMkLst>
        </pc:picChg>
      </pc:sldChg>
      <pc:sldChg chg="del">
        <pc:chgData name="JESUS ROCHA SALAZAR" userId="4e0323458c84468b" providerId="LiveId" clId="{DC2CD160-77F3-4A47-9FD0-6C2276FF51A8}" dt="2026-02-20T22:37:52.835" v="19" actId="2696"/>
        <pc:sldMkLst>
          <pc:docMk/>
          <pc:sldMk cId="2210134235" sldId="2147473151"/>
        </pc:sldMkLst>
      </pc:sldChg>
      <pc:sldChg chg="del">
        <pc:chgData name="JESUS ROCHA SALAZAR" userId="4e0323458c84468b" providerId="LiveId" clId="{DC2CD160-77F3-4A47-9FD0-6C2276FF51A8}" dt="2026-02-20T22:37:52.835" v="19" actId="2696"/>
        <pc:sldMkLst>
          <pc:docMk/>
          <pc:sldMk cId="1541277873" sldId="2147473152"/>
        </pc:sldMkLst>
      </pc:sldChg>
      <pc:sldChg chg="addSp delSp modSp add mod">
        <pc:chgData name="JESUS ROCHA SALAZAR" userId="4e0323458c84468b" providerId="LiveId" clId="{DC2CD160-77F3-4A47-9FD0-6C2276FF51A8}" dt="2026-02-20T23:13:02.462" v="508" actId="1076"/>
        <pc:sldMkLst>
          <pc:docMk/>
          <pc:sldMk cId="4004176358" sldId="2147473152"/>
        </pc:sldMkLst>
        <pc:spChg chg="del">
          <ac:chgData name="JESUS ROCHA SALAZAR" userId="4e0323458c84468b" providerId="LiveId" clId="{DC2CD160-77F3-4A47-9FD0-6C2276FF51A8}" dt="2026-02-20T23:12:32.775" v="500" actId="478"/>
          <ac:spMkLst>
            <pc:docMk/>
            <pc:sldMk cId="4004176358" sldId="2147473152"/>
            <ac:spMk id="18" creationId="{A5FCF053-FB08-D3CA-01BD-F1BCB894E6EF}"/>
          </ac:spMkLst>
        </pc:spChg>
        <pc:spChg chg="add mod">
          <ac:chgData name="JESUS ROCHA SALAZAR" userId="4e0323458c84468b" providerId="LiveId" clId="{DC2CD160-77F3-4A47-9FD0-6C2276FF51A8}" dt="2026-02-20T23:13:02.462" v="508" actId="1076"/>
          <ac:spMkLst>
            <pc:docMk/>
            <pc:sldMk cId="4004176358" sldId="2147473152"/>
            <ac:spMk id="25" creationId="{9B6C54E2-0CE4-6211-29CA-3E5CC22169EB}"/>
          </ac:spMkLst>
        </pc:spChg>
        <pc:picChg chg="add mod">
          <ac:chgData name="JESUS ROCHA SALAZAR" userId="4e0323458c84468b" providerId="LiveId" clId="{DC2CD160-77F3-4A47-9FD0-6C2276FF51A8}" dt="2026-02-20T23:13:02.462" v="508" actId="1076"/>
          <ac:picMkLst>
            <pc:docMk/>
            <pc:sldMk cId="4004176358" sldId="2147473152"/>
            <ac:picMk id="19" creationId="{23997488-52C8-988F-A330-E85BD0AFD07F}"/>
          </ac:picMkLst>
        </pc:picChg>
        <pc:picChg chg="add mod">
          <ac:chgData name="JESUS ROCHA SALAZAR" userId="4e0323458c84468b" providerId="LiveId" clId="{DC2CD160-77F3-4A47-9FD0-6C2276FF51A8}" dt="2026-02-20T23:13:02.462" v="508" actId="1076"/>
          <ac:picMkLst>
            <pc:docMk/>
            <pc:sldMk cId="4004176358" sldId="2147473152"/>
            <ac:picMk id="21" creationId="{860EB174-B272-31F7-A5B6-17EAB9A350A7}"/>
          </ac:picMkLst>
        </pc:picChg>
        <pc:picChg chg="add mod">
          <ac:chgData name="JESUS ROCHA SALAZAR" userId="4e0323458c84468b" providerId="LiveId" clId="{DC2CD160-77F3-4A47-9FD0-6C2276FF51A8}" dt="2026-02-20T23:13:02.462" v="508" actId="1076"/>
          <ac:picMkLst>
            <pc:docMk/>
            <pc:sldMk cId="4004176358" sldId="2147473152"/>
            <ac:picMk id="22" creationId="{8556FDC0-4E04-BE07-899B-B7B33007A1FD}"/>
          </ac:picMkLst>
        </pc:picChg>
        <pc:picChg chg="add mod">
          <ac:chgData name="JESUS ROCHA SALAZAR" userId="4e0323458c84468b" providerId="LiveId" clId="{DC2CD160-77F3-4A47-9FD0-6C2276FF51A8}" dt="2026-02-20T23:13:02.462" v="508" actId="1076"/>
          <ac:picMkLst>
            <pc:docMk/>
            <pc:sldMk cId="4004176358" sldId="2147473152"/>
            <ac:picMk id="23" creationId="{BD467E12-20F2-6ECE-50E0-AAD8ABEA220E}"/>
          </ac:picMkLst>
        </pc:picChg>
      </pc:sldChg>
      <pc:sldChg chg="del">
        <pc:chgData name="JESUS ROCHA SALAZAR" userId="4e0323458c84468b" providerId="LiveId" clId="{DC2CD160-77F3-4A47-9FD0-6C2276FF51A8}" dt="2026-02-20T22:38:20.851" v="22" actId="2696"/>
        <pc:sldMkLst>
          <pc:docMk/>
          <pc:sldMk cId="731103314" sldId="2147473153"/>
        </pc:sldMkLst>
      </pc:sldChg>
      <pc:sldChg chg="addSp delSp modSp add mod">
        <pc:chgData name="JESUS ROCHA SALAZAR" userId="4e0323458c84468b" providerId="LiveId" clId="{DC2CD160-77F3-4A47-9FD0-6C2276FF51A8}" dt="2026-02-20T23:13:47.751" v="524" actId="1076"/>
        <pc:sldMkLst>
          <pc:docMk/>
          <pc:sldMk cId="2218781079" sldId="2147473153"/>
        </pc:sldMkLst>
        <pc:spChg chg="del">
          <ac:chgData name="JESUS ROCHA SALAZAR" userId="4e0323458c84468b" providerId="LiveId" clId="{DC2CD160-77F3-4A47-9FD0-6C2276FF51A8}" dt="2026-02-20T23:13:06.897" v="510" actId="478"/>
          <ac:spMkLst>
            <pc:docMk/>
            <pc:sldMk cId="2218781079" sldId="2147473153"/>
            <ac:spMk id="25" creationId="{256AEE10-C297-A2A9-294A-CCC606AC4C0A}"/>
          </ac:spMkLst>
        </pc:spChg>
        <pc:spChg chg="add mod">
          <ac:chgData name="JESUS ROCHA SALAZAR" userId="4e0323458c84468b" providerId="LiveId" clId="{DC2CD160-77F3-4A47-9FD0-6C2276FF51A8}" dt="2026-02-20T23:13:46.640" v="523" actId="1076"/>
          <ac:spMkLst>
            <pc:docMk/>
            <pc:sldMk cId="2218781079" sldId="2147473153"/>
            <ac:spMk id="30" creationId="{1E85B216-54E4-5308-AE23-082F767A3DAC}"/>
          </ac:spMkLst>
        </pc:spChg>
        <pc:picChg chg="add mod">
          <ac:chgData name="JESUS ROCHA SALAZAR" userId="4e0323458c84468b" providerId="LiveId" clId="{DC2CD160-77F3-4A47-9FD0-6C2276FF51A8}" dt="2026-02-20T23:13:26.787" v="516" actId="14100"/>
          <ac:picMkLst>
            <pc:docMk/>
            <pc:sldMk cId="2218781079" sldId="2147473153"/>
            <ac:picMk id="18" creationId="{4366D592-7AE2-4E85-6AAB-992A89EA247A}"/>
          </ac:picMkLst>
        </pc:picChg>
        <pc:picChg chg="add mod">
          <ac:chgData name="JESUS ROCHA SALAZAR" userId="4e0323458c84468b" providerId="LiveId" clId="{DC2CD160-77F3-4A47-9FD0-6C2276FF51A8}" dt="2026-02-20T23:13:26.787" v="516" actId="14100"/>
          <ac:picMkLst>
            <pc:docMk/>
            <pc:sldMk cId="2218781079" sldId="2147473153"/>
            <ac:picMk id="26" creationId="{8F90A63E-9E71-0F91-D540-821EC4A82312}"/>
          </ac:picMkLst>
        </pc:picChg>
        <pc:picChg chg="add mod">
          <ac:chgData name="JESUS ROCHA SALAZAR" userId="4e0323458c84468b" providerId="LiveId" clId="{DC2CD160-77F3-4A47-9FD0-6C2276FF51A8}" dt="2026-02-20T23:13:26.787" v="516" actId="14100"/>
          <ac:picMkLst>
            <pc:docMk/>
            <pc:sldMk cId="2218781079" sldId="2147473153"/>
            <ac:picMk id="28" creationId="{8AAE59CC-4DBC-26CF-40B9-CC4FAE92874D}"/>
          </ac:picMkLst>
        </pc:picChg>
        <pc:picChg chg="add mod">
          <ac:chgData name="JESUS ROCHA SALAZAR" userId="4e0323458c84468b" providerId="LiveId" clId="{DC2CD160-77F3-4A47-9FD0-6C2276FF51A8}" dt="2026-02-20T23:13:26.787" v="516" actId="14100"/>
          <ac:picMkLst>
            <pc:docMk/>
            <pc:sldMk cId="2218781079" sldId="2147473153"/>
            <ac:picMk id="29" creationId="{5011B23A-3A7C-28C3-7F77-DAB37E982536}"/>
          </ac:picMkLst>
        </pc:picChg>
        <pc:picChg chg="add mod">
          <ac:chgData name="JESUS ROCHA SALAZAR" userId="4e0323458c84468b" providerId="LiveId" clId="{DC2CD160-77F3-4A47-9FD0-6C2276FF51A8}" dt="2026-02-20T23:13:47.751" v="524" actId="1076"/>
          <ac:picMkLst>
            <pc:docMk/>
            <pc:sldMk cId="2218781079" sldId="2147473153"/>
            <ac:picMk id="31" creationId="{51844FEA-FA83-D1CE-430B-861EDD97F7FF}"/>
          </ac:picMkLst>
        </pc:picChg>
      </pc:sldChg>
      <pc:sldChg chg="del">
        <pc:chgData name="JESUS ROCHA SALAZAR" userId="4e0323458c84468b" providerId="LiveId" clId="{DC2CD160-77F3-4A47-9FD0-6C2276FF51A8}" dt="2026-02-20T22:37:52.835" v="19" actId="2696"/>
        <pc:sldMkLst>
          <pc:docMk/>
          <pc:sldMk cId="90813358" sldId="2147473154"/>
        </pc:sldMkLst>
      </pc:sldChg>
      <pc:sldChg chg="addSp delSp modSp add mod">
        <pc:chgData name="JESUS ROCHA SALAZAR" userId="4e0323458c84468b" providerId="LiveId" clId="{DC2CD160-77F3-4A47-9FD0-6C2276FF51A8}" dt="2026-02-20T23:15:01.418" v="539" actId="1076"/>
        <pc:sldMkLst>
          <pc:docMk/>
          <pc:sldMk cId="1103305979" sldId="2147473154"/>
        </pc:sldMkLst>
        <pc:spChg chg="del">
          <ac:chgData name="JESUS ROCHA SALAZAR" userId="4e0323458c84468b" providerId="LiveId" clId="{DC2CD160-77F3-4A47-9FD0-6C2276FF51A8}" dt="2026-02-20T23:13:53.586" v="527" actId="478"/>
          <ac:spMkLst>
            <pc:docMk/>
            <pc:sldMk cId="1103305979" sldId="2147473154"/>
            <ac:spMk id="30" creationId="{B6428087-852E-CEA2-3DE4-3BB9383063C2}"/>
          </ac:spMkLst>
        </pc:spChg>
        <pc:spChg chg="add mod">
          <ac:chgData name="JESUS ROCHA SALAZAR" userId="4e0323458c84468b" providerId="LiveId" clId="{DC2CD160-77F3-4A47-9FD0-6C2276FF51A8}" dt="2026-02-20T23:14:55.228" v="537" actId="1076"/>
          <ac:spMkLst>
            <pc:docMk/>
            <pc:sldMk cId="1103305979" sldId="2147473154"/>
            <ac:spMk id="35" creationId="{D3D02B8F-05F9-FF67-3158-5A442F9D86C0}"/>
          </ac:spMkLst>
        </pc:spChg>
        <pc:picChg chg="add mod">
          <ac:chgData name="JESUS ROCHA SALAZAR" userId="4e0323458c84468b" providerId="LiveId" clId="{DC2CD160-77F3-4A47-9FD0-6C2276FF51A8}" dt="2026-02-20T23:14:13.713" v="529" actId="1076"/>
          <ac:picMkLst>
            <pc:docMk/>
            <pc:sldMk cId="1103305979" sldId="2147473154"/>
            <ac:picMk id="25" creationId="{197BA0AF-183B-8A0D-5FDF-270720A78527}"/>
          </ac:picMkLst>
        </pc:picChg>
        <pc:picChg chg="del">
          <ac:chgData name="JESUS ROCHA SALAZAR" userId="4e0323458c84468b" providerId="LiveId" clId="{DC2CD160-77F3-4A47-9FD0-6C2276FF51A8}" dt="2026-02-20T23:13:51.284" v="526" actId="478"/>
          <ac:picMkLst>
            <pc:docMk/>
            <pc:sldMk cId="1103305979" sldId="2147473154"/>
            <ac:picMk id="31" creationId="{A9EBE64E-B6B0-6272-C015-D2439BD03082}"/>
          </ac:picMkLst>
        </pc:picChg>
        <pc:picChg chg="add mod">
          <ac:chgData name="JESUS ROCHA SALAZAR" userId="4e0323458c84468b" providerId="LiveId" clId="{DC2CD160-77F3-4A47-9FD0-6C2276FF51A8}" dt="2026-02-20T23:14:13.713" v="529" actId="1076"/>
          <ac:picMkLst>
            <pc:docMk/>
            <pc:sldMk cId="1103305979" sldId="2147473154"/>
            <ac:picMk id="32" creationId="{A095EE78-C529-E752-2717-BAF0735275A8}"/>
          </ac:picMkLst>
        </pc:picChg>
        <pc:picChg chg="add mod">
          <ac:chgData name="JESUS ROCHA SALAZAR" userId="4e0323458c84468b" providerId="LiveId" clId="{DC2CD160-77F3-4A47-9FD0-6C2276FF51A8}" dt="2026-02-20T23:14:13.713" v="529" actId="1076"/>
          <ac:picMkLst>
            <pc:docMk/>
            <pc:sldMk cId="1103305979" sldId="2147473154"/>
            <ac:picMk id="33" creationId="{1F8C2AA2-EED8-02CE-2C50-B498CF6B8D85}"/>
          </ac:picMkLst>
        </pc:picChg>
        <pc:picChg chg="add mod">
          <ac:chgData name="JESUS ROCHA SALAZAR" userId="4e0323458c84468b" providerId="LiveId" clId="{DC2CD160-77F3-4A47-9FD0-6C2276FF51A8}" dt="2026-02-20T23:14:13.713" v="529" actId="1076"/>
          <ac:picMkLst>
            <pc:docMk/>
            <pc:sldMk cId="1103305979" sldId="2147473154"/>
            <ac:picMk id="34" creationId="{FC57D71C-92F9-94F1-64A3-CAD48C9929E5}"/>
          </ac:picMkLst>
        </pc:picChg>
        <pc:picChg chg="add mod">
          <ac:chgData name="JESUS ROCHA SALAZAR" userId="4e0323458c84468b" providerId="LiveId" clId="{DC2CD160-77F3-4A47-9FD0-6C2276FF51A8}" dt="2026-02-20T23:15:01.418" v="539" actId="1076"/>
          <ac:picMkLst>
            <pc:docMk/>
            <pc:sldMk cId="1103305979" sldId="2147473154"/>
            <ac:picMk id="36" creationId="{3A04DDC7-1585-3A38-310F-F921099481D5}"/>
          </ac:picMkLst>
        </pc:picChg>
      </pc:sldChg>
      <pc:sldChg chg="del">
        <pc:chgData name="JESUS ROCHA SALAZAR" userId="4e0323458c84468b" providerId="LiveId" clId="{DC2CD160-77F3-4A47-9FD0-6C2276FF51A8}" dt="2026-02-20T22:37:52.835" v="19" actId="2696"/>
        <pc:sldMkLst>
          <pc:docMk/>
          <pc:sldMk cId="2671495496" sldId="2147473155"/>
        </pc:sldMkLst>
      </pc:sldChg>
      <pc:sldChg chg="addSp delSp modSp add mod">
        <pc:chgData name="JESUS ROCHA SALAZAR" userId="4e0323458c84468b" providerId="LiveId" clId="{DC2CD160-77F3-4A47-9FD0-6C2276FF51A8}" dt="2026-02-20T23:15:42.900" v="554" actId="1076"/>
        <pc:sldMkLst>
          <pc:docMk/>
          <pc:sldMk cId="3367136963" sldId="2147473155"/>
        </pc:sldMkLst>
        <pc:spChg chg="del">
          <ac:chgData name="JESUS ROCHA SALAZAR" userId="4e0323458c84468b" providerId="LiveId" clId="{DC2CD160-77F3-4A47-9FD0-6C2276FF51A8}" dt="2026-02-20T23:15:07.228" v="542" actId="478"/>
          <ac:spMkLst>
            <pc:docMk/>
            <pc:sldMk cId="3367136963" sldId="2147473155"/>
            <ac:spMk id="35" creationId="{ECFE416D-67C6-9545-A001-C2ABE69E8F65}"/>
          </ac:spMkLst>
        </pc:spChg>
        <pc:spChg chg="add mod">
          <ac:chgData name="JESUS ROCHA SALAZAR" userId="4e0323458c84468b" providerId="LiveId" clId="{DC2CD160-77F3-4A47-9FD0-6C2276FF51A8}" dt="2026-02-20T23:15:29.728" v="547" actId="1076"/>
          <ac:spMkLst>
            <pc:docMk/>
            <pc:sldMk cId="3367136963" sldId="2147473155"/>
            <ac:spMk id="39" creationId="{B9B6AD2F-58D6-BA97-1E3B-C6C53C85CD93}"/>
          </ac:spMkLst>
        </pc:spChg>
        <pc:picChg chg="add mod">
          <ac:chgData name="JESUS ROCHA SALAZAR" userId="4e0323458c84468b" providerId="LiveId" clId="{DC2CD160-77F3-4A47-9FD0-6C2276FF51A8}" dt="2026-02-20T23:15:19.546" v="544" actId="1076"/>
          <ac:picMkLst>
            <pc:docMk/>
            <pc:sldMk cId="3367136963" sldId="2147473155"/>
            <ac:picMk id="30" creationId="{494BF7D4-4D0B-6A22-CBDA-E4714326C93A}"/>
          </ac:picMkLst>
        </pc:picChg>
        <pc:picChg chg="add mod">
          <ac:chgData name="JESUS ROCHA SALAZAR" userId="4e0323458c84468b" providerId="LiveId" clId="{DC2CD160-77F3-4A47-9FD0-6C2276FF51A8}" dt="2026-02-20T23:15:19.546" v="544" actId="1076"/>
          <ac:picMkLst>
            <pc:docMk/>
            <pc:sldMk cId="3367136963" sldId="2147473155"/>
            <ac:picMk id="31" creationId="{A29A8528-9E85-7957-5F5F-6D99C351A3E6}"/>
          </ac:picMkLst>
        </pc:picChg>
        <pc:picChg chg="del">
          <ac:chgData name="JESUS ROCHA SALAZAR" userId="4e0323458c84468b" providerId="LiveId" clId="{DC2CD160-77F3-4A47-9FD0-6C2276FF51A8}" dt="2026-02-20T23:15:05.070" v="541" actId="478"/>
          <ac:picMkLst>
            <pc:docMk/>
            <pc:sldMk cId="3367136963" sldId="2147473155"/>
            <ac:picMk id="36" creationId="{AB330E13-0EFA-43EF-C42E-6912C6F4DDD3}"/>
          </ac:picMkLst>
        </pc:picChg>
        <pc:picChg chg="add mod">
          <ac:chgData name="JESUS ROCHA SALAZAR" userId="4e0323458c84468b" providerId="LiveId" clId="{DC2CD160-77F3-4A47-9FD0-6C2276FF51A8}" dt="2026-02-20T23:15:19.546" v="544" actId="1076"/>
          <ac:picMkLst>
            <pc:docMk/>
            <pc:sldMk cId="3367136963" sldId="2147473155"/>
            <ac:picMk id="37" creationId="{88EF161E-5DB2-216F-4455-C295BF9B255D}"/>
          </ac:picMkLst>
        </pc:picChg>
        <pc:picChg chg="add mod">
          <ac:chgData name="JESUS ROCHA SALAZAR" userId="4e0323458c84468b" providerId="LiveId" clId="{DC2CD160-77F3-4A47-9FD0-6C2276FF51A8}" dt="2026-02-20T23:15:19.546" v="544" actId="1076"/>
          <ac:picMkLst>
            <pc:docMk/>
            <pc:sldMk cId="3367136963" sldId="2147473155"/>
            <ac:picMk id="38" creationId="{9A4C5A18-41BD-3C98-0968-2E4BD65AB721}"/>
          </ac:picMkLst>
        </pc:picChg>
        <pc:picChg chg="add mod">
          <ac:chgData name="JESUS ROCHA SALAZAR" userId="4e0323458c84468b" providerId="LiveId" clId="{DC2CD160-77F3-4A47-9FD0-6C2276FF51A8}" dt="2026-02-20T23:15:42.900" v="554" actId="1076"/>
          <ac:picMkLst>
            <pc:docMk/>
            <pc:sldMk cId="3367136963" sldId="2147473155"/>
            <ac:picMk id="40" creationId="{5469C42D-1F78-A320-A3FE-B3F18BF6A107}"/>
          </ac:picMkLst>
        </pc:picChg>
      </pc:sldChg>
      <pc:sldChg chg="addSp delSp modSp add mod">
        <pc:chgData name="JESUS ROCHA SALAZAR" userId="4e0323458c84468b" providerId="LiveId" clId="{DC2CD160-77F3-4A47-9FD0-6C2276FF51A8}" dt="2026-02-20T23:16:24.372" v="564" actId="1076"/>
        <pc:sldMkLst>
          <pc:docMk/>
          <pc:sldMk cId="3723175663" sldId="2147473156"/>
        </pc:sldMkLst>
        <pc:spChg chg="del">
          <ac:chgData name="JESUS ROCHA SALAZAR" userId="4e0323458c84468b" providerId="LiveId" clId="{DC2CD160-77F3-4A47-9FD0-6C2276FF51A8}" dt="2026-02-20T23:15:49.713" v="557" actId="478"/>
          <ac:spMkLst>
            <pc:docMk/>
            <pc:sldMk cId="3723175663" sldId="2147473156"/>
            <ac:spMk id="39" creationId="{9DE92BA8-A9EB-A631-4A13-594F0864671A}"/>
          </ac:spMkLst>
        </pc:spChg>
        <pc:spChg chg="add mod">
          <ac:chgData name="JESUS ROCHA SALAZAR" userId="4e0323458c84468b" providerId="LiveId" clId="{DC2CD160-77F3-4A47-9FD0-6C2276FF51A8}" dt="2026-02-20T23:16:24.372" v="564" actId="1076"/>
          <ac:spMkLst>
            <pc:docMk/>
            <pc:sldMk cId="3723175663" sldId="2147473156"/>
            <ac:spMk id="43" creationId="{5AC71E94-C132-050B-639D-C1585D6CD0BB}"/>
          </ac:spMkLst>
        </pc:spChg>
        <pc:picChg chg="add mod">
          <ac:chgData name="JESUS ROCHA SALAZAR" userId="4e0323458c84468b" providerId="LiveId" clId="{DC2CD160-77F3-4A47-9FD0-6C2276FF51A8}" dt="2026-02-20T23:16:24.372" v="564" actId="1076"/>
          <ac:picMkLst>
            <pc:docMk/>
            <pc:sldMk cId="3723175663" sldId="2147473156"/>
            <ac:picMk id="35" creationId="{983397C5-15AA-51CC-D7C8-F7F5B4FB7A83}"/>
          </ac:picMkLst>
        </pc:picChg>
        <pc:picChg chg="add mod">
          <ac:chgData name="JESUS ROCHA SALAZAR" userId="4e0323458c84468b" providerId="LiveId" clId="{DC2CD160-77F3-4A47-9FD0-6C2276FF51A8}" dt="2026-02-20T23:16:24.372" v="564" actId="1076"/>
          <ac:picMkLst>
            <pc:docMk/>
            <pc:sldMk cId="3723175663" sldId="2147473156"/>
            <ac:picMk id="36" creationId="{A0647762-C659-E6EB-672E-AF19DDB914AC}"/>
          </ac:picMkLst>
        </pc:picChg>
        <pc:picChg chg="del">
          <ac:chgData name="JESUS ROCHA SALAZAR" userId="4e0323458c84468b" providerId="LiveId" clId="{DC2CD160-77F3-4A47-9FD0-6C2276FF51A8}" dt="2026-02-20T23:15:47.045" v="556" actId="478"/>
          <ac:picMkLst>
            <pc:docMk/>
            <pc:sldMk cId="3723175663" sldId="2147473156"/>
            <ac:picMk id="40" creationId="{396D2493-E1B1-7D7A-4428-031B41DD01BB}"/>
          </ac:picMkLst>
        </pc:picChg>
        <pc:picChg chg="add mod">
          <ac:chgData name="JESUS ROCHA SALAZAR" userId="4e0323458c84468b" providerId="LiveId" clId="{DC2CD160-77F3-4A47-9FD0-6C2276FF51A8}" dt="2026-02-20T23:16:24.372" v="564" actId="1076"/>
          <ac:picMkLst>
            <pc:docMk/>
            <pc:sldMk cId="3723175663" sldId="2147473156"/>
            <ac:picMk id="41" creationId="{C4B3AC21-4D9D-64A0-4092-3BDDC71E06A4}"/>
          </ac:picMkLst>
        </pc:picChg>
        <pc:picChg chg="add mod">
          <ac:chgData name="JESUS ROCHA SALAZAR" userId="4e0323458c84468b" providerId="LiveId" clId="{DC2CD160-77F3-4A47-9FD0-6C2276FF51A8}" dt="2026-02-20T23:16:24.372" v="564" actId="1076"/>
          <ac:picMkLst>
            <pc:docMk/>
            <pc:sldMk cId="3723175663" sldId="2147473156"/>
            <ac:picMk id="42" creationId="{41BCEE43-4691-EA75-83DC-24275E62889D}"/>
          </ac:picMkLst>
        </pc:picChg>
      </pc:sldChg>
      <pc:sldChg chg="del">
        <pc:chgData name="JESUS ROCHA SALAZAR" userId="4e0323458c84468b" providerId="LiveId" clId="{DC2CD160-77F3-4A47-9FD0-6C2276FF51A8}" dt="2026-02-20T22:38:04.480" v="20" actId="2696"/>
        <pc:sldMkLst>
          <pc:docMk/>
          <pc:sldMk cId="3955329739" sldId="2147473156"/>
        </pc:sldMkLst>
      </pc:sldChg>
      <pc:sldChg chg="addSp delSp modSp add mod">
        <pc:chgData name="JESUS ROCHA SALAZAR" userId="4e0323458c84468b" providerId="LiveId" clId="{DC2CD160-77F3-4A47-9FD0-6C2276FF51A8}" dt="2026-02-20T23:17:22.430" v="585" actId="20577"/>
        <pc:sldMkLst>
          <pc:docMk/>
          <pc:sldMk cId="46924256" sldId="2147473157"/>
        </pc:sldMkLst>
        <pc:spChg chg="mod">
          <ac:chgData name="JESUS ROCHA SALAZAR" userId="4e0323458c84468b" providerId="LiveId" clId="{DC2CD160-77F3-4A47-9FD0-6C2276FF51A8}" dt="2026-02-20T23:17:22.430" v="585" actId="20577"/>
          <ac:spMkLst>
            <pc:docMk/>
            <pc:sldMk cId="46924256" sldId="2147473157"/>
            <ac:spMk id="5" creationId="{82B659D8-0A6D-0166-2BDA-CF84D28B2B87}"/>
          </ac:spMkLst>
        </pc:spChg>
        <pc:spChg chg="del">
          <ac:chgData name="JESUS ROCHA SALAZAR" userId="4e0323458c84468b" providerId="LiveId" clId="{DC2CD160-77F3-4A47-9FD0-6C2276FF51A8}" dt="2026-02-20T23:16:28.137" v="566" actId="478"/>
          <ac:spMkLst>
            <pc:docMk/>
            <pc:sldMk cId="46924256" sldId="2147473157"/>
            <ac:spMk id="43" creationId="{7CA52546-E539-CF39-49D6-A660B53864DA}"/>
          </ac:spMkLst>
        </pc:spChg>
        <pc:spChg chg="add mod">
          <ac:chgData name="JESUS ROCHA SALAZAR" userId="4e0323458c84468b" providerId="LiveId" clId="{DC2CD160-77F3-4A47-9FD0-6C2276FF51A8}" dt="2026-02-20T23:16:57.297" v="572" actId="123"/>
          <ac:spMkLst>
            <pc:docMk/>
            <pc:sldMk cId="46924256" sldId="2147473157"/>
            <ac:spMk id="46" creationId="{F2A4BCDF-C94A-CE1E-DBA2-1F9E5BB6E7D7}"/>
          </ac:spMkLst>
        </pc:spChg>
        <pc:picChg chg="add mod">
          <ac:chgData name="JESUS ROCHA SALAZAR" userId="4e0323458c84468b" providerId="LiveId" clId="{DC2CD160-77F3-4A47-9FD0-6C2276FF51A8}" dt="2026-02-20T23:16:42.234" v="567"/>
          <ac:picMkLst>
            <pc:docMk/>
            <pc:sldMk cId="46924256" sldId="2147473157"/>
            <ac:picMk id="39" creationId="{90F84361-AA48-1112-1240-1FFA419C6989}"/>
          </ac:picMkLst>
        </pc:picChg>
        <pc:picChg chg="add mod">
          <ac:chgData name="JESUS ROCHA SALAZAR" userId="4e0323458c84468b" providerId="LiveId" clId="{DC2CD160-77F3-4A47-9FD0-6C2276FF51A8}" dt="2026-02-20T23:16:42.234" v="567"/>
          <ac:picMkLst>
            <pc:docMk/>
            <pc:sldMk cId="46924256" sldId="2147473157"/>
            <ac:picMk id="40" creationId="{ABF8F187-3ADC-6ABF-7E7D-858A8B6173C9}"/>
          </ac:picMkLst>
        </pc:picChg>
        <pc:picChg chg="add mod">
          <ac:chgData name="JESUS ROCHA SALAZAR" userId="4e0323458c84468b" providerId="LiveId" clId="{DC2CD160-77F3-4A47-9FD0-6C2276FF51A8}" dt="2026-02-20T23:16:42.234" v="567"/>
          <ac:picMkLst>
            <pc:docMk/>
            <pc:sldMk cId="46924256" sldId="2147473157"/>
            <ac:picMk id="44" creationId="{CF7D8F27-0D71-03F2-155B-38BF8C566465}"/>
          </ac:picMkLst>
        </pc:picChg>
        <pc:picChg chg="add mod">
          <ac:chgData name="JESUS ROCHA SALAZAR" userId="4e0323458c84468b" providerId="LiveId" clId="{DC2CD160-77F3-4A47-9FD0-6C2276FF51A8}" dt="2026-02-20T23:16:42.234" v="567"/>
          <ac:picMkLst>
            <pc:docMk/>
            <pc:sldMk cId="46924256" sldId="2147473157"/>
            <ac:picMk id="45" creationId="{B131AA7B-0C38-9D72-48AC-EE7F7AD9414B}"/>
          </ac:picMkLst>
        </pc:picChg>
        <pc:picChg chg="add mod">
          <ac:chgData name="JESUS ROCHA SALAZAR" userId="4e0323458c84468b" providerId="LiveId" clId="{DC2CD160-77F3-4A47-9FD0-6C2276FF51A8}" dt="2026-02-20T23:16:42.234" v="567"/>
          <ac:picMkLst>
            <pc:docMk/>
            <pc:sldMk cId="46924256" sldId="2147473157"/>
            <ac:picMk id="47" creationId="{555F4229-9AA0-EF52-EEC6-2C04609A24E2}"/>
          </ac:picMkLst>
        </pc:picChg>
        <pc:picChg chg="add mod">
          <ac:chgData name="JESUS ROCHA SALAZAR" userId="4e0323458c84468b" providerId="LiveId" clId="{DC2CD160-77F3-4A47-9FD0-6C2276FF51A8}" dt="2026-02-20T23:17:05.299" v="573" actId="1076"/>
          <ac:picMkLst>
            <pc:docMk/>
            <pc:sldMk cId="46924256" sldId="2147473157"/>
            <ac:picMk id="48" creationId="{BCCBB6B0-91F5-61E6-BB62-EDBF67CD8697}"/>
          </ac:picMkLst>
        </pc:picChg>
      </pc:sldChg>
      <pc:sldChg chg="del">
        <pc:chgData name="JESUS ROCHA SALAZAR" userId="4e0323458c84468b" providerId="LiveId" clId="{DC2CD160-77F3-4A47-9FD0-6C2276FF51A8}" dt="2026-02-20T22:37:52.835" v="19" actId="2696"/>
        <pc:sldMkLst>
          <pc:docMk/>
          <pc:sldMk cId="2107044170" sldId="2147473157"/>
        </pc:sldMkLst>
      </pc:sldChg>
      <pc:sldChg chg="del">
        <pc:chgData name="JESUS ROCHA SALAZAR" userId="4e0323458c84468b" providerId="LiveId" clId="{DC2CD160-77F3-4A47-9FD0-6C2276FF51A8}" dt="2026-02-20T22:37:52.835" v="19" actId="2696"/>
        <pc:sldMkLst>
          <pc:docMk/>
          <pc:sldMk cId="1548923405" sldId="2147473158"/>
        </pc:sldMkLst>
      </pc:sldChg>
      <pc:sldChg chg="addSp delSp modSp add mod">
        <pc:chgData name="JESUS ROCHA SALAZAR" userId="4e0323458c84468b" providerId="LiveId" clId="{DC2CD160-77F3-4A47-9FD0-6C2276FF51A8}" dt="2026-02-20T23:18:22.417" v="601" actId="1076"/>
        <pc:sldMkLst>
          <pc:docMk/>
          <pc:sldMk cId="4085296238" sldId="2147473158"/>
        </pc:sldMkLst>
        <pc:spChg chg="mod">
          <ac:chgData name="JESUS ROCHA SALAZAR" userId="4e0323458c84468b" providerId="LiveId" clId="{DC2CD160-77F3-4A47-9FD0-6C2276FF51A8}" dt="2026-02-20T23:18:14.292" v="599" actId="20577"/>
          <ac:spMkLst>
            <pc:docMk/>
            <pc:sldMk cId="4085296238" sldId="2147473158"/>
            <ac:spMk id="5" creationId="{600573F4-33C2-9969-44B8-0288021F2FAC}"/>
          </ac:spMkLst>
        </pc:spChg>
        <pc:spChg chg="del">
          <ac:chgData name="JESUS ROCHA SALAZAR" userId="4e0323458c84468b" providerId="LiveId" clId="{DC2CD160-77F3-4A47-9FD0-6C2276FF51A8}" dt="2026-02-20T23:17:42.736" v="588" actId="478"/>
          <ac:spMkLst>
            <pc:docMk/>
            <pc:sldMk cId="4085296238" sldId="2147473158"/>
            <ac:spMk id="46" creationId="{55D42506-6599-214B-6925-B6726707EF9E}"/>
          </ac:spMkLst>
        </pc:spChg>
        <pc:spChg chg="add mod">
          <ac:chgData name="JESUS ROCHA SALAZAR" userId="4e0323458c84468b" providerId="LiveId" clId="{DC2CD160-77F3-4A47-9FD0-6C2276FF51A8}" dt="2026-02-20T23:18:22.417" v="601" actId="1076"/>
          <ac:spMkLst>
            <pc:docMk/>
            <pc:sldMk cId="4085296238" sldId="2147473158"/>
            <ac:spMk id="52" creationId="{4074604B-055F-BAC8-977A-B524FA358844}"/>
          </ac:spMkLst>
        </pc:spChg>
        <pc:picChg chg="add mod">
          <ac:chgData name="JESUS ROCHA SALAZAR" userId="4e0323458c84468b" providerId="LiveId" clId="{DC2CD160-77F3-4A47-9FD0-6C2276FF51A8}" dt="2026-02-20T23:17:55.613" v="590" actId="1076"/>
          <ac:picMkLst>
            <pc:docMk/>
            <pc:sldMk cId="4085296238" sldId="2147473158"/>
            <ac:picMk id="43" creationId="{ED57E59D-9D60-67F6-94A3-0BF1F34FEFEB}"/>
          </ac:picMkLst>
        </pc:picChg>
        <pc:picChg chg="del">
          <ac:chgData name="JESUS ROCHA SALAZAR" userId="4e0323458c84468b" providerId="LiveId" clId="{DC2CD160-77F3-4A47-9FD0-6C2276FF51A8}" dt="2026-02-20T23:17:39.350" v="587" actId="478"/>
          <ac:picMkLst>
            <pc:docMk/>
            <pc:sldMk cId="4085296238" sldId="2147473158"/>
            <ac:picMk id="48" creationId="{5E91D7D3-AC63-7E54-50DF-B2D53E369193}"/>
          </ac:picMkLst>
        </pc:picChg>
        <pc:picChg chg="add mod">
          <ac:chgData name="JESUS ROCHA SALAZAR" userId="4e0323458c84468b" providerId="LiveId" clId="{DC2CD160-77F3-4A47-9FD0-6C2276FF51A8}" dt="2026-02-20T23:17:55.613" v="590" actId="1076"/>
          <ac:picMkLst>
            <pc:docMk/>
            <pc:sldMk cId="4085296238" sldId="2147473158"/>
            <ac:picMk id="49" creationId="{32B3CCB7-AC61-2AE1-3187-F62B4F81753D}"/>
          </ac:picMkLst>
        </pc:picChg>
        <pc:picChg chg="add mod">
          <ac:chgData name="JESUS ROCHA SALAZAR" userId="4e0323458c84468b" providerId="LiveId" clId="{DC2CD160-77F3-4A47-9FD0-6C2276FF51A8}" dt="2026-02-20T23:17:55.613" v="590" actId="1076"/>
          <ac:picMkLst>
            <pc:docMk/>
            <pc:sldMk cId="4085296238" sldId="2147473158"/>
            <ac:picMk id="50" creationId="{2AF774D0-2C15-73BE-1CBD-45E929795B31}"/>
          </ac:picMkLst>
        </pc:picChg>
        <pc:picChg chg="add mod">
          <ac:chgData name="JESUS ROCHA SALAZAR" userId="4e0323458c84468b" providerId="LiveId" clId="{DC2CD160-77F3-4A47-9FD0-6C2276FF51A8}" dt="2026-02-20T23:17:55.613" v="590" actId="1076"/>
          <ac:picMkLst>
            <pc:docMk/>
            <pc:sldMk cId="4085296238" sldId="2147473158"/>
            <ac:picMk id="51" creationId="{D22A8283-9686-4083-6A56-D9BFC2E1FEC5}"/>
          </ac:picMkLst>
        </pc:picChg>
        <pc:picChg chg="add mod">
          <ac:chgData name="JESUS ROCHA SALAZAR" userId="4e0323458c84468b" providerId="LiveId" clId="{DC2CD160-77F3-4A47-9FD0-6C2276FF51A8}" dt="2026-02-20T23:17:55.613" v="590" actId="1076"/>
          <ac:picMkLst>
            <pc:docMk/>
            <pc:sldMk cId="4085296238" sldId="2147473158"/>
            <ac:picMk id="53" creationId="{586FA52F-894C-A276-8922-2BA6DCD2EB7C}"/>
          </ac:picMkLst>
        </pc:picChg>
        <pc:picChg chg="add mod">
          <ac:chgData name="JESUS ROCHA SALAZAR" userId="4e0323458c84468b" providerId="LiveId" clId="{DC2CD160-77F3-4A47-9FD0-6C2276FF51A8}" dt="2026-02-20T23:18:19.343" v="600" actId="1076"/>
          <ac:picMkLst>
            <pc:docMk/>
            <pc:sldMk cId="4085296238" sldId="2147473158"/>
            <ac:picMk id="54" creationId="{1A8E0A50-5EE2-1691-D2AF-E23D1EBDFFBD}"/>
          </ac:picMkLst>
        </pc:picChg>
      </pc:sldChg>
      <pc:sldChg chg="addSp delSp modSp add mod">
        <pc:chgData name="JESUS ROCHA SALAZAR" userId="4e0323458c84468b" providerId="LiveId" clId="{DC2CD160-77F3-4A47-9FD0-6C2276FF51A8}" dt="2026-02-20T23:19:10.742" v="617" actId="20577"/>
        <pc:sldMkLst>
          <pc:docMk/>
          <pc:sldMk cId="2221191522" sldId="2147473159"/>
        </pc:sldMkLst>
        <pc:spChg chg="mod">
          <ac:chgData name="JESUS ROCHA SALAZAR" userId="4e0323458c84468b" providerId="LiveId" clId="{DC2CD160-77F3-4A47-9FD0-6C2276FF51A8}" dt="2026-02-20T23:19:10.742" v="617" actId="20577"/>
          <ac:spMkLst>
            <pc:docMk/>
            <pc:sldMk cId="2221191522" sldId="2147473159"/>
            <ac:spMk id="5" creationId="{AFCD1DBB-9010-AD18-D830-9BE14257551B}"/>
          </ac:spMkLst>
        </pc:spChg>
        <pc:spChg chg="del">
          <ac:chgData name="JESUS ROCHA SALAZAR" userId="4e0323458c84468b" providerId="LiveId" clId="{DC2CD160-77F3-4A47-9FD0-6C2276FF51A8}" dt="2026-02-20T23:18:36.921" v="604" actId="478"/>
          <ac:spMkLst>
            <pc:docMk/>
            <pc:sldMk cId="2221191522" sldId="2147473159"/>
            <ac:spMk id="52" creationId="{44546794-AC02-D967-361C-71AE00AAE723}"/>
          </ac:spMkLst>
        </pc:spChg>
        <pc:spChg chg="add mod">
          <ac:chgData name="JESUS ROCHA SALAZAR" userId="4e0323458c84468b" providerId="LiveId" clId="{DC2CD160-77F3-4A47-9FD0-6C2276FF51A8}" dt="2026-02-20T23:19:01.848" v="608" actId="14100"/>
          <ac:spMkLst>
            <pc:docMk/>
            <pc:sldMk cId="2221191522" sldId="2147473159"/>
            <ac:spMk id="57" creationId="{801AA2F8-5F77-BB86-E278-6F0E9397AAA0}"/>
          </ac:spMkLst>
        </pc:spChg>
        <pc:picChg chg="add mod">
          <ac:chgData name="JESUS ROCHA SALAZAR" userId="4e0323458c84468b" providerId="LiveId" clId="{DC2CD160-77F3-4A47-9FD0-6C2276FF51A8}" dt="2026-02-20T23:18:53.001" v="606" actId="1076"/>
          <ac:picMkLst>
            <pc:docMk/>
            <pc:sldMk cId="2221191522" sldId="2147473159"/>
            <ac:picMk id="46" creationId="{EC10CAB2-E5E5-028F-6AE4-425BFEEB1409}"/>
          </ac:picMkLst>
        </pc:picChg>
        <pc:picChg chg="add mod">
          <ac:chgData name="JESUS ROCHA SALAZAR" userId="4e0323458c84468b" providerId="LiveId" clId="{DC2CD160-77F3-4A47-9FD0-6C2276FF51A8}" dt="2026-02-20T23:18:53.001" v="606" actId="1076"/>
          <ac:picMkLst>
            <pc:docMk/>
            <pc:sldMk cId="2221191522" sldId="2147473159"/>
            <ac:picMk id="48" creationId="{08B2B8F2-DA43-20A5-83D8-46F22E3CDCC8}"/>
          </ac:picMkLst>
        </pc:picChg>
        <pc:picChg chg="del">
          <ac:chgData name="JESUS ROCHA SALAZAR" userId="4e0323458c84468b" providerId="LiveId" clId="{DC2CD160-77F3-4A47-9FD0-6C2276FF51A8}" dt="2026-02-20T23:18:29.192" v="603" actId="478"/>
          <ac:picMkLst>
            <pc:docMk/>
            <pc:sldMk cId="2221191522" sldId="2147473159"/>
            <ac:picMk id="54" creationId="{9C743DC6-85B3-A4E5-402B-B9E25052B26A}"/>
          </ac:picMkLst>
        </pc:picChg>
        <pc:picChg chg="add mod">
          <ac:chgData name="JESUS ROCHA SALAZAR" userId="4e0323458c84468b" providerId="LiveId" clId="{DC2CD160-77F3-4A47-9FD0-6C2276FF51A8}" dt="2026-02-20T23:18:53.001" v="606" actId="1076"/>
          <ac:picMkLst>
            <pc:docMk/>
            <pc:sldMk cId="2221191522" sldId="2147473159"/>
            <ac:picMk id="55" creationId="{6DD1EB24-1603-EEE7-2567-500DDE6294A2}"/>
          </ac:picMkLst>
        </pc:picChg>
        <pc:picChg chg="add mod">
          <ac:chgData name="JESUS ROCHA SALAZAR" userId="4e0323458c84468b" providerId="LiveId" clId="{DC2CD160-77F3-4A47-9FD0-6C2276FF51A8}" dt="2026-02-20T23:18:53.001" v="606" actId="1076"/>
          <ac:picMkLst>
            <pc:docMk/>
            <pc:sldMk cId="2221191522" sldId="2147473159"/>
            <ac:picMk id="56" creationId="{1A291B13-1D08-A318-7EAD-584627E46858}"/>
          </ac:picMkLst>
        </pc:picChg>
        <pc:picChg chg="add mod">
          <ac:chgData name="JESUS ROCHA SALAZAR" userId="4e0323458c84468b" providerId="LiveId" clId="{DC2CD160-77F3-4A47-9FD0-6C2276FF51A8}" dt="2026-02-20T23:18:53.001" v="606" actId="1076"/>
          <ac:picMkLst>
            <pc:docMk/>
            <pc:sldMk cId="2221191522" sldId="2147473159"/>
            <ac:picMk id="58" creationId="{25CF9C26-D08A-B0AC-1F6A-BA1CF36AB1DE}"/>
          </ac:picMkLst>
        </pc:picChg>
        <pc:picChg chg="add mod">
          <ac:chgData name="JESUS ROCHA SALAZAR" userId="4e0323458c84468b" providerId="LiveId" clId="{DC2CD160-77F3-4A47-9FD0-6C2276FF51A8}" dt="2026-02-20T23:19:05.248" v="609" actId="1076"/>
          <ac:picMkLst>
            <pc:docMk/>
            <pc:sldMk cId="2221191522" sldId="2147473159"/>
            <ac:picMk id="59" creationId="{5B2132BA-071F-1B18-EBDA-29C836975744}"/>
          </ac:picMkLst>
        </pc:picChg>
      </pc:sldChg>
      <pc:sldChg chg="del">
        <pc:chgData name="JESUS ROCHA SALAZAR" userId="4e0323458c84468b" providerId="LiveId" clId="{DC2CD160-77F3-4A47-9FD0-6C2276FF51A8}" dt="2026-02-20T22:37:52.835" v="19" actId="2696"/>
        <pc:sldMkLst>
          <pc:docMk/>
          <pc:sldMk cId="2332781291" sldId="2147473159"/>
        </pc:sldMkLst>
      </pc:sldChg>
      <pc:sldChg chg="del">
        <pc:chgData name="JESUS ROCHA SALAZAR" userId="4e0323458c84468b" providerId="LiveId" clId="{DC2CD160-77F3-4A47-9FD0-6C2276FF51A8}" dt="2026-02-20T22:37:52.835" v="19" actId="2696"/>
        <pc:sldMkLst>
          <pc:docMk/>
          <pc:sldMk cId="869340072" sldId="2147473160"/>
        </pc:sldMkLst>
      </pc:sldChg>
      <pc:sldChg chg="del">
        <pc:chgData name="JESUS ROCHA SALAZAR" userId="4e0323458c84468b" providerId="LiveId" clId="{DC2CD160-77F3-4A47-9FD0-6C2276FF51A8}" dt="2026-02-20T22:37:52.835" v="19" actId="2696"/>
        <pc:sldMkLst>
          <pc:docMk/>
          <pc:sldMk cId="1489835787" sldId="2147473161"/>
        </pc:sldMkLst>
      </pc:sldChg>
      <pc:sldChg chg="del">
        <pc:chgData name="JESUS ROCHA SALAZAR" userId="4e0323458c84468b" providerId="LiveId" clId="{DC2CD160-77F3-4A47-9FD0-6C2276FF51A8}" dt="2026-02-20T22:37:52.835" v="19" actId="2696"/>
        <pc:sldMkLst>
          <pc:docMk/>
          <pc:sldMk cId="395095350" sldId="2147473162"/>
        </pc:sldMkLst>
      </pc:sldChg>
      <pc:sldChg chg="del">
        <pc:chgData name="JESUS ROCHA SALAZAR" userId="4e0323458c84468b" providerId="LiveId" clId="{DC2CD160-77F3-4A47-9FD0-6C2276FF51A8}" dt="2026-02-20T22:37:52.835" v="19" actId="2696"/>
        <pc:sldMkLst>
          <pc:docMk/>
          <pc:sldMk cId="4187076584" sldId="2147473163"/>
        </pc:sldMkLst>
      </pc:sldChg>
      <pc:sldChg chg="del">
        <pc:chgData name="JESUS ROCHA SALAZAR" userId="4e0323458c84468b" providerId="LiveId" clId="{DC2CD160-77F3-4A47-9FD0-6C2276FF51A8}" dt="2026-02-20T22:37:52.835" v="19" actId="2696"/>
        <pc:sldMkLst>
          <pc:docMk/>
          <pc:sldMk cId="553894239" sldId="2147473164"/>
        </pc:sldMkLst>
      </pc:sldChg>
      <pc:sldChg chg="del">
        <pc:chgData name="JESUS ROCHA SALAZAR" userId="4e0323458c84468b" providerId="LiveId" clId="{DC2CD160-77F3-4A47-9FD0-6C2276FF51A8}" dt="2026-02-20T22:37:52.835" v="19" actId="2696"/>
        <pc:sldMkLst>
          <pc:docMk/>
          <pc:sldMk cId="979394784" sldId="2147473165"/>
        </pc:sldMkLst>
      </pc:sldChg>
      <pc:sldChg chg="del">
        <pc:chgData name="JESUS ROCHA SALAZAR" userId="4e0323458c84468b" providerId="LiveId" clId="{DC2CD160-77F3-4A47-9FD0-6C2276FF51A8}" dt="2026-02-20T22:37:52.835" v="19" actId="2696"/>
        <pc:sldMkLst>
          <pc:docMk/>
          <pc:sldMk cId="4100889955" sldId="2147473166"/>
        </pc:sldMkLst>
      </pc:sldChg>
      <pc:sldChg chg="del">
        <pc:chgData name="JESUS ROCHA SALAZAR" userId="4e0323458c84468b" providerId="LiveId" clId="{DC2CD160-77F3-4A47-9FD0-6C2276FF51A8}" dt="2026-02-20T22:37:52.835" v="19" actId="2696"/>
        <pc:sldMkLst>
          <pc:docMk/>
          <pc:sldMk cId="226440234" sldId="2147473167"/>
        </pc:sldMkLst>
      </pc:sldChg>
      <pc:sldChg chg="del">
        <pc:chgData name="JESUS ROCHA SALAZAR" userId="4e0323458c84468b" providerId="LiveId" clId="{DC2CD160-77F3-4A47-9FD0-6C2276FF51A8}" dt="2026-02-20T22:37:52.835" v="19" actId="2696"/>
        <pc:sldMkLst>
          <pc:docMk/>
          <pc:sldMk cId="3733608255" sldId="2147473168"/>
        </pc:sldMkLst>
      </pc:sldChg>
      <pc:sldChg chg="del">
        <pc:chgData name="JESUS ROCHA SALAZAR" userId="4e0323458c84468b" providerId="LiveId" clId="{DC2CD160-77F3-4A47-9FD0-6C2276FF51A8}" dt="2026-02-20T22:37:52.835" v="19" actId="2696"/>
        <pc:sldMkLst>
          <pc:docMk/>
          <pc:sldMk cId="2925917773" sldId="214747316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CED173-ADBB-4F9F-B250-DBABF25F80A1}"/>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a:extLst>
              <a:ext uri="{FF2B5EF4-FFF2-40B4-BE49-F238E27FC236}">
                <a16:creationId xmlns:a16="http://schemas.microsoft.com/office/drawing/2014/main" id="{731577A6-3A17-4A5C-A609-081116AC9E5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66218887-2D2A-4A91-964F-CFEC368559CF}" type="datetimeFigureOut">
              <a:rPr lang="id-ID" smtClean="0"/>
              <a:t>20/02/2026</a:t>
            </a:fld>
            <a:endParaRPr lang="id-ID"/>
          </a:p>
        </p:txBody>
      </p:sp>
      <p:sp>
        <p:nvSpPr>
          <p:cNvPr id="4" name="Footer Placeholder 3">
            <a:extLst>
              <a:ext uri="{FF2B5EF4-FFF2-40B4-BE49-F238E27FC236}">
                <a16:creationId xmlns:a16="http://schemas.microsoft.com/office/drawing/2014/main" id="{734AE15E-7F83-4886-8F16-92BED6547A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a:extLst>
              <a:ext uri="{FF2B5EF4-FFF2-40B4-BE49-F238E27FC236}">
                <a16:creationId xmlns:a16="http://schemas.microsoft.com/office/drawing/2014/main" id="{17F1E6D5-D5B6-465F-B770-981EF131B7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C52C4C-E201-45A0-BB4F-991A321561A1}" type="slidenum">
              <a:rPr lang="id-ID" smtClean="0"/>
              <a:t>‹Nº›</a:t>
            </a:fld>
            <a:endParaRPr lang="id-ID"/>
          </a:p>
        </p:txBody>
      </p:sp>
    </p:spTree>
    <p:extLst>
      <p:ext uri="{BB962C8B-B14F-4D97-AF65-F5344CB8AC3E}">
        <p14:creationId xmlns:p14="http://schemas.microsoft.com/office/powerpoint/2010/main" val="33264287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893123"/>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65805690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13083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3861574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306094407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56312196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6224971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94333880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00642795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72614729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5666035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0494313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CFB66A83-33E3-495A-BA40-8310A7896BD9}"/>
              </a:ext>
            </a:extLst>
          </p:cNvPr>
          <p:cNvSpPr>
            <a:spLocks noGrp="1"/>
          </p:cNvSpPr>
          <p:nvPr>
            <p:ph type="pic" sz="quarter" idx="11"/>
          </p:nvPr>
        </p:nvSpPr>
        <p:spPr>
          <a:xfrm>
            <a:off x="4570086" y="1169704"/>
            <a:ext cx="4052723" cy="2800964"/>
          </a:xfrm>
          <a:custGeom>
            <a:avLst/>
            <a:gdLst>
              <a:gd name="connsiteX0" fmla="*/ 1867310 w 5403630"/>
              <a:gd name="connsiteY0" fmla="*/ 0 h 3734619"/>
              <a:gd name="connsiteX1" fmla="*/ 2212207 w 5403630"/>
              <a:gd name="connsiteY1" fmla="*/ 142862 h 3734619"/>
              <a:gd name="connsiteX2" fmla="*/ 2701815 w 5403630"/>
              <a:gd name="connsiteY2" fmla="*/ 632470 h 3734619"/>
              <a:gd name="connsiteX3" fmla="*/ 3191423 w 5403630"/>
              <a:gd name="connsiteY3" fmla="*/ 142862 h 3734619"/>
              <a:gd name="connsiteX4" fmla="*/ 3881218 w 5403630"/>
              <a:gd name="connsiteY4" fmla="*/ 142862 h 3734619"/>
              <a:gd name="connsiteX5" fmla="*/ 5260769 w 5403630"/>
              <a:gd name="connsiteY5" fmla="*/ 1522412 h 3734619"/>
              <a:gd name="connsiteX6" fmla="*/ 5260769 w 5403630"/>
              <a:gd name="connsiteY6" fmla="*/ 2212208 h 3734619"/>
              <a:gd name="connsiteX7" fmla="*/ 3881218 w 5403630"/>
              <a:gd name="connsiteY7" fmla="*/ 3591758 h 3734619"/>
              <a:gd name="connsiteX8" fmla="*/ 3191423 w 5403630"/>
              <a:gd name="connsiteY8" fmla="*/ 3591758 h 3734619"/>
              <a:gd name="connsiteX9" fmla="*/ 2701815 w 5403630"/>
              <a:gd name="connsiteY9" fmla="*/ 3102151 h 3734619"/>
              <a:gd name="connsiteX10" fmla="*/ 2212207 w 5403630"/>
              <a:gd name="connsiteY10" fmla="*/ 3591758 h 3734619"/>
              <a:gd name="connsiteX11" fmla="*/ 1522412 w 5403630"/>
              <a:gd name="connsiteY11" fmla="*/ 3591758 h 3734619"/>
              <a:gd name="connsiteX12" fmla="*/ 142862 w 5403630"/>
              <a:gd name="connsiteY12" fmla="*/ 2212208 h 3734619"/>
              <a:gd name="connsiteX13" fmla="*/ 142862 w 5403630"/>
              <a:gd name="connsiteY13" fmla="*/ 1522412 h 3734619"/>
              <a:gd name="connsiteX14" fmla="*/ 1522412 w 5403630"/>
              <a:gd name="connsiteY14" fmla="*/ 142862 h 3734619"/>
              <a:gd name="connsiteX15" fmla="*/ 1867310 w 5403630"/>
              <a:gd name="connsiteY15" fmla="*/ 0 h 3734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3630" h="3734619">
                <a:moveTo>
                  <a:pt x="1867310" y="0"/>
                </a:moveTo>
                <a:cubicBezTo>
                  <a:pt x="1992138" y="0"/>
                  <a:pt x="2116967" y="47621"/>
                  <a:pt x="2212207" y="142862"/>
                </a:cubicBezTo>
                <a:lnTo>
                  <a:pt x="2701815" y="632470"/>
                </a:lnTo>
                <a:lnTo>
                  <a:pt x="3191423" y="142862"/>
                </a:lnTo>
                <a:cubicBezTo>
                  <a:pt x="3381905" y="-47620"/>
                  <a:pt x="3690736" y="-47620"/>
                  <a:pt x="3881218" y="142862"/>
                </a:cubicBezTo>
                <a:lnTo>
                  <a:pt x="5260769" y="1522412"/>
                </a:lnTo>
                <a:cubicBezTo>
                  <a:pt x="5451251" y="1712894"/>
                  <a:pt x="5451251" y="2021726"/>
                  <a:pt x="5260769" y="2212208"/>
                </a:cubicBezTo>
                <a:lnTo>
                  <a:pt x="3881218" y="3591758"/>
                </a:lnTo>
                <a:cubicBezTo>
                  <a:pt x="3690736" y="3782240"/>
                  <a:pt x="3381905" y="3782240"/>
                  <a:pt x="3191423" y="3591758"/>
                </a:cubicBezTo>
                <a:lnTo>
                  <a:pt x="2701815" y="3102151"/>
                </a:lnTo>
                <a:lnTo>
                  <a:pt x="2212207" y="3591758"/>
                </a:lnTo>
                <a:cubicBezTo>
                  <a:pt x="2021726" y="3782240"/>
                  <a:pt x="1712894" y="3782240"/>
                  <a:pt x="1522412" y="3591758"/>
                </a:cubicBezTo>
                <a:lnTo>
                  <a:pt x="142862" y="2212208"/>
                </a:lnTo>
                <a:cubicBezTo>
                  <a:pt x="-47620" y="2021726"/>
                  <a:pt x="-47620" y="1712894"/>
                  <a:pt x="142862" y="1522412"/>
                </a:cubicBezTo>
                <a:lnTo>
                  <a:pt x="1522412" y="142862"/>
                </a:lnTo>
                <a:cubicBezTo>
                  <a:pt x="1617653" y="47621"/>
                  <a:pt x="1742481" y="0"/>
                  <a:pt x="1867310" y="0"/>
                </a:cubicBezTo>
                <a:close/>
              </a:path>
            </a:pathLst>
          </a:custGeom>
        </p:spPr>
        <p:txBody>
          <a:bodyPr wrap="square">
            <a:noAutofit/>
          </a:bodyPr>
          <a:lstStyle/>
          <a:p>
            <a:endParaRPr lang="id-ID"/>
          </a:p>
        </p:txBody>
      </p:sp>
    </p:spTree>
    <p:extLst>
      <p:ext uri="{BB962C8B-B14F-4D97-AF65-F5344CB8AC3E}">
        <p14:creationId xmlns:p14="http://schemas.microsoft.com/office/powerpoint/2010/main" val="3951658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8594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54C0F3D-A00C-408A-8FDD-34AAD6BE0960}"/>
              </a:ext>
            </a:extLst>
          </p:cNvPr>
          <p:cNvSpPr>
            <a:spLocks noGrp="1"/>
          </p:cNvSpPr>
          <p:nvPr>
            <p:ph type="pic" sz="quarter" idx="10"/>
          </p:nvPr>
        </p:nvSpPr>
        <p:spPr>
          <a:xfrm>
            <a:off x="0" y="0"/>
            <a:ext cx="6360924" cy="4402394"/>
          </a:xfrm>
          <a:custGeom>
            <a:avLst/>
            <a:gdLst>
              <a:gd name="connsiteX0" fmla="*/ 0 w 8481232"/>
              <a:gd name="connsiteY0" fmla="*/ 0 h 5869858"/>
              <a:gd name="connsiteX1" fmla="*/ 6316990 w 8481232"/>
              <a:gd name="connsiteY1" fmla="*/ 0 h 5869858"/>
              <a:gd name="connsiteX2" fmla="*/ 8271790 w 8481232"/>
              <a:gd name="connsiteY2" fmla="*/ 1963035 h 5869858"/>
              <a:gd name="connsiteX3" fmla="*/ 8271790 w 8481232"/>
              <a:gd name="connsiteY3" fmla="*/ 2963797 h 5869858"/>
              <a:gd name="connsiteX4" fmla="*/ 5575514 w 8481232"/>
              <a:gd name="connsiteY4" fmla="*/ 5658158 h 5869858"/>
              <a:gd name="connsiteX5" fmla="*/ 5074777 w 8481232"/>
              <a:gd name="connsiteY5" fmla="*/ 5869858 h 5869858"/>
              <a:gd name="connsiteX6" fmla="*/ 0 w 8481232"/>
              <a:gd name="connsiteY6" fmla="*/ 5869858 h 5869858"/>
              <a:gd name="connsiteX7" fmla="*/ 0 w 8481232"/>
              <a:gd name="connsiteY7" fmla="*/ 0 h 586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81232" h="5869858">
                <a:moveTo>
                  <a:pt x="0" y="0"/>
                </a:moveTo>
                <a:cubicBezTo>
                  <a:pt x="0" y="0"/>
                  <a:pt x="0" y="0"/>
                  <a:pt x="6316990" y="0"/>
                </a:cubicBezTo>
                <a:cubicBezTo>
                  <a:pt x="6316990" y="0"/>
                  <a:pt x="6316990" y="0"/>
                  <a:pt x="8271790" y="1963035"/>
                </a:cubicBezTo>
                <a:cubicBezTo>
                  <a:pt x="8551047" y="2232471"/>
                  <a:pt x="8551047" y="2684738"/>
                  <a:pt x="8271790" y="2963797"/>
                </a:cubicBezTo>
                <a:cubicBezTo>
                  <a:pt x="8271790" y="2963797"/>
                  <a:pt x="8271790" y="2963797"/>
                  <a:pt x="5575514" y="5658158"/>
                </a:cubicBezTo>
                <a:cubicBezTo>
                  <a:pt x="5440700" y="5792877"/>
                  <a:pt x="5267368" y="5869858"/>
                  <a:pt x="5074777" y="5869858"/>
                </a:cubicBezTo>
                <a:cubicBezTo>
                  <a:pt x="5074777" y="5869858"/>
                  <a:pt x="5074777" y="5869858"/>
                  <a:pt x="0" y="5869858"/>
                </a:cubicBezTo>
                <a:cubicBezTo>
                  <a:pt x="0" y="5869858"/>
                  <a:pt x="0" y="5869858"/>
                  <a:pt x="0" y="0"/>
                </a:cubicBezTo>
                <a:close/>
              </a:path>
            </a:pathLst>
          </a:custGeom>
        </p:spPr>
        <p:txBody>
          <a:bodyPr wrap="square">
            <a:noAutofit/>
          </a:bodyPr>
          <a:lstStyle/>
          <a:p>
            <a:endParaRPr lang="id-ID"/>
          </a:p>
        </p:txBody>
      </p:sp>
    </p:spTree>
    <p:extLst>
      <p:ext uri="{BB962C8B-B14F-4D97-AF65-F5344CB8AC3E}">
        <p14:creationId xmlns:p14="http://schemas.microsoft.com/office/powerpoint/2010/main" val="183046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7A653CF1-82BD-4689-BEBA-D371BB415554}"/>
              </a:ext>
            </a:extLst>
          </p:cNvPr>
          <p:cNvSpPr>
            <a:spLocks noGrp="1"/>
          </p:cNvSpPr>
          <p:nvPr>
            <p:ph type="pic" sz="quarter" idx="10"/>
          </p:nvPr>
        </p:nvSpPr>
        <p:spPr>
          <a:xfrm>
            <a:off x="1195164" y="1653072"/>
            <a:ext cx="7945787" cy="3490432"/>
          </a:xfrm>
          <a:custGeom>
            <a:avLst/>
            <a:gdLst>
              <a:gd name="connsiteX0" fmla="*/ 5047666 w 10594382"/>
              <a:gd name="connsiteY0" fmla="*/ 0 h 4653909"/>
              <a:gd name="connsiteX1" fmla="*/ 10594382 w 10594382"/>
              <a:gd name="connsiteY1" fmla="*/ 0 h 4653909"/>
              <a:gd name="connsiteX2" fmla="*/ 10594382 w 10594382"/>
              <a:gd name="connsiteY2" fmla="*/ 4653909 h 4653909"/>
              <a:gd name="connsiteX3" fmla="*/ 0 w 10594382"/>
              <a:gd name="connsiteY3" fmla="*/ 4653909 h 4653909"/>
              <a:gd name="connsiteX4" fmla="*/ 6284 w 10594382"/>
              <a:gd name="connsiteY4" fmla="*/ 4647620 h 4653909"/>
              <a:gd name="connsiteX5" fmla="*/ 4370949 w 10594382"/>
              <a:gd name="connsiteY5" fmla="*/ 278907 h 4653909"/>
              <a:gd name="connsiteX6" fmla="*/ 5047666 w 10594382"/>
              <a:gd name="connsiteY6" fmla="*/ 0 h 465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94382" h="4653909">
                <a:moveTo>
                  <a:pt x="5047666" y="0"/>
                </a:moveTo>
                <a:lnTo>
                  <a:pt x="10594382" y="0"/>
                </a:lnTo>
                <a:lnTo>
                  <a:pt x="10594382" y="4653909"/>
                </a:lnTo>
                <a:lnTo>
                  <a:pt x="0" y="4653909"/>
                </a:lnTo>
                <a:lnTo>
                  <a:pt x="6284" y="4647620"/>
                </a:lnTo>
                <a:cubicBezTo>
                  <a:pt x="411253" y="4242275"/>
                  <a:pt x="1491170" y="3161356"/>
                  <a:pt x="4370949" y="278907"/>
                </a:cubicBezTo>
                <a:cubicBezTo>
                  <a:pt x="4550080" y="99610"/>
                  <a:pt x="4788921" y="0"/>
                  <a:pt x="5047666" y="0"/>
                </a:cubicBezTo>
                <a:close/>
              </a:path>
            </a:pathLst>
          </a:custGeom>
        </p:spPr>
        <p:txBody>
          <a:bodyPr wrap="square">
            <a:noAutofit/>
          </a:bodyPr>
          <a:lstStyle/>
          <a:p>
            <a:endParaRPr lang="id-ID"/>
          </a:p>
        </p:txBody>
      </p:sp>
    </p:spTree>
    <p:extLst>
      <p:ext uri="{BB962C8B-B14F-4D97-AF65-F5344CB8AC3E}">
        <p14:creationId xmlns:p14="http://schemas.microsoft.com/office/powerpoint/2010/main" val="374718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wipe(right)">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2/20/2026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‹Nº›</a:t>
            </a:fld>
            <a:endParaRPr lang="en-US" dirty="0"/>
          </a:p>
        </p:txBody>
      </p:sp>
    </p:spTree>
    <p:extLst>
      <p:ext uri="{BB962C8B-B14F-4D97-AF65-F5344CB8AC3E}">
        <p14:creationId xmlns:p14="http://schemas.microsoft.com/office/powerpoint/2010/main" val="637055023"/>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716" r:id="rId12"/>
    <p:sldLayoutId id="2147483714" r:id="rId13"/>
    <p:sldLayoutId id="2147483650" r:id="rId14"/>
    <p:sldLayoutId id="2147483921"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9.png"/><Relationship Id="rId26" Type="http://schemas.openxmlformats.org/officeDocument/2006/relationships/image" Target="../media/image37.png"/><Relationship Id="rId3" Type="http://schemas.openxmlformats.org/officeDocument/2006/relationships/image" Target="../media/image8.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image" Target="../media/image5.png"/><Relationship Id="rId16" Type="http://schemas.openxmlformats.org/officeDocument/2006/relationships/image" Target="../media/image25.png"/><Relationship Id="rId20" Type="http://schemas.openxmlformats.org/officeDocument/2006/relationships/image" Target="../media/image27.pn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2.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6.png"/><Relationship Id="rId4" Type="http://schemas.openxmlformats.org/officeDocument/2006/relationships/image" Target="../media/image10.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8.png"/><Relationship Id="rId7"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1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0.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12.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8.png"/><Relationship Id="rId7" Type="http://schemas.openxmlformats.org/officeDocument/2006/relationships/image" Target="../media/image41.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12.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8.png"/><Relationship Id="rId7" Type="http://schemas.openxmlformats.org/officeDocument/2006/relationships/image" Target="../media/image41.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12.png"/><Relationship Id="rId10" Type="http://schemas.openxmlformats.org/officeDocument/2006/relationships/image" Target="../media/image45.png"/><Relationship Id="rId4" Type="http://schemas.openxmlformats.org/officeDocument/2006/relationships/image" Target="../media/image10.png"/><Relationship Id="rId9" Type="http://schemas.openxmlformats.org/officeDocument/2006/relationships/image" Target="../media/image44.png"/></Relationships>
</file>

<file path=ppt/slides/_rels/slide1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8.png"/><Relationship Id="rId7" Type="http://schemas.openxmlformats.org/officeDocument/2006/relationships/image" Target="../media/image41.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12.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8.png"/><Relationship Id="rId7" Type="http://schemas.openxmlformats.org/officeDocument/2006/relationships/image" Target="../media/image41.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48.png"/></Relationships>
</file>

<file path=ppt/slides/_rels/slide1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8.png"/><Relationship Id="rId7" Type="http://schemas.openxmlformats.org/officeDocument/2006/relationships/image" Target="../media/image41.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12.png"/><Relationship Id="rId10" Type="http://schemas.openxmlformats.org/officeDocument/2006/relationships/image" Target="../media/image51.png"/><Relationship Id="rId4" Type="http://schemas.openxmlformats.org/officeDocument/2006/relationships/image" Target="../media/image10.png"/><Relationship Id="rId9"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1.png"/><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1.png"/><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59.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5.png"/><Relationship Id="rId7" Type="http://schemas.openxmlformats.org/officeDocument/2006/relationships/image" Target="../media/image62.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16.png"/><Relationship Id="rId9" Type="http://schemas.openxmlformats.org/officeDocument/2006/relationships/image" Target="../media/image64.png"/></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65.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16.png"/><Relationship Id="rId9" Type="http://schemas.openxmlformats.org/officeDocument/2006/relationships/image" Target="../media/image66.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67.png"/><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68.png"/><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69.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70.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71.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72.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72.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15.png"/><Relationship Id="rId7" Type="http://schemas.openxmlformats.org/officeDocument/2006/relationships/image" Target="../media/image73.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15.png"/><Relationship Id="rId7" Type="http://schemas.openxmlformats.org/officeDocument/2006/relationships/image" Target="../media/image73.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15.png"/><Relationship Id="rId7" Type="http://schemas.openxmlformats.org/officeDocument/2006/relationships/image" Target="../media/image73.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Freeform 9">
            <a:extLst>
              <a:ext uri="{FF2B5EF4-FFF2-40B4-BE49-F238E27FC236}">
                <a16:creationId xmlns:a16="http://schemas.microsoft.com/office/drawing/2014/main" id="{CF82F7C9-E76F-44A6-8028-2DF626E91C6D}"/>
              </a:ext>
            </a:extLst>
          </p:cNvPr>
          <p:cNvSpPr>
            <a:spLocks/>
          </p:cNvSpPr>
          <p:nvPr/>
        </p:nvSpPr>
        <p:spPr bwMode="auto">
          <a:xfrm>
            <a:off x="6924660" y="-2371"/>
            <a:ext cx="2219340" cy="3147527"/>
          </a:xfrm>
          <a:custGeom>
            <a:avLst/>
            <a:gdLst>
              <a:gd name="T0" fmla="*/ 350 w 350"/>
              <a:gd name="T1" fmla="*/ 0 h 499"/>
              <a:gd name="T2" fmla="*/ 12 w 350"/>
              <a:gd name="T3" fmla="*/ 338 h 499"/>
              <a:gd name="T4" fmla="*/ 12 w 350"/>
              <a:gd name="T5" fmla="*/ 383 h 499"/>
              <a:gd name="T6" fmla="*/ 117 w 350"/>
              <a:gd name="T7" fmla="*/ 487 h 499"/>
              <a:gd name="T8" fmla="*/ 161 w 350"/>
              <a:gd name="T9" fmla="*/ 487 h 499"/>
              <a:gd name="T10" fmla="*/ 350 w 350"/>
              <a:gd name="T11" fmla="*/ 298 h 499"/>
              <a:gd name="T12" fmla="*/ 350 w 350"/>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350" h="499">
                <a:moveTo>
                  <a:pt x="350" y="0"/>
                </a:moveTo>
                <a:cubicBezTo>
                  <a:pt x="12" y="338"/>
                  <a:pt x="12" y="338"/>
                  <a:pt x="12" y="338"/>
                </a:cubicBezTo>
                <a:cubicBezTo>
                  <a:pt x="0" y="350"/>
                  <a:pt x="0" y="370"/>
                  <a:pt x="12" y="383"/>
                </a:cubicBezTo>
                <a:cubicBezTo>
                  <a:pt x="117" y="487"/>
                  <a:pt x="117" y="487"/>
                  <a:pt x="117" y="487"/>
                </a:cubicBezTo>
                <a:cubicBezTo>
                  <a:pt x="129" y="499"/>
                  <a:pt x="149" y="499"/>
                  <a:pt x="161" y="487"/>
                </a:cubicBezTo>
                <a:cubicBezTo>
                  <a:pt x="350" y="298"/>
                  <a:pt x="350" y="298"/>
                  <a:pt x="350" y="298"/>
                </a:cubicBezTo>
                <a:lnTo>
                  <a:pt x="350" y="0"/>
                </a:lnTo>
                <a:close/>
              </a:path>
            </a:pathLst>
          </a:custGeom>
          <a:gradFill>
            <a:gsLst>
              <a:gs pos="100000">
                <a:srgbClr val="09193C"/>
              </a:gs>
              <a:gs pos="0">
                <a:srgbClr val="003CA3"/>
              </a:gs>
            </a:gsLst>
            <a:lin ang="5400000" scaled="1"/>
          </a:gradFill>
          <a:ln>
            <a:noFill/>
          </a:ln>
        </p:spPr>
        <p:txBody>
          <a:bodyPr vert="horz" wrap="square" lIns="68580" tIns="34290" rIns="68580" bIns="34290" numCol="1" anchor="t" anchorCtr="0" compatLnSpc="1">
            <a:prstTxWarp prst="textNoShape">
              <a:avLst/>
            </a:prstTxWarp>
          </a:bodyPr>
          <a:lstStyle/>
          <a:p>
            <a:endParaRPr lang="id-ID" sz="1013"/>
          </a:p>
        </p:txBody>
      </p:sp>
      <p:sp>
        <p:nvSpPr>
          <p:cNvPr id="22" name="Freeform: Shape 21">
            <a:extLst>
              <a:ext uri="{FF2B5EF4-FFF2-40B4-BE49-F238E27FC236}">
                <a16:creationId xmlns:a16="http://schemas.microsoft.com/office/drawing/2014/main" id="{F676D53E-7427-4631-81F2-DB85070D41B3}"/>
              </a:ext>
            </a:extLst>
          </p:cNvPr>
          <p:cNvSpPr/>
          <p:nvPr/>
        </p:nvSpPr>
        <p:spPr>
          <a:xfrm>
            <a:off x="4692545" y="1730924"/>
            <a:ext cx="4451457" cy="3407836"/>
          </a:xfrm>
          <a:custGeom>
            <a:avLst/>
            <a:gdLst>
              <a:gd name="connsiteX0" fmla="*/ 4856875 w 5935276"/>
              <a:gd name="connsiteY0" fmla="*/ 0 h 4543781"/>
              <a:gd name="connsiteX1" fmla="*/ 5935276 w 5935276"/>
              <a:gd name="connsiteY1" fmla="*/ 0 h 4543781"/>
              <a:gd name="connsiteX2" fmla="*/ 5935276 w 5935276"/>
              <a:gd name="connsiteY2" fmla="*/ 4543781 h 4543781"/>
              <a:gd name="connsiteX3" fmla="*/ 702490 w 5935276"/>
              <a:gd name="connsiteY3" fmla="*/ 4543781 h 4543781"/>
              <a:gd name="connsiteX4" fmla="*/ 0 w 5935276"/>
              <a:gd name="connsiteY4" fmla="*/ 4542809 h 4543781"/>
              <a:gd name="connsiteX5" fmla="*/ 4026531 w 5935276"/>
              <a:gd name="connsiteY5" fmla="*/ 354794 h 4543781"/>
              <a:gd name="connsiteX6" fmla="*/ 4856875 w 5935276"/>
              <a:gd name="connsiteY6" fmla="*/ 0 h 454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5276" h="4543781">
                <a:moveTo>
                  <a:pt x="4856875" y="0"/>
                </a:moveTo>
                <a:lnTo>
                  <a:pt x="5935276" y="0"/>
                </a:lnTo>
                <a:lnTo>
                  <a:pt x="5935276" y="4543781"/>
                </a:lnTo>
                <a:lnTo>
                  <a:pt x="702490" y="4543781"/>
                </a:lnTo>
                <a:lnTo>
                  <a:pt x="0" y="4542809"/>
                </a:lnTo>
                <a:lnTo>
                  <a:pt x="4026531" y="354794"/>
                </a:lnTo>
                <a:cubicBezTo>
                  <a:pt x="4254291" y="129925"/>
                  <a:pt x="4549927" y="0"/>
                  <a:pt x="4856875" y="0"/>
                </a:cubicBezTo>
                <a:close/>
              </a:path>
            </a:pathLst>
          </a:custGeom>
          <a:gradFill>
            <a:gsLst>
              <a:gs pos="26000">
                <a:srgbClr val="09193C"/>
              </a:gs>
              <a:gs pos="100000">
                <a:srgbClr val="003CA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a:p>
        </p:txBody>
      </p:sp>
      <p:sp>
        <p:nvSpPr>
          <p:cNvPr id="20" name="Freeform: Shape 19">
            <a:extLst>
              <a:ext uri="{FF2B5EF4-FFF2-40B4-BE49-F238E27FC236}">
                <a16:creationId xmlns:a16="http://schemas.microsoft.com/office/drawing/2014/main" id="{2156E7ED-E596-4DB3-AC2C-2843D3AB5BA8}"/>
              </a:ext>
            </a:extLst>
          </p:cNvPr>
          <p:cNvSpPr/>
          <p:nvPr/>
        </p:nvSpPr>
        <p:spPr>
          <a:xfrm>
            <a:off x="5477859" y="2245417"/>
            <a:ext cx="3666145" cy="2898083"/>
          </a:xfrm>
          <a:custGeom>
            <a:avLst/>
            <a:gdLst>
              <a:gd name="connsiteX0" fmla="*/ 4248543 w 4888193"/>
              <a:gd name="connsiteY0" fmla="*/ 0 h 3864111"/>
              <a:gd name="connsiteX1" fmla="*/ 4888193 w 4888193"/>
              <a:gd name="connsiteY1" fmla="*/ 0 h 3864111"/>
              <a:gd name="connsiteX2" fmla="*/ 4888193 w 4888193"/>
              <a:gd name="connsiteY2" fmla="*/ 3864111 h 3864111"/>
              <a:gd name="connsiteX3" fmla="*/ 0 w 4888193"/>
              <a:gd name="connsiteY3" fmla="*/ 3864111 h 3864111"/>
              <a:gd name="connsiteX4" fmla="*/ 3343188 w 4888193"/>
              <a:gd name="connsiteY4" fmla="*/ 386844 h 3864111"/>
              <a:gd name="connsiteX5" fmla="*/ 4248543 w 4888193"/>
              <a:gd name="connsiteY5" fmla="*/ 0 h 386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8193" h="3864111">
                <a:moveTo>
                  <a:pt x="4248543" y="0"/>
                </a:moveTo>
                <a:lnTo>
                  <a:pt x="4888193" y="0"/>
                </a:lnTo>
                <a:lnTo>
                  <a:pt x="4888193" y="3864111"/>
                </a:lnTo>
                <a:lnTo>
                  <a:pt x="0" y="3864111"/>
                </a:lnTo>
                <a:lnTo>
                  <a:pt x="3343188" y="386844"/>
                </a:lnTo>
                <a:cubicBezTo>
                  <a:pt x="3591523" y="141661"/>
                  <a:pt x="3913866" y="0"/>
                  <a:pt x="4248543" y="0"/>
                </a:cubicBezTo>
                <a:close/>
              </a:path>
            </a:pathLst>
          </a:custGeom>
          <a:gradFill>
            <a:gsLst>
              <a:gs pos="61000">
                <a:srgbClr val="09193C"/>
              </a:gs>
              <a:gs pos="0">
                <a:srgbClr val="003CA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a:p>
        </p:txBody>
      </p:sp>
      <p:sp>
        <p:nvSpPr>
          <p:cNvPr id="14" name="Title 1">
            <a:extLst>
              <a:ext uri="{FF2B5EF4-FFF2-40B4-BE49-F238E27FC236}">
                <a16:creationId xmlns:a16="http://schemas.microsoft.com/office/drawing/2014/main" id="{EC7DE09E-54A6-4A32-AD88-7408F7286AD3}"/>
              </a:ext>
            </a:extLst>
          </p:cNvPr>
          <p:cNvSpPr txBox="1">
            <a:spLocks/>
          </p:cNvSpPr>
          <p:nvPr/>
        </p:nvSpPr>
        <p:spPr>
          <a:xfrm>
            <a:off x="1664858" y="3434842"/>
            <a:ext cx="3002835" cy="1544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id-ID" sz="2000" spc="225" dirty="0">
              <a:latin typeface="+mn-lt"/>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78CDE5D4-BED1-4679-97DB-6E2E6F8D48DB}"/>
              </a:ext>
            </a:extLst>
          </p:cNvPr>
          <p:cNvSpPr txBox="1"/>
          <p:nvPr/>
        </p:nvSpPr>
        <p:spPr>
          <a:xfrm>
            <a:off x="321589" y="473404"/>
            <a:ext cx="6875990" cy="2739211"/>
          </a:xfrm>
          <a:prstGeom prst="rect">
            <a:avLst/>
          </a:prstGeom>
          <a:noFill/>
        </p:spPr>
        <p:txBody>
          <a:bodyPr wrap="square" lIns="91440" tIns="45720" rIns="91440" bIns="45720" rtlCol="0" anchor="t">
            <a:spAutoFit/>
          </a:bodyPr>
          <a:lstStyle/>
          <a:p>
            <a:pPr algn="ctr"/>
            <a:r>
              <a:rPr lang="es-ES" sz="4800" b="1" spc="300" dirty="0" err="1">
                <a:latin typeface="Raleway"/>
              </a:rPr>
              <a:t>Recurrent</a:t>
            </a:r>
            <a:r>
              <a:rPr lang="es-ES" sz="4800" b="1" spc="300" dirty="0">
                <a:latin typeface="Raleway"/>
              </a:rPr>
              <a:t> Neural Networks</a:t>
            </a:r>
          </a:p>
          <a:p>
            <a:pPr algn="ctr"/>
            <a:endParaRPr lang="es-ES" sz="4800" b="1" spc="300" dirty="0">
              <a:latin typeface="Raleway"/>
            </a:endParaRPr>
          </a:p>
          <a:p>
            <a:pPr algn="ctr"/>
            <a:r>
              <a:rPr lang="es-ES" sz="2800" b="1" spc="300" dirty="0">
                <a:latin typeface="Raleway"/>
              </a:rPr>
              <a:t>Feb 2026</a:t>
            </a:r>
          </a:p>
        </p:txBody>
      </p:sp>
    </p:spTree>
    <p:extLst>
      <p:ext uri="{BB962C8B-B14F-4D97-AF65-F5344CB8AC3E}">
        <p14:creationId xmlns:p14="http://schemas.microsoft.com/office/powerpoint/2010/main" val="143330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nodePh="1">
                                  <p:stCondLst>
                                    <p:cond delay="0"/>
                                  </p:stCondLst>
                                  <p:endCondLst>
                                    <p:cond evt="begin" delay="0">
                                      <p:tn val="9"/>
                                    </p:cond>
                                  </p:end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right)">
                                      <p:cBhvr>
                                        <p:cTn id="14" dur="500"/>
                                        <p:tgtEl>
                                          <p:spTgt spid="11"/>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right)">
                                      <p:cBhvr>
                                        <p:cTn id="17" dur="500"/>
                                        <p:tgtEl>
                                          <p:spTgt spid="20"/>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animBg="1"/>
      <p:bldP spid="20" grpId="0" animBg="1"/>
      <p:bldP spid="14"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12B0-87F6-84C7-1B57-A2BFEF1CDB32}"/>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022D1E3-1313-9BB8-AF08-FF8C813234F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C99A055-C22D-BB45-4648-0F33AE28B69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9B4FDB0-B889-6FAA-123D-C925303354A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9989BC41-E11F-CF5C-2D7D-8C91102FCDB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A7A5529-7021-BAD2-DAC5-E597EEB05092}"/>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Definition</a:t>
            </a:r>
            <a:endParaRPr lang="es-MX" sz="2400" b="1" dirty="0">
              <a:solidFill>
                <a:srgbClr val="002060"/>
              </a:solidFill>
              <a:latin typeface="Raleway" pitchFamily="2" charset="0"/>
              <a:ea typeface="+mn-ea"/>
              <a:cs typeface="+mn-cs"/>
            </a:endParaRPr>
          </a:p>
        </p:txBody>
      </p:sp>
      <p:sp>
        <p:nvSpPr>
          <p:cNvPr id="2" name="Rectangle 127">
            <a:extLst>
              <a:ext uri="{FF2B5EF4-FFF2-40B4-BE49-F238E27FC236}">
                <a16:creationId xmlns:a16="http://schemas.microsoft.com/office/drawing/2014/main" id="{B4770EEE-29F2-580E-9A00-741EC0E06E8C}"/>
              </a:ext>
            </a:extLst>
          </p:cNvPr>
          <p:cNvSpPr>
            <a:spLocks noChangeArrowheads="1"/>
          </p:cNvSpPr>
          <p:nvPr/>
        </p:nvSpPr>
        <p:spPr bwMode="auto">
          <a:xfrm>
            <a:off x="778226" y="578678"/>
            <a:ext cx="7750959" cy="2457735"/>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457" rIns="0" bIns="-17457" numCol="1" anchor="ctr" anchorCtr="0" compatLnSpc="1">
            <a:prstTxWarp prst="textNoShape">
              <a:avLst/>
            </a:prstTxWarp>
            <a:spAutoFit/>
          </a:bodyPr>
          <a:lstStyle/>
          <a:p>
            <a:pPr algn="just"/>
            <a:r>
              <a:rPr lang="es-ES" dirty="0"/>
              <a:t>In a normal </a:t>
            </a:r>
            <a:r>
              <a:rPr lang="es-ES" b="1" dirty="0" err="1"/>
              <a:t>feedforward</a:t>
            </a:r>
            <a:r>
              <a:rPr lang="es-ES" b="1" dirty="0"/>
              <a:t> neural </a:t>
            </a:r>
            <a:r>
              <a:rPr lang="es-ES" b="1" dirty="0" err="1"/>
              <a:t>network</a:t>
            </a:r>
            <a:r>
              <a:rPr lang="es-ES" dirty="0"/>
              <a:t>, </a:t>
            </a:r>
            <a:r>
              <a:rPr lang="es-ES" dirty="0" err="1"/>
              <a:t>each</a:t>
            </a:r>
            <a:r>
              <a:rPr lang="es-ES" dirty="0"/>
              <a:t> input </a:t>
            </a:r>
            <a:r>
              <a:rPr lang="es-ES" dirty="0" err="1"/>
              <a:t>is</a:t>
            </a:r>
            <a:r>
              <a:rPr lang="es-ES" dirty="0"/>
              <a:t> </a:t>
            </a:r>
            <a:r>
              <a:rPr lang="es-ES" dirty="0" err="1"/>
              <a:t>independent</a:t>
            </a:r>
            <a:r>
              <a:rPr lang="es-ES" dirty="0"/>
              <a:t> </a:t>
            </a:r>
            <a:r>
              <a:rPr lang="es-ES" dirty="0" err="1"/>
              <a:t>of</a:t>
            </a:r>
            <a:r>
              <a:rPr lang="es-ES" dirty="0"/>
              <a:t> </a:t>
            </a:r>
            <a:r>
              <a:rPr lang="es-ES" dirty="0" err="1"/>
              <a:t>other</a:t>
            </a:r>
            <a:r>
              <a:rPr lang="es-ES" dirty="0"/>
              <a:t> input. </a:t>
            </a:r>
            <a:r>
              <a:rPr lang="es-ES" dirty="0" err="1"/>
              <a:t>But</a:t>
            </a:r>
            <a:r>
              <a:rPr lang="es-ES" dirty="0"/>
              <a:t> </a:t>
            </a:r>
            <a:r>
              <a:rPr lang="es-ES" dirty="0" err="1"/>
              <a:t>with</a:t>
            </a:r>
            <a:r>
              <a:rPr lang="es-ES" dirty="0"/>
              <a:t> a </a:t>
            </a:r>
            <a:r>
              <a:rPr lang="es-ES" dirty="0" err="1"/>
              <a:t>sequential</a:t>
            </a:r>
            <a:r>
              <a:rPr lang="es-ES" dirty="0"/>
              <a:t> </a:t>
            </a:r>
            <a:r>
              <a:rPr lang="es-ES" dirty="0" err="1"/>
              <a:t>dataset</a:t>
            </a:r>
            <a:r>
              <a:rPr lang="es-ES" dirty="0"/>
              <a:t>, </a:t>
            </a:r>
            <a:r>
              <a:rPr lang="es-ES" dirty="0" err="1"/>
              <a:t>we</a:t>
            </a:r>
            <a:r>
              <a:rPr lang="es-ES" dirty="0"/>
              <a:t> </a:t>
            </a:r>
            <a:r>
              <a:rPr lang="es-ES" dirty="0" err="1"/>
              <a:t>need</a:t>
            </a:r>
            <a:r>
              <a:rPr lang="es-ES" dirty="0"/>
              <a:t> </a:t>
            </a:r>
            <a:r>
              <a:rPr lang="es-ES" dirty="0" err="1"/>
              <a:t>to</a:t>
            </a:r>
            <a:r>
              <a:rPr lang="es-ES" dirty="0"/>
              <a:t> </a:t>
            </a:r>
            <a:r>
              <a:rPr lang="es-ES" dirty="0" err="1"/>
              <a:t>know</a:t>
            </a:r>
            <a:r>
              <a:rPr lang="es-ES" dirty="0"/>
              <a:t> </a:t>
            </a:r>
            <a:r>
              <a:rPr lang="es-ES" dirty="0" err="1"/>
              <a:t>about</a:t>
            </a:r>
            <a:r>
              <a:rPr lang="es-ES" dirty="0"/>
              <a:t> </a:t>
            </a:r>
            <a:r>
              <a:rPr lang="es-ES" dirty="0" err="1"/>
              <a:t>the</a:t>
            </a:r>
            <a:r>
              <a:rPr lang="es-ES" dirty="0"/>
              <a:t> </a:t>
            </a:r>
            <a:r>
              <a:rPr lang="es-ES" dirty="0" err="1"/>
              <a:t>past</a:t>
            </a:r>
            <a:r>
              <a:rPr lang="es-ES" dirty="0"/>
              <a:t> input </a:t>
            </a:r>
            <a:r>
              <a:rPr lang="es-ES" dirty="0" err="1"/>
              <a:t>to</a:t>
            </a:r>
            <a:r>
              <a:rPr lang="es-ES" dirty="0"/>
              <a:t> </a:t>
            </a:r>
            <a:r>
              <a:rPr lang="es-ES" dirty="0" err="1"/>
              <a:t>make</a:t>
            </a:r>
            <a:r>
              <a:rPr lang="es-ES" dirty="0"/>
              <a:t> a </a:t>
            </a:r>
            <a:r>
              <a:rPr lang="es-ES" dirty="0" err="1"/>
              <a:t>prediction</a:t>
            </a:r>
            <a:r>
              <a:rPr lang="es-ES" dirty="0"/>
              <a:t>. A </a:t>
            </a:r>
            <a:r>
              <a:rPr lang="es-ES" dirty="0" err="1"/>
              <a:t>sequence</a:t>
            </a:r>
            <a:r>
              <a:rPr lang="es-ES" dirty="0"/>
              <a:t> </a:t>
            </a:r>
            <a:r>
              <a:rPr lang="es-ES" dirty="0" err="1"/>
              <a:t>is</a:t>
            </a:r>
            <a:r>
              <a:rPr lang="es-ES" dirty="0"/>
              <a:t> </a:t>
            </a:r>
            <a:r>
              <a:rPr lang="es-ES" dirty="0" err="1"/>
              <a:t>an</a:t>
            </a:r>
            <a:r>
              <a:rPr lang="es-ES" dirty="0"/>
              <a:t> </a:t>
            </a:r>
            <a:r>
              <a:rPr lang="es-ES" dirty="0" err="1"/>
              <a:t>ordered</a:t>
            </a:r>
            <a:r>
              <a:rPr lang="es-ES" dirty="0"/>
              <a:t> set </a:t>
            </a:r>
            <a:r>
              <a:rPr lang="es-ES" dirty="0" err="1"/>
              <a:t>of</a:t>
            </a:r>
            <a:r>
              <a:rPr lang="es-ES" dirty="0"/>
              <a:t> </a:t>
            </a:r>
            <a:r>
              <a:rPr lang="es-ES" dirty="0" err="1"/>
              <a:t>items</a:t>
            </a:r>
            <a:r>
              <a:rPr lang="es-ES" dirty="0"/>
              <a:t>. </a:t>
            </a:r>
            <a:r>
              <a:rPr lang="es-ES" dirty="0" err="1"/>
              <a:t>For</a:t>
            </a:r>
            <a:r>
              <a:rPr lang="es-ES" dirty="0"/>
              <a:t> </a:t>
            </a:r>
            <a:r>
              <a:rPr lang="es-ES" dirty="0" err="1"/>
              <a:t>instance</a:t>
            </a:r>
            <a:r>
              <a:rPr lang="es-ES" dirty="0"/>
              <a:t>, a </a:t>
            </a:r>
            <a:r>
              <a:rPr lang="es-ES" dirty="0" err="1"/>
              <a:t>sentence</a:t>
            </a:r>
            <a:r>
              <a:rPr lang="es-ES" dirty="0"/>
              <a:t> </a:t>
            </a:r>
            <a:r>
              <a:rPr lang="es-ES" dirty="0" err="1"/>
              <a:t>is</a:t>
            </a:r>
            <a:r>
              <a:rPr lang="es-ES" dirty="0"/>
              <a:t> a </a:t>
            </a:r>
            <a:r>
              <a:rPr lang="es-ES" dirty="0" err="1"/>
              <a:t>sequence</a:t>
            </a:r>
            <a:r>
              <a:rPr lang="es-ES" dirty="0"/>
              <a:t> </a:t>
            </a:r>
            <a:r>
              <a:rPr lang="es-ES" dirty="0" err="1"/>
              <a:t>of</a:t>
            </a:r>
            <a:r>
              <a:rPr lang="es-ES" dirty="0"/>
              <a:t> </a:t>
            </a:r>
            <a:r>
              <a:rPr lang="es-ES" dirty="0" err="1"/>
              <a:t>words</a:t>
            </a:r>
            <a:r>
              <a:rPr lang="es-ES" dirty="0"/>
              <a:t>. </a:t>
            </a:r>
            <a:r>
              <a:rPr lang="es-ES" dirty="0" err="1"/>
              <a:t>Let’s</a:t>
            </a:r>
            <a:r>
              <a:rPr lang="es-ES" dirty="0"/>
              <a:t> </a:t>
            </a:r>
            <a:r>
              <a:rPr lang="es-ES" dirty="0" err="1"/>
              <a:t>suppose</a:t>
            </a:r>
            <a:r>
              <a:rPr lang="es-ES" dirty="0"/>
              <a:t> </a:t>
            </a:r>
            <a:r>
              <a:rPr lang="es-ES" dirty="0" err="1"/>
              <a:t>that</a:t>
            </a:r>
            <a:r>
              <a:rPr lang="es-ES" dirty="0"/>
              <a:t> </a:t>
            </a:r>
            <a:r>
              <a:rPr lang="es-ES" dirty="0" err="1"/>
              <a:t>we</a:t>
            </a:r>
            <a:r>
              <a:rPr lang="es-ES" dirty="0"/>
              <a:t> </a:t>
            </a:r>
            <a:r>
              <a:rPr lang="es-ES" dirty="0" err="1"/>
              <a:t>want</a:t>
            </a:r>
            <a:r>
              <a:rPr lang="es-ES" dirty="0"/>
              <a:t> </a:t>
            </a:r>
            <a:r>
              <a:rPr lang="es-ES" dirty="0" err="1"/>
              <a:t>to</a:t>
            </a:r>
            <a:r>
              <a:rPr lang="es-ES" dirty="0"/>
              <a:t> </a:t>
            </a:r>
            <a:r>
              <a:rPr lang="es-ES" dirty="0" err="1"/>
              <a:t>predict</a:t>
            </a:r>
            <a:r>
              <a:rPr lang="es-ES" dirty="0"/>
              <a:t> </a:t>
            </a:r>
            <a:r>
              <a:rPr lang="es-ES" dirty="0" err="1"/>
              <a:t>the</a:t>
            </a:r>
            <a:r>
              <a:rPr lang="es-ES" dirty="0"/>
              <a:t> </a:t>
            </a:r>
            <a:r>
              <a:rPr lang="es-ES" dirty="0" err="1"/>
              <a:t>next</a:t>
            </a:r>
            <a:r>
              <a:rPr lang="es-ES" dirty="0"/>
              <a:t> </a:t>
            </a:r>
            <a:r>
              <a:rPr lang="es-ES" dirty="0" err="1"/>
              <a:t>word</a:t>
            </a:r>
            <a:r>
              <a:rPr lang="es-ES" dirty="0"/>
              <a:t> in a </a:t>
            </a:r>
            <a:r>
              <a:rPr lang="es-ES" dirty="0" err="1"/>
              <a:t>sentence</a:t>
            </a:r>
            <a:r>
              <a:rPr lang="es-ES" dirty="0"/>
              <a:t>; </a:t>
            </a:r>
            <a:r>
              <a:rPr lang="es-ES" dirty="0" err="1"/>
              <a:t>to</a:t>
            </a:r>
            <a:r>
              <a:rPr lang="es-ES" dirty="0"/>
              <a:t> do so, </a:t>
            </a:r>
            <a:r>
              <a:rPr lang="es-ES" dirty="0" err="1"/>
              <a:t>we</a:t>
            </a:r>
            <a:r>
              <a:rPr lang="es-ES" dirty="0"/>
              <a:t> </a:t>
            </a:r>
            <a:r>
              <a:rPr lang="es-ES" dirty="0" err="1"/>
              <a:t>need</a:t>
            </a:r>
            <a:r>
              <a:rPr lang="es-ES" dirty="0"/>
              <a:t> </a:t>
            </a:r>
            <a:r>
              <a:rPr lang="es-ES" dirty="0" err="1"/>
              <a:t>to</a:t>
            </a:r>
            <a:r>
              <a:rPr lang="es-ES" dirty="0"/>
              <a:t> </a:t>
            </a:r>
            <a:r>
              <a:rPr lang="es-ES" dirty="0" err="1"/>
              <a:t>remember</a:t>
            </a:r>
            <a:r>
              <a:rPr lang="es-ES" dirty="0"/>
              <a:t> </a:t>
            </a:r>
            <a:r>
              <a:rPr lang="es-ES" dirty="0" err="1"/>
              <a:t>the</a:t>
            </a:r>
            <a:r>
              <a:rPr lang="es-ES" dirty="0"/>
              <a:t> </a:t>
            </a:r>
            <a:r>
              <a:rPr lang="es-ES" dirty="0" err="1"/>
              <a:t>previous</a:t>
            </a:r>
            <a:r>
              <a:rPr lang="es-ES" dirty="0"/>
              <a:t> </a:t>
            </a:r>
            <a:r>
              <a:rPr lang="es-ES" dirty="0" err="1"/>
              <a:t>words</a:t>
            </a:r>
            <a:r>
              <a:rPr lang="es-ES" dirty="0"/>
              <a:t>. A normal </a:t>
            </a:r>
            <a:r>
              <a:rPr lang="es-ES" dirty="0" err="1"/>
              <a:t>feedforward</a:t>
            </a:r>
            <a:r>
              <a:rPr lang="es-ES" dirty="0"/>
              <a:t> neural </a:t>
            </a:r>
            <a:r>
              <a:rPr lang="es-ES" dirty="0" err="1"/>
              <a:t>network</a:t>
            </a:r>
            <a:r>
              <a:rPr lang="es-ES" dirty="0"/>
              <a:t> </a:t>
            </a:r>
            <a:r>
              <a:rPr lang="es-ES" dirty="0" err="1"/>
              <a:t>cannot</a:t>
            </a:r>
            <a:r>
              <a:rPr lang="es-ES" dirty="0"/>
              <a:t> </a:t>
            </a:r>
            <a:r>
              <a:rPr lang="es-ES" dirty="0" err="1"/>
              <a:t>predict</a:t>
            </a:r>
            <a:r>
              <a:rPr lang="es-ES" dirty="0"/>
              <a:t> </a:t>
            </a:r>
            <a:r>
              <a:rPr lang="es-ES" dirty="0" err="1"/>
              <a:t>the</a:t>
            </a:r>
            <a:r>
              <a:rPr lang="es-ES" dirty="0"/>
              <a:t> </a:t>
            </a:r>
            <a:r>
              <a:rPr lang="es-ES" dirty="0" err="1"/>
              <a:t>correct</a:t>
            </a:r>
            <a:r>
              <a:rPr lang="es-ES" dirty="0"/>
              <a:t> </a:t>
            </a:r>
            <a:r>
              <a:rPr lang="es-ES" dirty="0" err="1"/>
              <a:t>next</a:t>
            </a:r>
            <a:r>
              <a:rPr lang="es-ES" dirty="0"/>
              <a:t> </a:t>
            </a:r>
            <a:r>
              <a:rPr lang="es-ES" dirty="0" err="1"/>
              <a:t>word</a:t>
            </a:r>
            <a:r>
              <a:rPr lang="es-ES" dirty="0"/>
              <a:t>, as </a:t>
            </a:r>
            <a:r>
              <a:rPr lang="es-ES" dirty="0" err="1"/>
              <a:t>it</a:t>
            </a:r>
            <a:r>
              <a:rPr lang="es-ES" dirty="0"/>
              <a:t> </a:t>
            </a:r>
            <a:r>
              <a:rPr lang="es-ES" dirty="0" err="1"/>
              <a:t>will</a:t>
            </a:r>
            <a:r>
              <a:rPr lang="es-ES" dirty="0"/>
              <a:t> </a:t>
            </a:r>
            <a:r>
              <a:rPr lang="es-ES" dirty="0" err="1"/>
              <a:t>not</a:t>
            </a:r>
            <a:r>
              <a:rPr lang="es-ES" dirty="0"/>
              <a:t> </a:t>
            </a:r>
            <a:r>
              <a:rPr lang="es-ES" dirty="0" err="1"/>
              <a:t>remember</a:t>
            </a:r>
            <a:r>
              <a:rPr lang="es-ES" dirty="0"/>
              <a:t> </a:t>
            </a:r>
            <a:r>
              <a:rPr lang="es-ES" dirty="0" err="1"/>
              <a:t>the</a:t>
            </a:r>
            <a:r>
              <a:rPr lang="es-ES" dirty="0"/>
              <a:t> </a:t>
            </a:r>
            <a:r>
              <a:rPr lang="es-ES" dirty="0" err="1"/>
              <a:t>previous</a:t>
            </a:r>
            <a:r>
              <a:rPr lang="es-ES" dirty="0"/>
              <a:t> </a:t>
            </a:r>
            <a:r>
              <a:rPr lang="es-ES" dirty="0" err="1"/>
              <a:t>words</a:t>
            </a:r>
            <a:r>
              <a:rPr lang="es-ES" dirty="0"/>
              <a:t> </a:t>
            </a:r>
            <a:r>
              <a:rPr lang="es-ES" dirty="0" err="1"/>
              <a:t>of</a:t>
            </a:r>
            <a:r>
              <a:rPr lang="es-ES" dirty="0"/>
              <a:t> </a:t>
            </a:r>
            <a:r>
              <a:rPr lang="es-ES" dirty="0" err="1"/>
              <a:t>the</a:t>
            </a:r>
            <a:r>
              <a:rPr lang="es-ES" dirty="0"/>
              <a:t> </a:t>
            </a:r>
            <a:r>
              <a:rPr lang="es-ES" dirty="0" err="1"/>
              <a:t>sentence</a:t>
            </a:r>
            <a:r>
              <a:rPr lang="es-ES" dirty="0"/>
              <a:t>. </a:t>
            </a:r>
            <a:r>
              <a:rPr lang="es-ES" dirty="0" err="1"/>
              <a:t>Under</a:t>
            </a:r>
            <a:r>
              <a:rPr lang="es-ES" dirty="0"/>
              <a:t> </a:t>
            </a:r>
            <a:r>
              <a:rPr lang="es-ES" dirty="0" err="1"/>
              <a:t>such</a:t>
            </a:r>
            <a:r>
              <a:rPr lang="es-ES" dirty="0"/>
              <a:t> </a:t>
            </a:r>
            <a:r>
              <a:rPr lang="es-ES" dirty="0" err="1"/>
              <a:t>circumstances</a:t>
            </a:r>
            <a:r>
              <a:rPr lang="es-ES" dirty="0"/>
              <a:t> (in </a:t>
            </a:r>
            <a:r>
              <a:rPr lang="es-ES" dirty="0" err="1"/>
              <a:t>which</a:t>
            </a:r>
            <a:r>
              <a:rPr lang="es-ES" dirty="0"/>
              <a:t> </a:t>
            </a:r>
            <a:r>
              <a:rPr lang="es-ES" dirty="0" err="1"/>
              <a:t>we</a:t>
            </a:r>
            <a:r>
              <a:rPr lang="es-ES" dirty="0"/>
              <a:t> </a:t>
            </a:r>
            <a:r>
              <a:rPr lang="es-ES" dirty="0" err="1"/>
              <a:t>need</a:t>
            </a:r>
            <a:r>
              <a:rPr lang="es-ES" dirty="0"/>
              <a:t> </a:t>
            </a:r>
            <a:r>
              <a:rPr lang="es-ES" dirty="0" err="1"/>
              <a:t>to</a:t>
            </a:r>
            <a:r>
              <a:rPr lang="es-ES" dirty="0"/>
              <a:t> </a:t>
            </a:r>
            <a:r>
              <a:rPr lang="es-ES" dirty="0" err="1"/>
              <a:t>remember</a:t>
            </a:r>
            <a:r>
              <a:rPr lang="es-ES" dirty="0"/>
              <a:t> </a:t>
            </a:r>
            <a:r>
              <a:rPr lang="es-ES" dirty="0" err="1"/>
              <a:t>the</a:t>
            </a:r>
            <a:r>
              <a:rPr lang="es-ES" dirty="0"/>
              <a:t> </a:t>
            </a:r>
            <a:r>
              <a:rPr lang="es-ES" dirty="0" err="1"/>
              <a:t>previous</a:t>
            </a:r>
            <a:r>
              <a:rPr lang="es-ES" dirty="0"/>
              <a:t> input), </a:t>
            </a:r>
            <a:r>
              <a:rPr lang="es-ES" dirty="0" err="1"/>
              <a:t>to</a:t>
            </a:r>
            <a:r>
              <a:rPr lang="es-ES" dirty="0"/>
              <a:t> </a:t>
            </a:r>
            <a:r>
              <a:rPr lang="es-ES" dirty="0" err="1"/>
              <a:t>make</a:t>
            </a:r>
            <a:r>
              <a:rPr lang="es-ES" dirty="0"/>
              <a:t> </a:t>
            </a:r>
            <a:r>
              <a:rPr lang="es-ES" dirty="0" err="1"/>
              <a:t>predictions</a:t>
            </a:r>
            <a:r>
              <a:rPr lang="es-ES" dirty="0"/>
              <a:t>, </a:t>
            </a:r>
            <a:r>
              <a:rPr lang="es-ES" dirty="0" err="1"/>
              <a:t>we</a:t>
            </a:r>
            <a:r>
              <a:rPr lang="es-ES" dirty="0"/>
              <a:t> use </a:t>
            </a:r>
            <a:r>
              <a:rPr lang="es-ES" b="1" dirty="0" err="1"/>
              <a:t>recurrent</a:t>
            </a:r>
            <a:r>
              <a:rPr lang="es-ES" b="1" dirty="0"/>
              <a:t> neural </a:t>
            </a:r>
            <a:r>
              <a:rPr lang="es-ES" b="1" dirty="0" err="1"/>
              <a:t>networks</a:t>
            </a:r>
            <a:r>
              <a:rPr lang="es-ES" b="1" dirty="0"/>
              <a:t> (</a:t>
            </a:r>
            <a:r>
              <a:rPr lang="es-ES" b="1" dirty="0" err="1"/>
              <a:t>RNNs</a:t>
            </a:r>
            <a:r>
              <a:rPr lang="es-ES" b="1" dirty="0"/>
              <a:t>)</a:t>
            </a:r>
            <a:r>
              <a:rPr lang="es-ES" dirty="0"/>
              <a:t>.</a:t>
            </a:r>
          </a:p>
        </p:txBody>
      </p:sp>
      <p:pic>
        <p:nvPicPr>
          <p:cNvPr id="3" name="Picture 2" descr="Spotify: Cómo funciona y Principales Características">
            <a:extLst>
              <a:ext uri="{FF2B5EF4-FFF2-40B4-BE49-F238E27FC236}">
                <a16:creationId xmlns:a16="http://schemas.microsoft.com/office/drawing/2014/main" id="{89EA9BD1-A5B4-846F-FDE7-83F53E6CC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80" y="3220938"/>
            <a:ext cx="2817707" cy="15849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Apps para Android de Google LLC en Google Play">
            <a:extLst>
              <a:ext uri="{FF2B5EF4-FFF2-40B4-BE49-F238E27FC236}">
                <a16:creationId xmlns:a16="http://schemas.microsoft.com/office/drawing/2014/main" id="{981ECC14-A194-306F-FF66-3FC511306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387" y="3220938"/>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Las series que Netflix rescató y ahora son todo un éxito">
            <a:extLst>
              <a:ext uri="{FF2B5EF4-FFF2-40B4-BE49-F238E27FC236}">
                <a16:creationId xmlns:a16="http://schemas.microsoft.com/office/drawing/2014/main" id="{A1FE7B41-59F7-DC5E-5217-2442A4C668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2615" y="3220938"/>
            <a:ext cx="2838450"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6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CAA60-DD31-AA01-2B4A-F39A6BD2C4E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B081AB7-A6AE-984C-2082-FB9443A3D854}"/>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CCD8269D-A767-96AC-B297-72C1AF57DBC2}"/>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F29727FF-4679-EE28-BBD3-7E3B496BB9FA}"/>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DDDDABC5-F635-7674-6E84-B257360AEB0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AFF03419-BB7C-DFB4-13A6-2CE60535762D}"/>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RNN</a:t>
            </a:r>
          </a:p>
        </p:txBody>
      </p:sp>
      <p:sp>
        <p:nvSpPr>
          <p:cNvPr id="4" name="CuadroTexto 3">
            <a:extLst>
              <a:ext uri="{FF2B5EF4-FFF2-40B4-BE49-F238E27FC236}">
                <a16:creationId xmlns:a16="http://schemas.microsoft.com/office/drawing/2014/main" id="{9E0CDC44-D40B-F794-D7CD-501CBC5C34BD}"/>
              </a:ext>
            </a:extLst>
          </p:cNvPr>
          <p:cNvSpPr txBox="1"/>
          <p:nvPr/>
        </p:nvSpPr>
        <p:spPr>
          <a:xfrm>
            <a:off x="360680" y="664934"/>
            <a:ext cx="8348980" cy="1631216"/>
          </a:xfrm>
          <a:prstGeom prst="rect">
            <a:avLst/>
          </a:prstGeom>
          <a:noFill/>
        </p:spPr>
        <p:txBody>
          <a:bodyPr wrap="square">
            <a:spAutoFit/>
          </a:bodyPr>
          <a:lstStyle/>
          <a:p>
            <a:pPr algn="just"/>
            <a:r>
              <a:rPr lang="es-ES" sz="2000" dirty="0" err="1">
                <a:latin typeface="+mj-lt"/>
              </a:rPr>
              <a:t>If</a:t>
            </a:r>
            <a:r>
              <a:rPr lang="es-ES" sz="2000" dirty="0">
                <a:latin typeface="+mj-lt"/>
              </a:rPr>
              <a:t> </a:t>
            </a:r>
            <a:r>
              <a:rPr lang="es-ES" sz="2000" dirty="0" err="1">
                <a:latin typeface="+mj-lt"/>
              </a:rPr>
              <a:t>we</a:t>
            </a:r>
            <a:r>
              <a:rPr lang="es-ES" sz="2000" dirty="0">
                <a:latin typeface="+mj-lt"/>
              </a:rPr>
              <a:t> </a:t>
            </a:r>
            <a:r>
              <a:rPr lang="es-ES" sz="2000" dirty="0" err="1">
                <a:latin typeface="+mj-lt"/>
              </a:rPr>
              <a:t>were</a:t>
            </a:r>
            <a:r>
              <a:rPr lang="es-ES" sz="2000" dirty="0">
                <a:latin typeface="+mj-lt"/>
              </a:rPr>
              <a:t> </a:t>
            </a:r>
            <a:r>
              <a:rPr lang="es-ES" sz="2000" dirty="0" err="1">
                <a:latin typeface="+mj-lt"/>
              </a:rPr>
              <a:t>asked</a:t>
            </a:r>
            <a:r>
              <a:rPr lang="es-ES" sz="2000" dirty="0">
                <a:latin typeface="+mj-lt"/>
              </a:rPr>
              <a:t> </a:t>
            </a:r>
            <a:r>
              <a:rPr lang="es-ES" sz="2000" dirty="0" err="1">
                <a:latin typeface="+mj-lt"/>
              </a:rPr>
              <a:t>to</a:t>
            </a:r>
            <a:r>
              <a:rPr lang="es-ES" sz="2000" dirty="0">
                <a:latin typeface="+mj-lt"/>
              </a:rPr>
              <a:t> </a:t>
            </a:r>
            <a:r>
              <a:rPr lang="es-ES" sz="2000" dirty="0" err="1">
                <a:latin typeface="+mj-lt"/>
              </a:rPr>
              <a:t>predict</a:t>
            </a:r>
            <a:r>
              <a:rPr lang="es-ES" sz="2000" dirty="0">
                <a:latin typeface="+mj-lt"/>
              </a:rPr>
              <a:t> </a:t>
            </a:r>
            <a:r>
              <a:rPr lang="es-ES" sz="2000" dirty="0" err="1">
                <a:latin typeface="+mj-lt"/>
              </a:rPr>
              <a:t>the</a:t>
            </a:r>
            <a:r>
              <a:rPr lang="es-ES" sz="2000" dirty="0">
                <a:latin typeface="+mj-lt"/>
              </a:rPr>
              <a:t> </a:t>
            </a:r>
            <a:r>
              <a:rPr lang="es-ES" sz="2000" dirty="0" err="1">
                <a:latin typeface="+mj-lt"/>
              </a:rPr>
              <a:t>blank</a:t>
            </a:r>
            <a:r>
              <a:rPr lang="es-ES" sz="2000" dirty="0">
                <a:latin typeface="+mj-lt"/>
              </a:rPr>
              <a:t> </a:t>
            </a:r>
            <a:r>
              <a:rPr lang="es-ES" sz="2000" dirty="0" err="1">
                <a:latin typeface="+mj-lt"/>
              </a:rPr>
              <a:t>term</a:t>
            </a:r>
            <a:r>
              <a:rPr lang="es-ES" sz="2000" dirty="0">
                <a:latin typeface="+mj-lt"/>
              </a:rPr>
              <a:t> in </a:t>
            </a:r>
            <a:r>
              <a:rPr lang="es-ES" sz="2000" dirty="0" err="1">
                <a:latin typeface="+mj-lt"/>
              </a:rPr>
              <a:t>the</a:t>
            </a:r>
            <a:r>
              <a:rPr lang="es-ES" sz="2000" dirty="0">
                <a:latin typeface="+mj-lt"/>
              </a:rPr>
              <a:t> </a:t>
            </a:r>
            <a:r>
              <a:rPr lang="es-ES" sz="2000" dirty="0" err="1">
                <a:latin typeface="+mj-lt"/>
              </a:rPr>
              <a:t>preceding</a:t>
            </a:r>
            <a:r>
              <a:rPr lang="es-ES" sz="2000" dirty="0">
                <a:latin typeface="+mj-lt"/>
              </a:rPr>
              <a:t> </a:t>
            </a:r>
            <a:r>
              <a:rPr lang="es-ES" sz="2000" dirty="0" err="1">
                <a:latin typeface="+mj-lt"/>
              </a:rPr>
              <a:t>sentence</a:t>
            </a:r>
            <a:r>
              <a:rPr lang="es-ES" sz="2000" dirty="0">
                <a:latin typeface="+mj-lt"/>
              </a:rPr>
              <a:t>, </a:t>
            </a:r>
            <a:r>
              <a:rPr lang="es-ES" sz="2000" dirty="0" err="1">
                <a:latin typeface="+mj-lt"/>
              </a:rPr>
              <a:t>we</a:t>
            </a:r>
            <a:r>
              <a:rPr lang="es-ES" sz="2000" dirty="0">
                <a:latin typeface="+mj-lt"/>
              </a:rPr>
              <a:t> </a:t>
            </a:r>
            <a:r>
              <a:rPr lang="es-ES" sz="2000" dirty="0" err="1">
                <a:latin typeface="+mj-lt"/>
              </a:rPr>
              <a:t>would</a:t>
            </a:r>
            <a:r>
              <a:rPr lang="es-ES" sz="2000" dirty="0">
                <a:latin typeface="+mj-lt"/>
              </a:rPr>
              <a:t> </a:t>
            </a:r>
            <a:r>
              <a:rPr lang="es-ES" sz="2000" dirty="0" err="1">
                <a:latin typeface="+mj-lt"/>
              </a:rPr>
              <a:t>probably</a:t>
            </a:r>
            <a:r>
              <a:rPr lang="es-ES" sz="2000" dirty="0">
                <a:latin typeface="+mj-lt"/>
              </a:rPr>
              <a:t> </a:t>
            </a:r>
            <a:r>
              <a:rPr lang="es-ES" sz="2000" dirty="0" err="1">
                <a:latin typeface="+mj-lt"/>
              </a:rPr>
              <a:t>say</a:t>
            </a:r>
            <a:r>
              <a:rPr lang="es-ES" sz="2000" dirty="0">
                <a:latin typeface="+mj-lt"/>
              </a:rPr>
              <a:t> </a:t>
            </a:r>
            <a:r>
              <a:rPr lang="es-ES" sz="2000" dirty="0" err="1">
                <a:latin typeface="+mj-lt"/>
              </a:rPr>
              <a:t>east</a:t>
            </a:r>
            <a:r>
              <a:rPr lang="es-ES" sz="2000" dirty="0">
                <a:latin typeface="+mj-lt"/>
              </a:rPr>
              <a:t>. </a:t>
            </a:r>
            <a:r>
              <a:rPr lang="es-ES" sz="2000" dirty="0" err="1">
                <a:latin typeface="+mj-lt"/>
              </a:rPr>
              <a:t>Why</a:t>
            </a:r>
            <a:r>
              <a:rPr lang="es-ES" sz="2000" dirty="0">
                <a:latin typeface="+mj-lt"/>
              </a:rPr>
              <a:t> </a:t>
            </a:r>
            <a:r>
              <a:rPr lang="es-ES" sz="2000" dirty="0" err="1">
                <a:latin typeface="+mj-lt"/>
              </a:rPr>
              <a:t>would</a:t>
            </a:r>
            <a:r>
              <a:rPr lang="es-ES" sz="2000" dirty="0">
                <a:latin typeface="+mj-lt"/>
              </a:rPr>
              <a:t> </a:t>
            </a:r>
            <a:r>
              <a:rPr lang="es-ES" sz="2000" dirty="0" err="1">
                <a:latin typeface="+mj-lt"/>
              </a:rPr>
              <a:t>we</a:t>
            </a:r>
            <a:r>
              <a:rPr lang="es-ES" sz="2000" dirty="0">
                <a:latin typeface="+mj-lt"/>
              </a:rPr>
              <a:t> </a:t>
            </a:r>
            <a:r>
              <a:rPr lang="es-ES" sz="2000" dirty="0" err="1">
                <a:latin typeface="+mj-lt"/>
              </a:rPr>
              <a:t>predict</a:t>
            </a:r>
            <a:r>
              <a:rPr lang="es-ES" sz="2000" dirty="0">
                <a:latin typeface="+mj-lt"/>
              </a:rPr>
              <a:t> </a:t>
            </a:r>
            <a:r>
              <a:rPr lang="es-ES" sz="2000" dirty="0" err="1">
                <a:latin typeface="+mj-lt"/>
              </a:rPr>
              <a:t>that</a:t>
            </a:r>
            <a:r>
              <a:rPr lang="es-ES" sz="2000" dirty="0">
                <a:latin typeface="+mj-lt"/>
              </a:rPr>
              <a:t> </a:t>
            </a:r>
            <a:r>
              <a:rPr lang="es-ES" sz="2000" dirty="0" err="1">
                <a:latin typeface="+mj-lt"/>
              </a:rPr>
              <a:t>the</a:t>
            </a:r>
            <a:r>
              <a:rPr lang="es-ES" sz="2000" dirty="0">
                <a:latin typeface="+mj-lt"/>
              </a:rPr>
              <a:t> </a:t>
            </a:r>
            <a:r>
              <a:rPr lang="es-ES" sz="2000" dirty="0" err="1">
                <a:latin typeface="+mj-lt"/>
              </a:rPr>
              <a:t>word</a:t>
            </a:r>
            <a:r>
              <a:rPr lang="es-ES" sz="2000" dirty="0">
                <a:latin typeface="+mj-lt"/>
              </a:rPr>
              <a:t> </a:t>
            </a:r>
            <a:r>
              <a:rPr lang="es-ES" sz="2000" dirty="0" err="1">
                <a:latin typeface="+mj-lt"/>
              </a:rPr>
              <a:t>east</a:t>
            </a:r>
            <a:r>
              <a:rPr lang="es-ES" sz="2000" dirty="0">
                <a:latin typeface="+mj-lt"/>
              </a:rPr>
              <a:t> </a:t>
            </a:r>
            <a:r>
              <a:rPr lang="es-ES" sz="2000" dirty="0" err="1">
                <a:latin typeface="+mj-lt"/>
              </a:rPr>
              <a:t>would</a:t>
            </a:r>
            <a:r>
              <a:rPr lang="es-ES" sz="2000" dirty="0">
                <a:latin typeface="+mj-lt"/>
              </a:rPr>
              <a:t> be </a:t>
            </a:r>
            <a:r>
              <a:rPr lang="es-ES" sz="2000" dirty="0" err="1">
                <a:latin typeface="+mj-lt"/>
              </a:rPr>
              <a:t>the</a:t>
            </a:r>
            <a:r>
              <a:rPr lang="es-ES" sz="2000" dirty="0">
                <a:latin typeface="+mj-lt"/>
              </a:rPr>
              <a:t> </a:t>
            </a:r>
            <a:r>
              <a:rPr lang="es-ES" sz="2000" dirty="0" err="1">
                <a:latin typeface="+mj-lt"/>
              </a:rPr>
              <a:t>right</a:t>
            </a:r>
            <a:r>
              <a:rPr lang="es-ES" sz="2000" dirty="0">
                <a:latin typeface="+mj-lt"/>
              </a:rPr>
              <a:t> </a:t>
            </a:r>
            <a:r>
              <a:rPr lang="es-ES" sz="2000" dirty="0" err="1">
                <a:latin typeface="+mj-lt"/>
              </a:rPr>
              <a:t>word</a:t>
            </a:r>
            <a:r>
              <a:rPr lang="es-ES" sz="2000" dirty="0">
                <a:latin typeface="+mj-lt"/>
              </a:rPr>
              <a:t> </a:t>
            </a:r>
            <a:r>
              <a:rPr lang="es-ES" sz="2000" dirty="0" err="1">
                <a:latin typeface="+mj-lt"/>
              </a:rPr>
              <a:t>here</a:t>
            </a:r>
            <a:r>
              <a:rPr lang="es-ES" sz="2000" dirty="0">
                <a:latin typeface="+mj-lt"/>
              </a:rPr>
              <a:t>? </a:t>
            </a:r>
            <a:r>
              <a:rPr lang="es-ES" sz="2000" dirty="0" err="1">
                <a:latin typeface="+mj-lt"/>
              </a:rPr>
              <a:t>Because</a:t>
            </a:r>
            <a:r>
              <a:rPr lang="es-ES" sz="2000" dirty="0">
                <a:latin typeface="+mj-lt"/>
              </a:rPr>
              <a:t> </a:t>
            </a:r>
            <a:r>
              <a:rPr lang="es-ES" sz="2000" dirty="0" err="1">
                <a:latin typeface="+mj-lt"/>
              </a:rPr>
              <a:t>we</a:t>
            </a:r>
            <a:r>
              <a:rPr lang="es-ES" sz="2000" dirty="0">
                <a:latin typeface="+mj-lt"/>
              </a:rPr>
              <a:t> </a:t>
            </a:r>
            <a:r>
              <a:rPr lang="es-ES" sz="2000" dirty="0" err="1">
                <a:latin typeface="+mj-lt"/>
              </a:rPr>
              <a:t>read</a:t>
            </a:r>
            <a:r>
              <a:rPr lang="es-ES" sz="2000" dirty="0">
                <a:latin typeface="+mj-lt"/>
              </a:rPr>
              <a:t> </a:t>
            </a:r>
            <a:r>
              <a:rPr lang="es-ES" sz="2000" dirty="0" err="1">
                <a:latin typeface="+mj-lt"/>
              </a:rPr>
              <a:t>the</a:t>
            </a:r>
            <a:r>
              <a:rPr lang="es-ES" sz="2000" dirty="0">
                <a:latin typeface="+mj-lt"/>
              </a:rPr>
              <a:t> </a:t>
            </a:r>
            <a:r>
              <a:rPr lang="es-ES" sz="2000" dirty="0" err="1">
                <a:latin typeface="+mj-lt"/>
              </a:rPr>
              <a:t>whole</a:t>
            </a:r>
            <a:r>
              <a:rPr lang="es-ES" sz="2000" dirty="0">
                <a:latin typeface="+mj-lt"/>
              </a:rPr>
              <a:t> </a:t>
            </a:r>
            <a:r>
              <a:rPr lang="es-ES" sz="2000" dirty="0" err="1">
                <a:latin typeface="+mj-lt"/>
              </a:rPr>
              <a:t>sentence</a:t>
            </a:r>
            <a:r>
              <a:rPr lang="es-ES" sz="2000" dirty="0">
                <a:latin typeface="+mj-lt"/>
              </a:rPr>
              <a:t>, </a:t>
            </a:r>
            <a:r>
              <a:rPr lang="es-ES" sz="2000" dirty="0" err="1">
                <a:latin typeface="+mj-lt"/>
              </a:rPr>
              <a:t>understood</a:t>
            </a:r>
            <a:r>
              <a:rPr lang="es-ES" sz="2000" dirty="0">
                <a:latin typeface="+mj-lt"/>
              </a:rPr>
              <a:t> </a:t>
            </a:r>
            <a:r>
              <a:rPr lang="es-ES" sz="2000" dirty="0" err="1">
                <a:latin typeface="+mj-lt"/>
              </a:rPr>
              <a:t>the</a:t>
            </a:r>
            <a:r>
              <a:rPr lang="es-ES" sz="2000" dirty="0">
                <a:latin typeface="+mj-lt"/>
              </a:rPr>
              <a:t> </a:t>
            </a:r>
            <a:r>
              <a:rPr lang="es-ES" sz="2000" dirty="0" err="1">
                <a:latin typeface="+mj-lt"/>
              </a:rPr>
              <a:t>context</a:t>
            </a:r>
            <a:r>
              <a:rPr lang="es-ES" sz="2000" dirty="0">
                <a:latin typeface="+mj-lt"/>
              </a:rPr>
              <a:t>, and </a:t>
            </a:r>
            <a:r>
              <a:rPr lang="es-ES" sz="2000" dirty="0" err="1">
                <a:latin typeface="+mj-lt"/>
              </a:rPr>
              <a:t>predicted</a:t>
            </a:r>
            <a:r>
              <a:rPr lang="es-ES" sz="2000" dirty="0">
                <a:latin typeface="+mj-lt"/>
              </a:rPr>
              <a:t> </a:t>
            </a:r>
            <a:r>
              <a:rPr lang="es-ES" sz="2000" dirty="0" err="1">
                <a:latin typeface="+mj-lt"/>
              </a:rPr>
              <a:t>that</a:t>
            </a:r>
            <a:r>
              <a:rPr lang="es-ES" sz="2000" dirty="0">
                <a:latin typeface="+mj-lt"/>
              </a:rPr>
              <a:t> </a:t>
            </a:r>
            <a:r>
              <a:rPr lang="es-ES" sz="2000" dirty="0" err="1">
                <a:latin typeface="+mj-lt"/>
              </a:rPr>
              <a:t>the</a:t>
            </a:r>
            <a:r>
              <a:rPr lang="es-ES" sz="2000" dirty="0">
                <a:latin typeface="+mj-lt"/>
              </a:rPr>
              <a:t> </a:t>
            </a:r>
            <a:r>
              <a:rPr lang="es-ES" sz="2000" dirty="0" err="1">
                <a:latin typeface="+mj-lt"/>
              </a:rPr>
              <a:t>word</a:t>
            </a:r>
            <a:r>
              <a:rPr lang="es-ES" sz="2000" dirty="0">
                <a:latin typeface="+mj-lt"/>
              </a:rPr>
              <a:t> </a:t>
            </a:r>
            <a:r>
              <a:rPr lang="es-ES" sz="2000" dirty="0" err="1">
                <a:latin typeface="+mj-lt"/>
              </a:rPr>
              <a:t>east</a:t>
            </a:r>
            <a:r>
              <a:rPr lang="es-ES" sz="2000" dirty="0">
                <a:latin typeface="+mj-lt"/>
              </a:rPr>
              <a:t> </a:t>
            </a:r>
            <a:r>
              <a:rPr lang="es-ES" sz="2000" dirty="0" err="1">
                <a:latin typeface="+mj-lt"/>
              </a:rPr>
              <a:t>would</a:t>
            </a:r>
            <a:r>
              <a:rPr lang="es-ES" sz="2000" dirty="0">
                <a:latin typeface="+mj-lt"/>
              </a:rPr>
              <a:t> be </a:t>
            </a:r>
            <a:r>
              <a:rPr lang="es-ES" sz="2000" dirty="0" err="1">
                <a:latin typeface="+mj-lt"/>
              </a:rPr>
              <a:t>an</a:t>
            </a:r>
            <a:r>
              <a:rPr lang="es-ES" sz="2000" dirty="0">
                <a:latin typeface="+mj-lt"/>
              </a:rPr>
              <a:t> </a:t>
            </a:r>
            <a:r>
              <a:rPr lang="es-ES" sz="2000" dirty="0" err="1">
                <a:latin typeface="+mj-lt"/>
              </a:rPr>
              <a:t>appropriate</a:t>
            </a:r>
            <a:r>
              <a:rPr lang="es-ES" sz="2000" dirty="0">
                <a:latin typeface="+mj-lt"/>
              </a:rPr>
              <a:t> </a:t>
            </a:r>
            <a:r>
              <a:rPr lang="es-ES" sz="2000" dirty="0" err="1">
                <a:latin typeface="+mj-lt"/>
              </a:rPr>
              <a:t>word</a:t>
            </a:r>
            <a:r>
              <a:rPr lang="es-ES" sz="2000" dirty="0">
                <a:latin typeface="+mj-lt"/>
              </a:rPr>
              <a:t> </a:t>
            </a:r>
            <a:r>
              <a:rPr lang="es-ES" sz="2000" dirty="0" err="1">
                <a:latin typeface="+mj-lt"/>
              </a:rPr>
              <a:t>to</a:t>
            </a:r>
            <a:r>
              <a:rPr lang="es-ES" sz="2000" dirty="0">
                <a:latin typeface="+mj-lt"/>
              </a:rPr>
              <a:t> complete </a:t>
            </a:r>
            <a:r>
              <a:rPr lang="es-ES" sz="2000" dirty="0" err="1">
                <a:latin typeface="+mj-lt"/>
              </a:rPr>
              <a:t>the</a:t>
            </a:r>
            <a:r>
              <a:rPr lang="es-ES" sz="2000" dirty="0">
                <a:latin typeface="+mj-lt"/>
              </a:rPr>
              <a:t> </a:t>
            </a:r>
            <a:r>
              <a:rPr lang="es-ES" sz="2000" dirty="0" err="1">
                <a:latin typeface="+mj-lt"/>
              </a:rPr>
              <a:t>sentence</a:t>
            </a:r>
            <a:r>
              <a:rPr lang="es-ES" sz="2000" dirty="0">
                <a:latin typeface="+mj-lt"/>
              </a:rPr>
              <a:t>.</a:t>
            </a:r>
          </a:p>
        </p:txBody>
      </p:sp>
      <p:sp>
        <p:nvSpPr>
          <p:cNvPr id="7" name="CuadroTexto 6">
            <a:extLst>
              <a:ext uri="{FF2B5EF4-FFF2-40B4-BE49-F238E27FC236}">
                <a16:creationId xmlns:a16="http://schemas.microsoft.com/office/drawing/2014/main" id="{3407CF4D-D24B-423B-25BC-32F8A4916675}"/>
              </a:ext>
            </a:extLst>
          </p:cNvPr>
          <p:cNvSpPr txBox="1"/>
          <p:nvPr/>
        </p:nvSpPr>
        <p:spPr>
          <a:xfrm>
            <a:off x="3079089" y="2186984"/>
            <a:ext cx="4743739" cy="400110"/>
          </a:xfrm>
          <a:prstGeom prst="rect">
            <a:avLst/>
          </a:prstGeom>
          <a:noFill/>
        </p:spPr>
        <p:txBody>
          <a:bodyPr wrap="square">
            <a:spAutoFit/>
          </a:bodyPr>
          <a:lstStyle/>
          <a:p>
            <a:r>
              <a:rPr lang="es-ES" sz="2000" b="1" dirty="0" err="1"/>
              <a:t>The</a:t>
            </a:r>
            <a:r>
              <a:rPr lang="es-ES" sz="2000" b="1" dirty="0"/>
              <a:t> </a:t>
            </a:r>
            <a:r>
              <a:rPr lang="es-ES" sz="2000" b="1" dirty="0" err="1"/>
              <a:t>Sun</a:t>
            </a:r>
            <a:r>
              <a:rPr lang="es-ES" sz="2000" b="1" dirty="0"/>
              <a:t> </a:t>
            </a:r>
            <a:r>
              <a:rPr lang="es-ES" sz="2000" b="1" dirty="0" err="1"/>
              <a:t>rises</a:t>
            </a:r>
            <a:r>
              <a:rPr lang="es-ES" sz="2000" b="1" dirty="0"/>
              <a:t> in </a:t>
            </a:r>
            <a:r>
              <a:rPr lang="es-ES" sz="2000" b="1" dirty="0" err="1"/>
              <a:t>the</a:t>
            </a:r>
            <a:r>
              <a:rPr lang="es-ES" sz="2000" b="1" dirty="0"/>
              <a:t> ____</a:t>
            </a:r>
          </a:p>
        </p:txBody>
      </p:sp>
      <p:sp>
        <p:nvSpPr>
          <p:cNvPr id="10" name="CuadroTexto 9">
            <a:extLst>
              <a:ext uri="{FF2B5EF4-FFF2-40B4-BE49-F238E27FC236}">
                <a16:creationId xmlns:a16="http://schemas.microsoft.com/office/drawing/2014/main" id="{39BA7838-DAFB-E73F-F2C3-C790C6DFF8D7}"/>
              </a:ext>
            </a:extLst>
          </p:cNvPr>
          <p:cNvSpPr txBox="1"/>
          <p:nvPr/>
        </p:nvSpPr>
        <p:spPr>
          <a:xfrm>
            <a:off x="3079089" y="2655661"/>
            <a:ext cx="4743739" cy="400110"/>
          </a:xfrm>
          <a:prstGeom prst="rect">
            <a:avLst/>
          </a:prstGeom>
          <a:noFill/>
        </p:spPr>
        <p:txBody>
          <a:bodyPr wrap="square">
            <a:spAutoFit/>
          </a:bodyPr>
          <a:lstStyle/>
          <a:p>
            <a:r>
              <a:rPr lang="es-ES" sz="2000" b="1" dirty="0"/>
              <a:t>I </a:t>
            </a:r>
            <a:r>
              <a:rPr lang="es-ES" sz="2000" b="1" dirty="0" err="1"/>
              <a:t>want</a:t>
            </a:r>
            <a:r>
              <a:rPr lang="es-ES" sz="2000" b="1" dirty="0"/>
              <a:t> </a:t>
            </a:r>
            <a:r>
              <a:rPr lang="es-ES" sz="2000" b="1" dirty="0" err="1"/>
              <a:t>to</a:t>
            </a:r>
            <a:r>
              <a:rPr lang="es-ES" sz="2000" b="1" dirty="0"/>
              <a:t> </a:t>
            </a:r>
            <a:r>
              <a:rPr lang="es-ES" sz="2000" b="1" dirty="0" err="1"/>
              <a:t>brake</a:t>
            </a:r>
            <a:r>
              <a:rPr lang="es-ES" sz="2000" b="1" dirty="0"/>
              <a:t> ____</a:t>
            </a:r>
          </a:p>
        </p:txBody>
      </p:sp>
      <p:sp>
        <p:nvSpPr>
          <p:cNvPr id="11" name="CuadroTexto 10">
            <a:extLst>
              <a:ext uri="{FF2B5EF4-FFF2-40B4-BE49-F238E27FC236}">
                <a16:creationId xmlns:a16="http://schemas.microsoft.com/office/drawing/2014/main" id="{1654ED9A-5D38-B876-EF74-5EDB88114B24}"/>
              </a:ext>
            </a:extLst>
          </p:cNvPr>
          <p:cNvSpPr txBox="1"/>
          <p:nvPr/>
        </p:nvSpPr>
        <p:spPr>
          <a:xfrm>
            <a:off x="496214" y="3350938"/>
            <a:ext cx="8456371" cy="1323439"/>
          </a:xfrm>
          <a:prstGeom prst="rect">
            <a:avLst/>
          </a:prstGeom>
          <a:noFill/>
        </p:spPr>
        <p:txBody>
          <a:bodyPr wrap="square">
            <a:spAutoFit/>
          </a:bodyPr>
          <a:lstStyle/>
          <a:p>
            <a:pPr algn="just"/>
            <a:r>
              <a:rPr lang="es-ES" sz="2000" dirty="0" err="1">
                <a:latin typeface="+mj-lt"/>
              </a:rPr>
              <a:t>If</a:t>
            </a:r>
            <a:r>
              <a:rPr lang="es-ES" sz="2000" dirty="0">
                <a:latin typeface="+mj-lt"/>
              </a:rPr>
              <a:t> </a:t>
            </a:r>
            <a:r>
              <a:rPr lang="es-ES" sz="2000" dirty="0" err="1">
                <a:latin typeface="+mj-lt"/>
              </a:rPr>
              <a:t>we</a:t>
            </a:r>
            <a:r>
              <a:rPr lang="es-ES" sz="2000" dirty="0">
                <a:latin typeface="+mj-lt"/>
              </a:rPr>
              <a:t> use a </a:t>
            </a:r>
            <a:r>
              <a:rPr lang="es-ES" sz="2000" dirty="0" err="1">
                <a:latin typeface="+mj-lt"/>
              </a:rPr>
              <a:t>feedforward</a:t>
            </a:r>
            <a:r>
              <a:rPr lang="es-ES" sz="2000" dirty="0">
                <a:latin typeface="+mj-lt"/>
              </a:rPr>
              <a:t> neural </a:t>
            </a:r>
            <a:r>
              <a:rPr lang="es-ES" sz="2000" dirty="0" err="1">
                <a:latin typeface="+mj-lt"/>
              </a:rPr>
              <a:t>network</a:t>
            </a:r>
            <a:r>
              <a:rPr lang="es-ES" sz="2000" dirty="0">
                <a:latin typeface="+mj-lt"/>
              </a:rPr>
              <a:t> </a:t>
            </a:r>
            <a:r>
              <a:rPr lang="es-ES" sz="2000" dirty="0" err="1">
                <a:latin typeface="+mj-lt"/>
              </a:rPr>
              <a:t>to</a:t>
            </a:r>
            <a:r>
              <a:rPr lang="es-ES" sz="2000" dirty="0">
                <a:latin typeface="+mj-lt"/>
              </a:rPr>
              <a:t> </a:t>
            </a:r>
            <a:r>
              <a:rPr lang="es-ES" sz="2000" dirty="0" err="1">
                <a:latin typeface="+mj-lt"/>
              </a:rPr>
              <a:t>predict</a:t>
            </a:r>
            <a:r>
              <a:rPr lang="es-ES" sz="2000" dirty="0">
                <a:latin typeface="+mj-lt"/>
              </a:rPr>
              <a:t> </a:t>
            </a:r>
            <a:r>
              <a:rPr lang="es-ES" sz="2000" dirty="0" err="1">
                <a:latin typeface="+mj-lt"/>
              </a:rPr>
              <a:t>the</a:t>
            </a:r>
            <a:r>
              <a:rPr lang="es-ES" sz="2000" dirty="0">
                <a:latin typeface="+mj-lt"/>
              </a:rPr>
              <a:t> </a:t>
            </a:r>
            <a:r>
              <a:rPr lang="es-ES" sz="2000" dirty="0" err="1">
                <a:latin typeface="+mj-lt"/>
              </a:rPr>
              <a:t>blank</a:t>
            </a:r>
            <a:r>
              <a:rPr lang="es-ES" sz="2000" dirty="0">
                <a:latin typeface="+mj-lt"/>
              </a:rPr>
              <a:t>, </a:t>
            </a:r>
            <a:r>
              <a:rPr lang="es-ES" sz="2000" dirty="0" err="1">
                <a:latin typeface="+mj-lt"/>
              </a:rPr>
              <a:t>it</a:t>
            </a:r>
            <a:r>
              <a:rPr lang="es-ES" sz="2000" dirty="0">
                <a:latin typeface="+mj-lt"/>
              </a:rPr>
              <a:t> </a:t>
            </a:r>
            <a:r>
              <a:rPr lang="es-ES" sz="2000" dirty="0" err="1">
                <a:latin typeface="+mj-lt"/>
              </a:rPr>
              <a:t>would</a:t>
            </a:r>
            <a:r>
              <a:rPr lang="es-ES" sz="2000" dirty="0">
                <a:latin typeface="+mj-lt"/>
              </a:rPr>
              <a:t> </a:t>
            </a:r>
            <a:r>
              <a:rPr lang="es-ES" sz="2000" dirty="0" err="1">
                <a:latin typeface="+mj-lt"/>
              </a:rPr>
              <a:t>not</a:t>
            </a:r>
            <a:r>
              <a:rPr lang="es-ES" sz="2000" dirty="0">
                <a:latin typeface="+mj-lt"/>
              </a:rPr>
              <a:t> </a:t>
            </a:r>
            <a:r>
              <a:rPr lang="es-ES" sz="2000" dirty="0" err="1">
                <a:latin typeface="+mj-lt"/>
              </a:rPr>
              <a:t>predict</a:t>
            </a:r>
            <a:r>
              <a:rPr lang="es-ES" sz="2000" dirty="0">
                <a:latin typeface="+mj-lt"/>
              </a:rPr>
              <a:t> </a:t>
            </a:r>
            <a:r>
              <a:rPr lang="es-ES" sz="2000" dirty="0" err="1">
                <a:latin typeface="+mj-lt"/>
              </a:rPr>
              <a:t>the</a:t>
            </a:r>
            <a:r>
              <a:rPr lang="es-ES" sz="2000" dirty="0">
                <a:latin typeface="+mj-lt"/>
              </a:rPr>
              <a:t> </a:t>
            </a:r>
            <a:r>
              <a:rPr lang="es-ES" sz="2000" dirty="0" err="1">
                <a:latin typeface="+mj-lt"/>
              </a:rPr>
              <a:t>right</a:t>
            </a:r>
            <a:r>
              <a:rPr lang="es-ES" sz="2000" dirty="0">
                <a:latin typeface="+mj-lt"/>
              </a:rPr>
              <a:t> </a:t>
            </a:r>
            <a:r>
              <a:rPr lang="es-ES" sz="2000" dirty="0" err="1">
                <a:latin typeface="+mj-lt"/>
              </a:rPr>
              <a:t>word</a:t>
            </a:r>
            <a:r>
              <a:rPr lang="es-ES" sz="2000" dirty="0">
                <a:latin typeface="+mj-lt"/>
              </a:rPr>
              <a:t>. </a:t>
            </a:r>
            <a:r>
              <a:rPr lang="es-ES" sz="2000" dirty="0" err="1">
                <a:latin typeface="+mj-lt"/>
              </a:rPr>
              <a:t>This</a:t>
            </a:r>
            <a:r>
              <a:rPr lang="es-ES" sz="2000" dirty="0">
                <a:latin typeface="+mj-lt"/>
              </a:rPr>
              <a:t> </a:t>
            </a:r>
            <a:r>
              <a:rPr lang="es-ES" sz="2000" dirty="0" err="1">
                <a:latin typeface="+mj-lt"/>
              </a:rPr>
              <a:t>is</a:t>
            </a:r>
            <a:r>
              <a:rPr lang="es-ES" sz="2000" dirty="0">
                <a:latin typeface="+mj-lt"/>
              </a:rPr>
              <a:t> </a:t>
            </a:r>
            <a:r>
              <a:rPr lang="es-ES" sz="2000" dirty="0" err="1">
                <a:latin typeface="+mj-lt"/>
              </a:rPr>
              <a:t>due</a:t>
            </a:r>
            <a:r>
              <a:rPr lang="es-ES" sz="2000" dirty="0">
                <a:latin typeface="+mj-lt"/>
              </a:rPr>
              <a:t> </a:t>
            </a:r>
            <a:r>
              <a:rPr lang="es-ES" sz="2000" dirty="0" err="1">
                <a:latin typeface="+mj-lt"/>
              </a:rPr>
              <a:t>to</a:t>
            </a:r>
            <a:r>
              <a:rPr lang="es-ES" sz="2000" dirty="0">
                <a:latin typeface="+mj-lt"/>
              </a:rPr>
              <a:t> </a:t>
            </a:r>
            <a:r>
              <a:rPr lang="es-ES" sz="2000" dirty="0" err="1">
                <a:latin typeface="+mj-lt"/>
              </a:rPr>
              <a:t>the</a:t>
            </a:r>
            <a:r>
              <a:rPr lang="es-ES" sz="2000" dirty="0">
                <a:latin typeface="+mj-lt"/>
              </a:rPr>
              <a:t> </a:t>
            </a:r>
            <a:r>
              <a:rPr lang="es-ES" sz="2000" dirty="0" err="1">
                <a:latin typeface="+mj-lt"/>
              </a:rPr>
              <a:t>fact</a:t>
            </a:r>
            <a:r>
              <a:rPr lang="es-ES" sz="2000" dirty="0">
                <a:latin typeface="+mj-lt"/>
              </a:rPr>
              <a:t> </a:t>
            </a:r>
            <a:r>
              <a:rPr lang="es-ES" sz="2000" dirty="0" err="1">
                <a:latin typeface="+mj-lt"/>
              </a:rPr>
              <a:t>that</a:t>
            </a:r>
            <a:r>
              <a:rPr lang="es-ES" sz="2000" dirty="0">
                <a:latin typeface="+mj-lt"/>
              </a:rPr>
              <a:t> in </a:t>
            </a:r>
            <a:r>
              <a:rPr lang="es-ES" sz="2000" dirty="0" err="1">
                <a:latin typeface="+mj-lt"/>
              </a:rPr>
              <a:t>feedforward</a:t>
            </a:r>
            <a:r>
              <a:rPr lang="es-ES" sz="2000" dirty="0">
                <a:latin typeface="+mj-lt"/>
              </a:rPr>
              <a:t> </a:t>
            </a:r>
            <a:r>
              <a:rPr lang="es-ES" sz="2000" dirty="0" err="1">
                <a:latin typeface="+mj-lt"/>
              </a:rPr>
              <a:t>networks</a:t>
            </a:r>
            <a:r>
              <a:rPr lang="es-ES" sz="2000" dirty="0">
                <a:latin typeface="+mj-lt"/>
              </a:rPr>
              <a:t>, </a:t>
            </a:r>
            <a:r>
              <a:rPr lang="es-ES" sz="2000" dirty="0" err="1">
                <a:latin typeface="+mj-lt"/>
              </a:rPr>
              <a:t>each</a:t>
            </a:r>
            <a:r>
              <a:rPr lang="es-ES" sz="2000" dirty="0">
                <a:latin typeface="+mj-lt"/>
              </a:rPr>
              <a:t> input </a:t>
            </a:r>
            <a:r>
              <a:rPr lang="es-ES" sz="2000" dirty="0" err="1">
                <a:latin typeface="+mj-lt"/>
              </a:rPr>
              <a:t>is</a:t>
            </a:r>
            <a:r>
              <a:rPr lang="es-ES" sz="2000" dirty="0">
                <a:latin typeface="+mj-lt"/>
              </a:rPr>
              <a:t> </a:t>
            </a:r>
            <a:r>
              <a:rPr lang="es-ES" sz="2000" dirty="0" err="1">
                <a:latin typeface="+mj-lt"/>
              </a:rPr>
              <a:t>independent</a:t>
            </a:r>
            <a:r>
              <a:rPr lang="es-ES" sz="2000" dirty="0">
                <a:latin typeface="+mj-lt"/>
              </a:rPr>
              <a:t> </a:t>
            </a:r>
            <a:r>
              <a:rPr lang="es-ES" sz="2000" dirty="0" err="1">
                <a:latin typeface="+mj-lt"/>
              </a:rPr>
              <a:t>of</a:t>
            </a:r>
            <a:r>
              <a:rPr lang="es-ES" sz="2000" dirty="0">
                <a:latin typeface="+mj-lt"/>
              </a:rPr>
              <a:t> </a:t>
            </a:r>
            <a:r>
              <a:rPr lang="es-ES" sz="2000" dirty="0" err="1">
                <a:latin typeface="+mj-lt"/>
              </a:rPr>
              <a:t>other</a:t>
            </a:r>
            <a:r>
              <a:rPr lang="es-ES" sz="2000" dirty="0">
                <a:latin typeface="+mj-lt"/>
              </a:rPr>
              <a:t> input and </a:t>
            </a:r>
            <a:r>
              <a:rPr lang="es-ES" sz="2000" dirty="0" err="1">
                <a:latin typeface="+mj-lt"/>
              </a:rPr>
              <a:t>they</a:t>
            </a:r>
            <a:r>
              <a:rPr lang="es-ES" sz="2000" dirty="0">
                <a:latin typeface="+mj-lt"/>
              </a:rPr>
              <a:t> </a:t>
            </a:r>
            <a:r>
              <a:rPr lang="es-ES" sz="2000" dirty="0" err="1">
                <a:latin typeface="+mj-lt"/>
              </a:rPr>
              <a:t>make</a:t>
            </a:r>
            <a:r>
              <a:rPr lang="es-ES" sz="2000" dirty="0">
                <a:latin typeface="+mj-lt"/>
              </a:rPr>
              <a:t> </a:t>
            </a:r>
            <a:r>
              <a:rPr lang="es-ES" sz="2000" dirty="0" err="1">
                <a:latin typeface="+mj-lt"/>
              </a:rPr>
              <a:t>predictions</a:t>
            </a:r>
            <a:r>
              <a:rPr lang="es-ES" sz="2000" dirty="0">
                <a:latin typeface="+mj-lt"/>
              </a:rPr>
              <a:t> </a:t>
            </a:r>
            <a:r>
              <a:rPr lang="es-ES" sz="2000" dirty="0" err="1">
                <a:latin typeface="+mj-lt"/>
              </a:rPr>
              <a:t>based</a:t>
            </a:r>
            <a:r>
              <a:rPr lang="es-ES" sz="2000" dirty="0">
                <a:latin typeface="+mj-lt"/>
              </a:rPr>
              <a:t> </a:t>
            </a:r>
            <a:r>
              <a:rPr lang="es-ES" sz="2000" dirty="0" err="1">
                <a:latin typeface="+mj-lt"/>
              </a:rPr>
              <a:t>only</a:t>
            </a:r>
            <a:r>
              <a:rPr lang="es-ES" sz="2000" dirty="0">
                <a:latin typeface="+mj-lt"/>
              </a:rPr>
              <a:t> </a:t>
            </a:r>
            <a:r>
              <a:rPr lang="es-ES" sz="2000" dirty="0" err="1">
                <a:latin typeface="+mj-lt"/>
              </a:rPr>
              <a:t>on</a:t>
            </a:r>
            <a:r>
              <a:rPr lang="es-ES" sz="2000" dirty="0">
                <a:latin typeface="+mj-lt"/>
              </a:rPr>
              <a:t> </a:t>
            </a:r>
            <a:r>
              <a:rPr lang="es-ES" sz="2000" dirty="0" err="1">
                <a:latin typeface="+mj-lt"/>
              </a:rPr>
              <a:t>the</a:t>
            </a:r>
            <a:r>
              <a:rPr lang="es-ES" sz="2000" dirty="0">
                <a:latin typeface="+mj-lt"/>
              </a:rPr>
              <a:t> </a:t>
            </a:r>
            <a:r>
              <a:rPr lang="es-ES" sz="2000" dirty="0" err="1">
                <a:latin typeface="+mj-lt"/>
              </a:rPr>
              <a:t>current</a:t>
            </a:r>
            <a:r>
              <a:rPr lang="es-ES" sz="2000" dirty="0">
                <a:latin typeface="+mj-lt"/>
              </a:rPr>
              <a:t> input, and </a:t>
            </a:r>
            <a:r>
              <a:rPr lang="es-ES" sz="2000" dirty="0" err="1">
                <a:latin typeface="+mj-lt"/>
              </a:rPr>
              <a:t>they</a:t>
            </a:r>
            <a:r>
              <a:rPr lang="es-ES" sz="2000" dirty="0">
                <a:latin typeface="+mj-lt"/>
              </a:rPr>
              <a:t> </a:t>
            </a:r>
            <a:r>
              <a:rPr lang="es-ES" sz="2000" dirty="0" err="1">
                <a:latin typeface="+mj-lt"/>
              </a:rPr>
              <a:t>don’t</a:t>
            </a:r>
            <a:r>
              <a:rPr lang="es-ES" sz="2000" dirty="0">
                <a:latin typeface="+mj-lt"/>
              </a:rPr>
              <a:t> </a:t>
            </a:r>
            <a:r>
              <a:rPr lang="es-ES" sz="2000" dirty="0" err="1">
                <a:latin typeface="+mj-lt"/>
              </a:rPr>
              <a:t>remember</a:t>
            </a:r>
            <a:r>
              <a:rPr lang="es-ES" sz="2000" dirty="0">
                <a:latin typeface="+mj-lt"/>
              </a:rPr>
              <a:t> </a:t>
            </a:r>
            <a:r>
              <a:rPr lang="es-ES" sz="2000" dirty="0" err="1">
                <a:latin typeface="+mj-lt"/>
              </a:rPr>
              <a:t>previous</a:t>
            </a:r>
            <a:r>
              <a:rPr lang="es-ES" sz="2000" dirty="0">
                <a:latin typeface="+mj-lt"/>
              </a:rPr>
              <a:t> input.</a:t>
            </a:r>
          </a:p>
        </p:txBody>
      </p:sp>
    </p:spTree>
    <p:extLst>
      <p:ext uri="{BB962C8B-B14F-4D97-AF65-F5344CB8AC3E}">
        <p14:creationId xmlns:p14="http://schemas.microsoft.com/office/powerpoint/2010/main" val="256509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57F6C-EB0D-9A65-D8D9-7C90F19B7056}"/>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98B70E62-000D-E602-C349-B152F7E2C81F}"/>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1686273-EEE5-4109-211C-10030DC083C4}"/>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BB82AE4B-04C6-48F2-A85E-C7A2BB0EFFBB}"/>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42120BB1-4B7D-FF71-FE5D-73C6CE0D60B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E75D032-F7F5-617D-D85D-3E25F768A7A8}"/>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RNN</a:t>
            </a:r>
          </a:p>
        </p:txBody>
      </p:sp>
      <p:sp>
        <p:nvSpPr>
          <p:cNvPr id="2" name="CuadroTexto 1">
            <a:extLst>
              <a:ext uri="{FF2B5EF4-FFF2-40B4-BE49-F238E27FC236}">
                <a16:creationId xmlns:a16="http://schemas.microsoft.com/office/drawing/2014/main" id="{3CDDBD92-9FC3-5322-C568-20036FB772CF}"/>
              </a:ext>
            </a:extLst>
          </p:cNvPr>
          <p:cNvSpPr txBox="1"/>
          <p:nvPr/>
        </p:nvSpPr>
        <p:spPr>
          <a:xfrm>
            <a:off x="434181" y="682625"/>
            <a:ext cx="8515259" cy="1631216"/>
          </a:xfrm>
          <a:prstGeom prst="rect">
            <a:avLst/>
          </a:prstGeom>
          <a:noFill/>
        </p:spPr>
        <p:txBody>
          <a:bodyPr wrap="square">
            <a:spAutoFit/>
          </a:bodyPr>
          <a:lstStyle/>
          <a:p>
            <a:pPr algn="just"/>
            <a:r>
              <a:rPr lang="es-ES" sz="2000" dirty="0" err="1">
                <a:latin typeface="+mj-lt"/>
              </a:rPr>
              <a:t>For</a:t>
            </a:r>
            <a:r>
              <a:rPr lang="es-ES" sz="2000" dirty="0">
                <a:latin typeface="+mj-lt"/>
              </a:rPr>
              <a:t> </a:t>
            </a:r>
            <a:r>
              <a:rPr lang="es-ES" sz="2000" dirty="0" err="1">
                <a:latin typeface="+mj-lt"/>
              </a:rPr>
              <a:t>instance</a:t>
            </a:r>
            <a:r>
              <a:rPr lang="es-ES" sz="2000" dirty="0">
                <a:latin typeface="+mj-lt"/>
              </a:rPr>
              <a:t>, </a:t>
            </a:r>
            <a:r>
              <a:rPr lang="es-ES" sz="2000" dirty="0" err="1">
                <a:latin typeface="+mj-lt"/>
              </a:rPr>
              <a:t>let's</a:t>
            </a:r>
            <a:r>
              <a:rPr lang="es-ES" sz="2000" dirty="0">
                <a:latin typeface="+mj-lt"/>
              </a:rPr>
              <a:t> </a:t>
            </a:r>
            <a:r>
              <a:rPr lang="es-ES" sz="2000" dirty="0" err="1">
                <a:latin typeface="+mj-lt"/>
              </a:rPr>
              <a:t>take</a:t>
            </a:r>
            <a:r>
              <a:rPr lang="es-ES" sz="2000" dirty="0">
                <a:latin typeface="+mj-lt"/>
              </a:rPr>
              <a:t> </a:t>
            </a:r>
            <a:r>
              <a:rPr lang="es-ES" sz="2000" dirty="0" err="1">
                <a:latin typeface="+mj-lt"/>
              </a:rPr>
              <a:t>the</a:t>
            </a:r>
            <a:r>
              <a:rPr lang="es-ES" sz="2000" dirty="0">
                <a:latin typeface="+mj-lt"/>
              </a:rPr>
              <a:t> </a:t>
            </a:r>
            <a:r>
              <a:rPr lang="es-ES" sz="2000" dirty="0" err="1">
                <a:latin typeface="+mj-lt"/>
              </a:rPr>
              <a:t>same</a:t>
            </a:r>
            <a:r>
              <a:rPr lang="es-ES" sz="2000" dirty="0">
                <a:latin typeface="+mj-lt"/>
              </a:rPr>
              <a:t> </a:t>
            </a:r>
            <a:r>
              <a:rPr lang="es-ES" sz="2000" dirty="0" err="1">
                <a:latin typeface="+mj-lt"/>
              </a:rPr>
              <a:t>sentence</a:t>
            </a:r>
            <a:r>
              <a:rPr lang="es-ES" sz="2000" dirty="0">
                <a:latin typeface="+mj-lt"/>
              </a:rPr>
              <a:t>, </a:t>
            </a:r>
            <a:r>
              <a:rPr lang="es-ES" sz="2000" b="1" dirty="0" err="1">
                <a:latin typeface="+mj-lt"/>
              </a:rPr>
              <a:t>The</a:t>
            </a:r>
            <a:r>
              <a:rPr lang="es-ES" sz="2000" b="1" dirty="0">
                <a:latin typeface="+mj-lt"/>
              </a:rPr>
              <a:t> </a:t>
            </a:r>
            <a:r>
              <a:rPr lang="es-ES" sz="2000" b="1" dirty="0" err="1">
                <a:latin typeface="+mj-lt"/>
              </a:rPr>
              <a:t>sun</a:t>
            </a:r>
            <a:r>
              <a:rPr lang="es-ES" sz="2000" b="1" dirty="0">
                <a:latin typeface="+mj-lt"/>
              </a:rPr>
              <a:t> </a:t>
            </a:r>
            <a:r>
              <a:rPr lang="es-ES" sz="2000" b="1" dirty="0" err="1">
                <a:latin typeface="+mj-lt"/>
              </a:rPr>
              <a:t>rises</a:t>
            </a:r>
            <a:r>
              <a:rPr lang="es-ES" sz="2000" b="1" dirty="0">
                <a:latin typeface="+mj-lt"/>
              </a:rPr>
              <a:t> in </a:t>
            </a:r>
            <a:r>
              <a:rPr lang="es-ES" sz="2000" b="1" dirty="0" err="1">
                <a:latin typeface="+mj-lt"/>
              </a:rPr>
              <a:t>the</a:t>
            </a:r>
            <a:r>
              <a:rPr lang="es-ES" sz="2000" b="1" dirty="0">
                <a:latin typeface="+mj-lt"/>
              </a:rPr>
              <a:t> ____. </a:t>
            </a:r>
            <a:r>
              <a:rPr lang="es-ES" sz="2000" dirty="0">
                <a:latin typeface="+mj-lt"/>
              </a:rPr>
              <a:t>As </a:t>
            </a:r>
            <a:r>
              <a:rPr lang="es-ES" sz="2000" dirty="0" err="1">
                <a:latin typeface="+mj-lt"/>
              </a:rPr>
              <a:t>shown</a:t>
            </a:r>
            <a:r>
              <a:rPr lang="es-ES" sz="2000" dirty="0">
                <a:latin typeface="+mj-lt"/>
              </a:rPr>
              <a:t> in </a:t>
            </a:r>
            <a:r>
              <a:rPr lang="es-ES" sz="2000" dirty="0" err="1">
                <a:latin typeface="+mj-lt"/>
              </a:rPr>
              <a:t>the</a:t>
            </a:r>
            <a:r>
              <a:rPr lang="es-ES" sz="2000" dirty="0">
                <a:latin typeface="+mj-lt"/>
              </a:rPr>
              <a:t> </a:t>
            </a:r>
            <a:r>
              <a:rPr lang="es-ES" sz="2000" dirty="0" err="1">
                <a:latin typeface="+mj-lt"/>
              </a:rPr>
              <a:t>following</a:t>
            </a:r>
            <a:r>
              <a:rPr lang="es-ES" sz="2000" dirty="0">
                <a:latin typeface="+mj-lt"/>
              </a:rPr>
              <a:t> figure, </a:t>
            </a:r>
            <a:r>
              <a:rPr lang="es-ES" sz="2000" dirty="0" err="1">
                <a:latin typeface="+mj-lt"/>
              </a:rPr>
              <a:t>we</a:t>
            </a:r>
            <a:r>
              <a:rPr lang="es-ES" sz="2000" dirty="0">
                <a:latin typeface="+mj-lt"/>
              </a:rPr>
              <a:t> </a:t>
            </a:r>
            <a:r>
              <a:rPr lang="es-ES" sz="2000" dirty="0" err="1">
                <a:latin typeface="+mj-lt"/>
              </a:rPr>
              <a:t>first</a:t>
            </a:r>
            <a:r>
              <a:rPr lang="es-ES" sz="2000" dirty="0">
                <a:latin typeface="+mj-lt"/>
              </a:rPr>
              <a:t> </a:t>
            </a:r>
            <a:r>
              <a:rPr lang="es-ES" sz="2000" dirty="0" err="1">
                <a:latin typeface="+mj-lt"/>
              </a:rPr>
              <a:t>pass</a:t>
            </a:r>
            <a:r>
              <a:rPr lang="es-ES" sz="2000" dirty="0">
                <a:latin typeface="+mj-lt"/>
              </a:rPr>
              <a:t> </a:t>
            </a:r>
            <a:r>
              <a:rPr lang="es-ES" sz="2000" dirty="0" err="1">
                <a:latin typeface="+mj-lt"/>
              </a:rPr>
              <a:t>the</a:t>
            </a:r>
            <a:r>
              <a:rPr lang="es-ES" sz="2000" dirty="0">
                <a:latin typeface="+mj-lt"/>
              </a:rPr>
              <a:t> </a:t>
            </a:r>
            <a:r>
              <a:rPr lang="es-ES" sz="2000" dirty="0" err="1">
                <a:latin typeface="+mj-lt"/>
              </a:rPr>
              <a:t>word</a:t>
            </a:r>
            <a:r>
              <a:rPr lang="es-ES" sz="2000" dirty="0">
                <a:latin typeface="+mj-lt"/>
              </a:rPr>
              <a:t> </a:t>
            </a:r>
            <a:r>
              <a:rPr lang="es-ES" sz="2000" dirty="0" err="1">
                <a:latin typeface="+mj-lt"/>
              </a:rPr>
              <a:t>the</a:t>
            </a:r>
            <a:r>
              <a:rPr lang="es-ES" sz="2000" dirty="0">
                <a:latin typeface="+mj-lt"/>
              </a:rPr>
              <a:t> as </a:t>
            </a:r>
            <a:r>
              <a:rPr lang="es-ES" sz="2000" dirty="0" err="1">
                <a:latin typeface="+mj-lt"/>
              </a:rPr>
              <a:t>an</a:t>
            </a:r>
            <a:r>
              <a:rPr lang="es-ES" sz="2000" dirty="0">
                <a:latin typeface="+mj-lt"/>
              </a:rPr>
              <a:t> input, and </a:t>
            </a:r>
            <a:r>
              <a:rPr lang="es-ES" sz="2000" dirty="0" err="1">
                <a:latin typeface="+mj-lt"/>
              </a:rPr>
              <a:t>then</a:t>
            </a:r>
            <a:r>
              <a:rPr lang="es-ES" sz="2000" dirty="0">
                <a:latin typeface="+mj-lt"/>
              </a:rPr>
              <a:t> </a:t>
            </a:r>
            <a:r>
              <a:rPr lang="es-ES" sz="2000" dirty="0" err="1">
                <a:latin typeface="+mj-lt"/>
              </a:rPr>
              <a:t>we</a:t>
            </a:r>
            <a:r>
              <a:rPr lang="es-ES" sz="2000" dirty="0">
                <a:latin typeface="+mj-lt"/>
              </a:rPr>
              <a:t> </a:t>
            </a:r>
            <a:r>
              <a:rPr lang="es-ES" sz="2000" dirty="0" err="1">
                <a:latin typeface="+mj-lt"/>
              </a:rPr>
              <a:t>pass</a:t>
            </a:r>
            <a:r>
              <a:rPr lang="es-ES" sz="2000" dirty="0">
                <a:latin typeface="+mj-lt"/>
              </a:rPr>
              <a:t> </a:t>
            </a:r>
            <a:r>
              <a:rPr lang="es-ES" sz="2000" dirty="0" err="1">
                <a:latin typeface="+mj-lt"/>
              </a:rPr>
              <a:t>the</a:t>
            </a:r>
            <a:r>
              <a:rPr lang="es-ES" sz="2000" dirty="0">
                <a:latin typeface="+mj-lt"/>
              </a:rPr>
              <a:t> </a:t>
            </a:r>
            <a:r>
              <a:rPr lang="es-ES" sz="2000" dirty="0" err="1">
                <a:latin typeface="+mj-lt"/>
              </a:rPr>
              <a:t>next</a:t>
            </a:r>
            <a:r>
              <a:rPr lang="es-ES" sz="2000" dirty="0">
                <a:latin typeface="+mj-lt"/>
              </a:rPr>
              <a:t> </a:t>
            </a:r>
            <a:r>
              <a:rPr lang="es-ES" sz="2000" dirty="0" err="1">
                <a:latin typeface="+mj-lt"/>
              </a:rPr>
              <a:t>word</a:t>
            </a:r>
            <a:r>
              <a:rPr lang="es-ES" sz="2000" dirty="0">
                <a:latin typeface="+mj-lt"/>
              </a:rPr>
              <a:t>, </a:t>
            </a:r>
            <a:r>
              <a:rPr lang="es-ES" sz="2000" dirty="0" err="1">
                <a:latin typeface="+mj-lt"/>
              </a:rPr>
              <a:t>sun</a:t>
            </a:r>
            <a:r>
              <a:rPr lang="es-ES" sz="2000" dirty="0">
                <a:latin typeface="+mj-lt"/>
              </a:rPr>
              <a:t>, as input; </a:t>
            </a:r>
            <a:r>
              <a:rPr lang="es-ES" sz="2000" dirty="0" err="1">
                <a:latin typeface="+mj-lt"/>
              </a:rPr>
              <a:t>but</a:t>
            </a:r>
            <a:r>
              <a:rPr lang="es-ES" sz="2000" dirty="0">
                <a:latin typeface="+mj-lt"/>
              </a:rPr>
              <a:t> </a:t>
            </a:r>
            <a:r>
              <a:rPr lang="es-ES" sz="2000" dirty="0" err="1">
                <a:latin typeface="+mj-lt"/>
              </a:rPr>
              <a:t>along</a:t>
            </a:r>
            <a:r>
              <a:rPr lang="es-ES" sz="2000" dirty="0">
                <a:latin typeface="+mj-lt"/>
              </a:rPr>
              <a:t> </a:t>
            </a:r>
            <a:r>
              <a:rPr lang="es-ES" sz="2000" dirty="0" err="1">
                <a:latin typeface="+mj-lt"/>
              </a:rPr>
              <a:t>with</a:t>
            </a:r>
            <a:r>
              <a:rPr lang="es-ES" sz="2000" dirty="0">
                <a:latin typeface="+mj-lt"/>
              </a:rPr>
              <a:t> </a:t>
            </a:r>
            <a:r>
              <a:rPr lang="es-ES" sz="2000" dirty="0" err="1">
                <a:latin typeface="+mj-lt"/>
              </a:rPr>
              <a:t>this</a:t>
            </a:r>
            <a:r>
              <a:rPr lang="es-ES" sz="2000" dirty="0">
                <a:latin typeface="+mj-lt"/>
              </a:rPr>
              <a:t>, </a:t>
            </a:r>
            <a:r>
              <a:rPr lang="es-ES" sz="2000" dirty="0" err="1">
                <a:latin typeface="+mj-lt"/>
              </a:rPr>
              <a:t>we</a:t>
            </a:r>
            <a:r>
              <a:rPr lang="es-ES" sz="2000" dirty="0">
                <a:latin typeface="+mj-lt"/>
              </a:rPr>
              <a:t> </a:t>
            </a:r>
            <a:r>
              <a:rPr lang="es-ES" sz="2000" dirty="0" err="1">
                <a:latin typeface="+mj-lt"/>
              </a:rPr>
              <a:t>also</a:t>
            </a:r>
            <a:r>
              <a:rPr lang="es-ES" sz="2000" dirty="0">
                <a:latin typeface="+mj-lt"/>
              </a:rPr>
              <a:t> </a:t>
            </a:r>
            <a:r>
              <a:rPr lang="es-ES" sz="2000" dirty="0" err="1">
                <a:latin typeface="+mj-lt"/>
              </a:rPr>
              <a:t>pass</a:t>
            </a:r>
            <a:r>
              <a:rPr lang="es-ES" sz="2000" dirty="0">
                <a:latin typeface="+mj-lt"/>
              </a:rPr>
              <a:t> </a:t>
            </a:r>
            <a:r>
              <a:rPr lang="es-ES" sz="2000" dirty="0" err="1">
                <a:latin typeface="+mj-lt"/>
              </a:rPr>
              <a:t>the</a:t>
            </a:r>
            <a:r>
              <a:rPr lang="es-ES" sz="2000" dirty="0">
                <a:latin typeface="+mj-lt"/>
              </a:rPr>
              <a:t> </a:t>
            </a:r>
            <a:r>
              <a:rPr lang="es-ES" sz="2000" dirty="0" err="1">
                <a:latin typeface="+mj-lt"/>
              </a:rPr>
              <a:t>previous</a:t>
            </a:r>
            <a:r>
              <a:rPr lang="es-ES" sz="2000" dirty="0">
                <a:latin typeface="+mj-lt"/>
              </a:rPr>
              <a:t> </a:t>
            </a:r>
            <a:r>
              <a:rPr lang="es-ES" sz="2000" dirty="0" err="1">
                <a:latin typeface="+mj-lt"/>
              </a:rPr>
              <a:t>hidden</a:t>
            </a:r>
            <a:r>
              <a:rPr lang="es-ES" sz="2000" dirty="0">
                <a:latin typeface="+mj-lt"/>
              </a:rPr>
              <a:t> </a:t>
            </a:r>
            <a:r>
              <a:rPr lang="es-ES" sz="2000" dirty="0" err="1">
                <a:latin typeface="+mj-lt"/>
              </a:rPr>
              <a:t>state</a:t>
            </a:r>
            <a:r>
              <a:rPr lang="es-ES" sz="2000" dirty="0">
                <a:latin typeface="+mj-lt"/>
              </a:rPr>
              <a:t>. So, </a:t>
            </a:r>
            <a:r>
              <a:rPr lang="es-ES" sz="2000" dirty="0" err="1">
                <a:latin typeface="+mj-lt"/>
              </a:rPr>
              <a:t>every</a:t>
            </a:r>
            <a:r>
              <a:rPr lang="es-ES" sz="2000" dirty="0">
                <a:latin typeface="+mj-lt"/>
              </a:rPr>
              <a:t> time </a:t>
            </a:r>
            <a:r>
              <a:rPr lang="es-ES" sz="2000" dirty="0" err="1">
                <a:latin typeface="+mj-lt"/>
              </a:rPr>
              <a:t>we</a:t>
            </a:r>
            <a:r>
              <a:rPr lang="es-ES" sz="2000" dirty="0">
                <a:latin typeface="+mj-lt"/>
              </a:rPr>
              <a:t> </a:t>
            </a:r>
            <a:r>
              <a:rPr lang="es-ES" sz="2000" dirty="0" err="1">
                <a:latin typeface="+mj-lt"/>
              </a:rPr>
              <a:t>pass</a:t>
            </a:r>
            <a:r>
              <a:rPr lang="es-ES" sz="2000" dirty="0">
                <a:latin typeface="+mj-lt"/>
              </a:rPr>
              <a:t> </a:t>
            </a:r>
            <a:r>
              <a:rPr lang="es-ES" sz="2000" dirty="0" err="1">
                <a:latin typeface="+mj-lt"/>
              </a:rPr>
              <a:t>the</a:t>
            </a:r>
            <a:r>
              <a:rPr lang="es-ES" sz="2000" dirty="0">
                <a:latin typeface="+mj-lt"/>
              </a:rPr>
              <a:t> input </a:t>
            </a:r>
            <a:r>
              <a:rPr lang="es-ES" sz="2000" dirty="0" err="1">
                <a:latin typeface="+mj-lt"/>
              </a:rPr>
              <a:t>word</a:t>
            </a:r>
            <a:r>
              <a:rPr lang="es-ES" sz="2000" dirty="0">
                <a:latin typeface="+mj-lt"/>
              </a:rPr>
              <a:t>, </a:t>
            </a:r>
            <a:r>
              <a:rPr lang="es-ES" sz="2000" dirty="0" err="1">
                <a:latin typeface="+mj-lt"/>
              </a:rPr>
              <a:t>we</a:t>
            </a:r>
            <a:r>
              <a:rPr lang="es-ES" sz="2000" dirty="0">
                <a:latin typeface="+mj-lt"/>
              </a:rPr>
              <a:t> </a:t>
            </a:r>
            <a:r>
              <a:rPr lang="es-ES" sz="2000" dirty="0" err="1">
                <a:latin typeface="+mj-lt"/>
              </a:rPr>
              <a:t>also</a:t>
            </a:r>
            <a:r>
              <a:rPr lang="es-ES" sz="2000" dirty="0">
                <a:latin typeface="+mj-lt"/>
              </a:rPr>
              <a:t> </a:t>
            </a:r>
            <a:r>
              <a:rPr lang="es-ES" sz="2000" dirty="0" err="1">
                <a:latin typeface="+mj-lt"/>
              </a:rPr>
              <a:t>pass</a:t>
            </a:r>
            <a:r>
              <a:rPr lang="es-ES" sz="2000" dirty="0">
                <a:latin typeface="+mj-lt"/>
              </a:rPr>
              <a:t> a </a:t>
            </a:r>
            <a:r>
              <a:rPr lang="es-ES" sz="2000" dirty="0" err="1">
                <a:latin typeface="+mj-lt"/>
              </a:rPr>
              <a:t>previous</a:t>
            </a:r>
            <a:r>
              <a:rPr lang="es-ES" sz="2000" dirty="0">
                <a:latin typeface="+mj-lt"/>
              </a:rPr>
              <a:t> </a:t>
            </a:r>
            <a:r>
              <a:rPr lang="es-ES" sz="2000" dirty="0" err="1">
                <a:latin typeface="+mj-lt"/>
              </a:rPr>
              <a:t>hidden</a:t>
            </a:r>
            <a:r>
              <a:rPr lang="es-ES" sz="2000" dirty="0">
                <a:latin typeface="+mj-lt"/>
              </a:rPr>
              <a:t> </a:t>
            </a:r>
            <a:r>
              <a:rPr lang="es-ES" sz="2000" dirty="0" err="1">
                <a:latin typeface="+mj-lt"/>
              </a:rPr>
              <a:t>state</a:t>
            </a:r>
            <a:r>
              <a:rPr lang="es-ES" sz="2000" dirty="0">
                <a:latin typeface="+mj-lt"/>
              </a:rPr>
              <a:t> as </a:t>
            </a:r>
            <a:r>
              <a:rPr lang="es-ES" sz="2000" dirty="0" err="1">
                <a:latin typeface="+mj-lt"/>
              </a:rPr>
              <a:t>an</a:t>
            </a:r>
            <a:r>
              <a:rPr lang="es-ES" sz="2000" dirty="0">
                <a:latin typeface="+mj-lt"/>
              </a:rPr>
              <a:t> input.</a:t>
            </a:r>
          </a:p>
        </p:txBody>
      </p:sp>
      <p:pic>
        <p:nvPicPr>
          <p:cNvPr id="3" name="Imagen 2">
            <a:extLst>
              <a:ext uri="{FF2B5EF4-FFF2-40B4-BE49-F238E27FC236}">
                <a16:creationId xmlns:a16="http://schemas.microsoft.com/office/drawing/2014/main" id="{8566566F-502D-934E-B1B1-BBEDD50E7BAA}"/>
              </a:ext>
            </a:extLst>
          </p:cNvPr>
          <p:cNvPicPr>
            <a:picLocks noChangeAspect="1"/>
          </p:cNvPicPr>
          <p:nvPr/>
        </p:nvPicPr>
        <p:blipFill>
          <a:blip r:embed="rId2"/>
          <a:stretch>
            <a:fillRect/>
          </a:stretch>
        </p:blipFill>
        <p:spPr>
          <a:xfrm>
            <a:off x="1729739" y="2213648"/>
            <a:ext cx="6153785" cy="2727624"/>
          </a:xfrm>
          <a:prstGeom prst="rect">
            <a:avLst/>
          </a:prstGeom>
        </p:spPr>
      </p:pic>
    </p:spTree>
    <p:extLst>
      <p:ext uri="{BB962C8B-B14F-4D97-AF65-F5344CB8AC3E}">
        <p14:creationId xmlns:p14="http://schemas.microsoft.com/office/powerpoint/2010/main" val="3500341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DCCBF-0212-0BAF-01FB-264DD533E7C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F2653AA-9A43-2387-E079-A97B5DF4A364}"/>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77D02452-3C05-BB66-C943-DE8EB49416BB}"/>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2BD01BC-4A42-C0F3-25B4-8C78A6EC1DDF}"/>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F0C21816-B064-1867-0C10-2E2A9511E49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D00DF9B0-3AA0-7397-ED3B-0DDF81AB45E0}"/>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Feedforward</a:t>
            </a:r>
            <a:r>
              <a:rPr lang="es-MX" sz="2400" b="1" dirty="0">
                <a:solidFill>
                  <a:srgbClr val="002060"/>
                </a:solidFill>
                <a:latin typeface="Raleway" pitchFamily="2" charset="0"/>
                <a:ea typeface="+mn-ea"/>
                <a:cs typeface="+mn-cs"/>
              </a:rPr>
              <a:t> Vs RNN</a:t>
            </a:r>
          </a:p>
        </p:txBody>
      </p:sp>
      <p:sp>
        <p:nvSpPr>
          <p:cNvPr id="4" name="CuadroTexto 3">
            <a:extLst>
              <a:ext uri="{FF2B5EF4-FFF2-40B4-BE49-F238E27FC236}">
                <a16:creationId xmlns:a16="http://schemas.microsoft.com/office/drawing/2014/main" id="{EC288B38-9998-127D-D799-4ACA27B26DF2}"/>
              </a:ext>
            </a:extLst>
          </p:cNvPr>
          <p:cNvSpPr txBox="1"/>
          <p:nvPr/>
        </p:nvSpPr>
        <p:spPr>
          <a:xfrm>
            <a:off x="485157" y="605414"/>
            <a:ext cx="8658843" cy="769441"/>
          </a:xfrm>
          <a:prstGeom prst="rect">
            <a:avLst/>
          </a:prstGeom>
          <a:noFill/>
        </p:spPr>
        <p:txBody>
          <a:bodyPr wrap="square">
            <a:spAutoFit/>
          </a:bodyPr>
          <a:lstStyle/>
          <a:p>
            <a:pPr algn="just"/>
            <a:r>
              <a:rPr lang="es-ES" sz="2200" dirty="0">
                <a:latin typeface="+mj-lt"/>
              </a:rPr>
              <a:t>A </a:t>
            </a:r>
            <a:r>
              <a:rPr lang="es-ES" sz="2200" dirty="0" err="1">
                <a:latin typeface="+mj-lt"/>
              </a:rPr>
              <a:t>comparison</a:t>
            </a:r>
            <a:r>
              <a:rPr lang="es-ES" sz="2200" dirty="0">
                <a:latin typeface="+mj-lt"/>
              </a:rPr>
              <a:t> </a:t>
            </a:r>
            <a:r>
              <a:rPr lang="es-ES" sz="2200" dirty="0" err="1">
                <a:latin typeface="+mj-lt"/>
              </a:rPr>
              <a:t>between</a:t>
            </a:r>
            <a:r>
              <a:rPr lang="es-ES" sz="2200" dirty="0">
                <a:latin typeface="+mj-lt"/>
              </a:rPr>
              <a:t> </a:t>
            </a:r>
            <a:r>
              <a:rPr lang="es-ES" sz="2200" dirty="0" err="1">
                <a:latin typeface="+mj-lt"/>
              </a:rPr>
              <a:t>an</a:t>
            </a:r>
            <a:r>
              <a:rPr lang="es-ES" sz="2200" dirty="0">
                <a:latin typeface="+mj-lt"/>
              </a:rPr>
              <a:t> RNN and a </a:t>
            </a:r>
            <a:r>
              <a:rPr lang="es-ES" sz="2200" dirty="0" err="1">
                <a:latin typeface="+mj-lt"/>
              </a:rPr>
              <a:t>Feedforward</a:t>
            </a:r>
            <a:r>
              <a:rPr lang="es-ES" sz="2200" dirty="0">
                <a:latin typeface="+mj-lt"/>
              </a:rPr>
              <a:t> </a:t>
            </a:r>
            <a:r>
              <a:rPr lang="es-ES" sz="2200" dirty="0" err="1">
                <a:latin typeface="+mj-lt"/>
              </a:rPr>
              <a:t>network</a:t>
            </a:r>
            <a:r>
              <a:rPr lang="es-ES" sz="2200" dirty="0">
                <a:latin typeface="+mj-lt"/>
              </a:rPr>
              <a:t> </a:t>
            </a:r>
            <a:r>
              <a:rPr lang="es-ES" sz="2200" dirty="0" err="1">
                <a:latin typeface="+mj-lt"/>
              </a:rPr>
              <a:t>is</a:t>
            </a:r>
            <a:r>
              <a:rPr lang="es-ES" sz="2200" dirty="0">
                <a:latin typeface="+mj-lt"/>
              </a:rPr>
              <a:t> </a:t>
            </a:r>
            <a:r>
              <a:rPr lang="es-ES" sz="2200" dirty="0" err="1">
                <a:latin typeface="+mj-lt"/>
              </a:rPr>
              <a:t>shown</a:t>
            </a:r>
            <a:r>
              <a:rPr lang="es-ES" sz="2200" dirty="0">
                <a:latin typeface="+mj-lt"/>
              </a:rPr>
              <a:t> in </a:t>
            </a:r>
            <a:r>
              <a:rPr lang="es-ES" sz="2200" dirty="0" err="1">
                <a:latin typeface="+mj-lt"/>
              </a:rPr>
              <a:t>the</a:t>
            </a:r>
            <a:r>
              <a:rPr lang="es-ES" sz="2200" dirty="0">
                <a:latin typeface="+mj-lt"/>
              </a:rPr>
              <a:t> </a:t>
            </a:r>
            <a:r>
              <a:rPr lang="es-ES" sz="2200" dirty="0" err="1">
                <a:latin typeface="+mj-lt"/>
              </a:rPr>
              <a:t>following</a:t>
            </a:r>
            <a:r>
              <a:rPr lang="es-ES" sz="2200" dirty="0">
                <a:latin typeface="+mj-lt"/>
              </a:rPr>
              <a:t> </a:t>
            </a:r>
            <a:r>
              <a:rPr lang="es-ES" sz="2200" dirty="0" err="1">
                <a:latin typeface="+mj-lt"/>
              </a:rPr>
              <a:t>diagram</a:t>
            </a:r>
            <a:r>
              <a:rPr lang="es-ES" sz="2200" dirty="0">
                <a:latin typeface="+mj-lt"/>
              </a:rPr>
              <a:t>:</a:t>
            </a:r>
          </a:p>
        </p:txBody>
      </p:sp>
      <p:pic>
        <p:nvPicPr>
          <p:cNvPr id="7" name="Imagen 6">
            <a:extLst>
              <a:ext uri="{FF2B5EF4-FFF2-40B4-BE49-F238E27FC236}">
                <a16:creationId xmlns:a16="http://schemas.microsoft.com/office/drawing/2014/main" id="{87306673-6F67-D4A4-D7C1-FDF67091FA2F}"/>
              </a:ext>
            </a:extLst>
          </p:cNvPr>
          <p:cNvPicPr>
            <a:picLocks noChangeAspect="1"/>
          </p:cNvPicPr>
          <p:nvPr/>
        </p:nvPicPr>
        <p:blipFill>
          <a:blip r:embed="rId2"/>
          <a:stretch>
            <a:fillRect/>
          </a:stretch>
        </p:blipFill>
        <p:spPr>
          <a:xfrm>
            <a:off x="5631171" y="2383486"/>
            <a:ext cx="17" cy="13"/>
          </a:xfrm>
          <a:prstGeom prst="rect">
            <a:avLst/>
          </a:prstGeom>
        </p:spPr>
      </p:pic>
      <p:pic>
        <p:nvPicPr>
          <p:cNvPr id="8" name="Imagen 7">
            <a:extLst>
              <a:ext uri="{FF2B5EF4-FFF2-40B4-BE49-F238E27FC236}">
                <a16:creationId xmlns:a16="http://schemas.microsoft.com/office/drawing/2014/main" id="{61E8B544-7BB6-D861-D7C7-5226A0BACB5A}"/>
              </a:ext>
            </a:extLst>
          </p:cNvPr>
          <p:cNvPicPr>
            <a:picLocks noChangeAspect="1"/>
          </p:cNvPicPr>
          <p:nvPr/>
        </p:nvPicPr>
        <p:blipFill>
          <a:blip r:embed="rId3"/>
          <a:stretch>
            <a:fillRect/>
          </a:stretch>
        </p:blipFill>
        <p:spPr>
          <a:xfrm>
            <a:off x="360697" y="1508840"/>
            <a:ext cx="4211303" cy="3184547"/>
          </a:xfrm>
          <a:prstGeom prst="rect">
            <a:avLst/>
          </a:prstGeom>
        </p:spPr>
      </p:pic>
      <p:sp>
        <p:nvSpPr>
          <p:cNvPr id="9" name="CuadroTexto 8">
            <a:extLst>
              <a:ext uri="{FF2B5EF4-FFF2-40B4-BE49-F238E27FC236}">
                <a16:creationId xmlns:a16="http://schemas.microsoft.com/office/drawing/2014/main" id="{36340C56-610E-6C01-2CD3-630F3A40C572}"/>
              </a:ext>
            </a:extLst>
          </p:cNvPr>
          <p:cNvSpPr txBox="1"/>
          <p:nvPr/>
        </p:nvSpPr>
        <p:spPr>
          <a:xfrm>
            <a:off x="4724400" y="1870006"/>
            <a:ext cx="3990332" cy="2462213"/>
          </a:xfrm>
          <a:prstGeom prst="rect">
            <a:avLst/>
          </a:prstGeom>
          <a:noFill/>
        </p:spPr>
        <p:txBody>
          <a:bodyPr wrap="square">
            <a:spAutoFit/>
          </a:bodyPr>
          <a:lstStyle/>
          <a:p>
            <a:pPr algn="just"/>
            <a:r>
              <a:rPr lang="es-ES" sz="2200" dirty="0">
                <a:latin typeface="+mj-lt"/>
              </a:rPr>
              <a:t>As </a:t>
            </a:r>
            <a:r>
              <a:rPr lang="es-ES" sz="2200" dirty="0" err="1">
                <a:latin typeface="+mj-lt"/>
              </a:rPr>
              <a:t>you</a:t>
            </a:r>
            <a:r>
              <a:rPr lang="es-ES" sz="2200" dirty="0">
                <a:latin typeface="+mj-lt"/>
              </a:rPr>
              <a:t> can observe in </a:t>
            </a:r>
            <a:r>
              <a:rPr lang="es-ES" sz="2200" dirty="0" err="1">
                <a:latin typeface="+mj-lt"/>
              </a:rPr>
              <a:t>the</a:t>
            </a:r>
            <a:r>
              <a:rPr lang="es-ES" sz="2200" dirty="0">
                <a:latin typeface="+mj-lt"/>
              </a:rPr>
              <a:t> </a:t>
            </a:r>
            <a:r>
              <a:rPr lang="es-ES" sz="2200" dirty="0" err="1">
                <a:latin typeface="+mj-lt"/>
              </a:rPr>
              <a:t>preceding</a:t>
            </a:r>
            <a:r>
              <a:rPr lang="es-ES" sz="2200" dirty="0">
                <a:latin typeface="+mj-lt"/>
              </a:rPr>
              <a:t> </a:t>
            </a:r>
            <a:r>
              <a:rPr lang="es-ES" sz="2200" dirty="0" err="1">
                <a:latin typeface="+mj-lt"/>
              </a:rPr>
              <a:t>diagram</a:t>
            </a:r>
            <a:r>
              <a:rPr lang="es-ES" sz="2200" dirty="0">
                <a:latin typeface="+mj-lt"/>
              </a:rPr>
              <a:t>, </a:t>
            </a:r>
            <a:r>
              <a:rPr lang="es-ES" sz="2200" dirty="0" err="1">
                <a:latin typeface="+mj-lt"/>
              </a:rPr>
              <a:t>the</a:t>
            </a:r>
            <a:r>
              <a:rPr lang="es-ES" sz="2200" dirty="0">
                <a:latin typeface="+mj-lt"/>
              </a:rPr>
              <a:t> RNN </a:t>
            </a:r>
            <a:r>
              <a:rPr lang="es-ES" sz="2200" dirty="0" err="1">
                <a:latin typeface="+mj-lt"/>
              </a:rPr>
              <a:t>contains</a:t>
            </a:r>
            <a:r>
              <a:rPr lang="es-ES" sz="2200" dirty="0">
                <a:latin typeface="+mj-lt"/>
              </a:rPr>
              <a:t> a </a:t>
            </a:r>
            <a:r>
              <a:rPr lang="es-ES" sz="2200" dirty="0" err="1">
                <a:latin typeface="+mj-lt"/>
              </a:rPr>
              <a:t>looped</a:t>
            </a:r>
            <a:r>
              <a:rPr lang="es-ES" sz="2200" dirty="0">
                <a:latin typeface="+mj-lt"/>
              </a:rPr>
              <a:t> </a:t>
            </a:r>
            <a:r>
              <a:rPr lang="es-ES" sz="2200" dirty="0" err="1">
                <a:latin typeface="+mj-lt"/>
              </a:rPr>
              <a:t>connection</a:t>
            </a:r>
            <a:r>
              <a:rPr lang="es-ES" sz="2200" dirty="0">
                <a:latin typeface="+mj-lt"/>
              </a:rPr>
              <a:t> in </a:t>
            </a:r>
            <a:r>
              <a:rPr lang="es-ES" sz="2200" dirty="0" err="1">
                <a:latin typeface="+mj-lt"/>
              </a:rPr>
              <a:t>the</a:t>
            </a:r>
            <a:r>
              <a:rPr lang="es-ES" sz="2200" dirty="0">
                <a:latin typeface="+mj-lt"/>
              </a:rPr>
              <a:t> </a:t>
            </a:r>
            <a:r>
              <a:rPr lang="es-ES" sz="2200" dirty="0" err="1">
                <a:latin typeface="+mj-lt"/>
              </a:rPr>
              <a:t>hidden</a:t>
            </a:r>
            <a:r>
              <a:rPr lang="es-ES" sz="2200" dirty="0">
                <a:latin typeface="+mj-lt"/>
              </a:rPr>
              <a:t> </a:t>
            </a:r>
            <a:r>
              <a:rPr lang="es-ES" sz="2200" dirty="0" err="1">
                <a:latin typeface="+mj-lt"/>
              </a:rPr>
              <a:t>layer</a:t>
            </a:r>
            <a:r>
              <a:rPr lang="es-ES" sz="2200" dirty="0">
                <a:latin typeface="+mj-lt"/>
              </a:rPr>
              <a:t>, </a:t>
            </a:r>
            <a:r>
              <a:rPr lang="es-ES" sz="2200" dirty="0" err="1">
                <a:latin typeface="+mj-lt"/>
              </a:rPr>
              <a:t>which</a:t>
            </a:r>
            <a:r>
              <a:rPr lang="es-ES" sz="2200" dirty="0">
                <a:latin typeface="+mj-lt"/>
              </a:rPr>
              <a:t> </a:t>
            </a:r>
            <a:r>
              <a:rPr lang="es-ES" sz="2200" dirty="0" err="1">
                <a:latin typeface="+mj-lt"/>
              </a:rPr>
              <a:t>implies</a:t>
            </a:r>
            <a:r>
              <a:rPr lang="es-ES" sz="2200" dirty="0">
                <a:latin typeface="+mj-lt"/>
              </a:rPr>
              <a:t> </a:t>
            </a:r>
            <a:r>
              <a:rPr lang="es-ES" sz="2200" dirty="0" err="1">
                <a:latin typeface="+mj-lt"/>
              </a:rPr>
              <a:t>that</a:t>
            </a:r>
            <a:r>
              <a:rPr lang="es-ES" sz="2200" dirty="0">
                <a:latin typeface="+mj-lt"/>
              </a:rPr>
              <a:t> </a:t>
            </a:r>
            <a:r>
              <a:rPr lang="es-ES" sz="2200" dirty="0" err="1">
                <a:latin typeface="+mj-lt"/>
              </a:rPr>
              <a:t>we</a:t>
            </a:r>
            <a:r>
              <a:rPr lang="es-ES" sz="2200" dirty="0">
                <a:latin typeface="+mj-lt"/>
              </a:rPr>
              <a:t> use </a:t>
            </a:r>
            <a:r>
              <a:rPr lang="es-ES" sz="2200" dirty="0" err="1">
                <a:latin typeface="+mj-lt"/>
              </a:rPr>
              <a:t>the</a:t>
            </a:r>
            <a:r>
              <a:rPr lang="es-ES" sz="2200" dirty="0">
                <a:latin typeface="+mj-lt"/>
              </a:rPr>
              <a:t> </a:t>
            </a:r>
            <a:r>
              <a:rPr lang="es-ES" sz="2200" dirty="0" err="1">
                <a:latin typeface="+mj-lt"/>
              </a:rPr>
              <a:t>previous</a:t>
            </a:r>
            <a:r>
              <a:rPr lang="es-ES" sz="2200" dirty="0">
                <a:latin typeface="+mj-lt"/>
              </a:rPr>
              <a:t> </a:t>
            </a:r>
            <a:r>
              <a:rPr lang="es-ES" sz="2200" dirty="0" err="1">
                <a:latin typeface="+mj-lt"/>
              </a:rPr>
              <a:t>hidden</a:t>
            </a:r>
            <a:r>
              <a:rPr lang="es-ES" sz="2200" dirty="0">
                <a:latin typeface="+mj-lt"/>
              </a:rPr>
              <a:t> </a:t>
            </a:r>
            <a:r>
              <a:rPr lang="es-ES" sz="2200" dirty="0" err="1">
                <a:latin typeface="+mj-lt"/>
              </a:rPr>
              <a:t>state</a:t>
            </a:r>
            <a:r>
              <a:rPr lang="es-ES" sz="2200" dirty="0">
                <a:latin typeface="+mj-lt"/>
              </a:rPr>
              <a:t> </a:t>
            </a:r>
            <a:r>
              <a:rPr lang="es-ES" sz="2200" dirty="0" err="1">
                <a:latin typeface="+mj-lt"/>
              </a:rPr>
              <a:t>along</a:t>
            </a:r>
            <a:r>
              <a:rPr lang="es-ES" sz="2200" dirty="0">
                <a:latin typeface="+mj-lt"/>
              </a:rPr>
              <a:t> </a:t>
            </a:r>
            <a:r>
              <a:rPr lang="es-ES" sz="2200" dirty="0" err="1">
                <a:latin typeface="+mj-lt"/>
              </a:rPr>
              <a:t>with</a:t>
            </a:r>
            <a:r>
              <a:rPr lang="es-ES" sz="2200" dirty="0">
                <a:latin typeface="+mj-lt"/>
              </a:rPr>
              <a:t> </a:t>
            </a:r>
            <a:r>
              <a:rPr lang="es-ES" sz="2200" dirty="0" err="1">
                <a:latin typeface="+mj-lt"/>
              </a:rPr>
              <a:t>the</a:t>
            </a:r>
            <a:r>
              <a:rPr lang="es-ES" sz="2200" dirty="0">
                <a:latin typeface="+mj-lt"/>
              </a:rPr>
              <a:t> input </a:t>
            </a:r>
            <a:r>
              <a:rPr lang="es-ES" sz="2200" dirty="0" err="1">
                <a:latin typeface="+mj-lt"/>
              </a:rPr>
              <a:t>to</a:t>
            </a:r>
            <a:r>
              <a:rPr lang="es-ES" sz="2200" dirty="0">
                <a:latin typeface="+mj-lt"/>
              </a:rPr>
              <a:t> </a:t>
            </a:r>
            <a:r>
              <a:rPr lang="es-ES" sz="2200" dirty="0" err="1">
                <a:latin typeface="+mj-lt"/>
              </a:rPr>
              <a:t>predict</a:t>
            </a:r>
            <a:r>
              <a:rPr lang="es-ES" sz="2200" dirty="0">
                <a:latin typeface="+mj-lt"/>
              </a:rPr>
              <a:t> </a:t>
            </a:r>
            <a:r>
              <a:rPr lang="es-ES" sz="2200" dirty="0" err="1">
                <a:latin typeface="+mj-lt"/>
              </a:rPr>
              <a:t>the</a:t>
            </a:r>
            <a:r>
              <a:rPr lang="es-ES" sz="2200" dirty="0">
                <a:latin typeface="+mj-lt"/>
              </a:rPr>
              <a:t> output.</a:t>
            </a:r>
          </a:p>
        </p:txBody>
      </p:sp>
    </p:spTree>
    <p:extLst>
      <p:ext uri="{BB962C8B-B14F-4D97-AF65-F5344CB8AC3E}">
        <p14:creationId xmlns:p14="http://schemas.microsoft.com/office/powerpoint/2010/main" val="411556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0F38-53DE-E700-B550-0BEB0C67C10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071FC1E-352F-B064-E8F7-502AF978293B}"/>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BAA0981F-D26D-487F-A926-B36D507726A7}"/>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DBC16FC-2E24-429F-739A-1E795CB995F9}"/>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D2A10443-1FE0-CC83-8C49-301D888D44B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01AD1AA7-8FD9-BEED-13CE-15BBE9BB54A7}"/>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RNN</a:t>
            </a:r>
          </a:p>
        </p:txBody>
      </p:sp>
      <p:pic>
        <p:nvPicPr>
          <p:cNvPr id="7" name="Imagen 6">
            <a:extLst>
              <a:ext uri="{FF2B5EF4-FFF2-40B4-BE49-F238E27FC236}">
                <a16:creationId xmlns:a16="http://schemas.microsoft.com/office/drawing/2014/main" id="{3FF20049-9BD7-1EF3-0D80-7070C68A79DE}"/>
              </a:ext>
            </a:extLst>
          </p:cNvPr>
          <p:cNvPicPr>
            <a:picLocks noChangeAspect="1"/>
          </p:cNvPicPr>
          <p:nvPr/>
        </p:nvPicPr>
        <p:blipFill>
          <a:blip r:embed="rId2"/>
          <a:stretch>
            <a:fillRect/>
          </a:stretch>
        </p:blipFill>
        <p:spPr>
          <a:xfrm>
            <a:off x="5631171" y="2383486"/>
            <a:ext cx="17" cy="13"/>
          </a:xfrm>
          <a:prstGeom prst="rect">
            <a:avLst/>
          </a:prstGeom>
        </p:spPr>
      </p:pic>
      <p:sp>
        <p:nvSpPr>
          <p:cNvPr id="2" name="CuadroTexto 1">
            <a:extLst>
              <a:ext uri="{FF2B5EF4-FFF2-40B4-BE49-F238E27FC236}">
                <a16:creationId xmlns:a16="http://schemas.microsoft.com/office/drawing/2014/main" id="{E4218514-F4D1-0F6E-E798-AAEE11CB9C6D}"/>
              </a:ext>
            </a:extLst>
          </p:cNvPr>
          <p:cNvSpPr txBox="1"/>
          <p:nvPr/>
        </p:nvSpPr>
        <p:spPr>
          <a:xfrm>
            <a:off x="588962" y="540504"/>
            <a:ext cx="8259829" cy="1785104"/>
          </a:xfrm>
          <a:prstGeom prst="rect">
            <a:avLst/>
          </a:prstGeom>
          <a:noFill/>
        </p:spPr>
        <p:txBody>
          <a:bodyPr wrap="square">
            <a:spAutoFit/>
          </a:bodyPr>
          <a:lstStyle/>
          <a:p>
            <a:pPr algn="just"/>
            <a:r>
              <a:rPr lang="en-US" sz="2200" dirty="0">
                <a:latin typeface="+mj-lt"/>
              </a:rPr>
              <a:t>Let's look at the following unrolled version of an RNN. But wait; what is the unrolled version of an RNN? It means that we roll out the network for a complete sequence. Let's suppose that we have an input sentence with words; then, we will have to layers, one for each word, as shown in the following figure:</a:t>
            </a:r>
            <a:endParaRPr lang="es-ES" sz="2200" dirty="0">
              <a:latin typeface="+mj-lt"/>
            </a:endParaRPr>
          </a:p>
        </p:txBody>
      </p:sp>
      <p:pic>
        <p:nvPicPr>
          <p:cNvPr id="3" name="Imagen 2">
            <a:extLst>
              <a:ext uri="{FF2B5EF4-FFF2-40B4-BE49-F238E27FC236}">
                <a16:creationId xmlns:a16="http://schemas.microsoft.com/office/drawing/2014/main" id="{2548181F-E542-3AF1-0AAE-C3F6E8C755FD}"/>
              </a:ext>
            </a:extLst>
          </p:cNvPr>
          <p:cNvPicPr>
            <a:picLocks noChangeAspect="1"/>
          </p:cNvPicPr>
          <p:nvPr/>
        </p:nvPicPr>
        <p:blipFill>
          <a:blip r:embed="rId2"/>
          <a:stretch>
            <a:fillRect/>
          </a:stretch>
        </p:blipFill>
        <p:spPr>
          <a:xfrm>
            <a:off x="3349685" y="1653320"/>
            <a:ext cx="59786" cy="45719"/>
          </a:xfrm>
          <a:prstGeom prst="rect">
            <a:avLst/>
          </a:prstGeom>
        </p:spPr>
      </p:pic>
      <p:pic>
        <p:nvPicPr>
          <p:cNvPr id="10" name="Imagen 9">
            <a:extLst>
              <a:ext uri="{FF2B5EF4-FFF2-40B4-BE49-F238E27FC236}">
                <a16:creationId xmlns:a16="http://schemas.microsoft.com/office/drawing/2014/main" id="{F7D30D88-E4C0-701A-E2D5-967BDF01DD0E}"/>
              </a:ext>
            </a:extLst>
          </p:cNvPr>
          <p:cNvPicPr>
            <a:picLocks noChangeAspect="1"/>
          </p:cNvPicPr>
          <p:nvPr/>
        </p:nvPicPr>
        <p:blipFill>
          <a:blip r:embed="rId3"/>
          <a:stretch>
            <a:fillRect/>
          </a:stretch>
        </p:blipFill>
        <p:spPr>
          <a:xfrm>
            <a:off x="1516217" y="2303593"/>
            <a:ext cx="5722285" cy="2661859"/>
          </a:xfrm>
          <a:prstGeom prst="rect">
            <a:avLst/>
          </a:prstGeom>
        </p:spPr>
      </p:pic>
    </p:spTree>
    <p:extLst>
      <p:ext uri="{BB962C8B-B14F-4D97-AF65-F5344CB8AC3E}">
        <p14:creationId xmlns:p14="http://schemas.microsoft.com/office/powerpoint/2010/main" val="230060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6A428-20D3-2F85-35FE-017A5BDC5698}"/>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E4A6803C-FEE1-8A90-9BF2-265F32DA9976}"/>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6FA78C9-7CD2-8CBA-253D-57EFDCDE57A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75D2B022-84AD-B8A1-97BC-7DC36C1D699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CD4C5728-6809-6070-5742-854DEB13418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7CFE017F-F4CE-7829-EAAA-F4FCE2FA2403}"/>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44FCFE45-2A92-4514-3244-FADDA492E585}"/>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EE4C1BBD-3D74-998D-50B7-CB9DEACD005C}"/>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BAEB9A0F-6340-C274-F709-22EA4D5F4989}"/>
              </a:ext>
            </a:extLst>
          </p:cNvPr>
          <p:cNvPicPr>
            <a:picLocks noChangeAspect="1"/>
          </p:cNvPicPr>
          <p:nvPr/>
        </p:nvPicPr>
        <p:blipFill>
          <a:blip r:embed="rId2"/>
          <a:stretch>
            <a:fillRect/>
          </a:stretch>
        </p:blipFill>
        <p:spPr>
          <a:xfrm>
            <a:off x="6095991" y="3428993"/>
            <a:ext cx="17" cy="13"/>
          </a:xfrm>
          <a:prstGeom prst="rect">
            <a:avLst/>
          </a:prstGeom>
        </p:spPr>
      </p:pic>
      <p:sp>
        <p:nvSpPr>
          <p:cNvPr id="8" name="CuadroTexto 7">
            <a:extLst>
              <a:ext uri="{FF2B5EF4-FFF2-40B4-BE49-F238E27FC236}">
                <a16:creationId xmlns:a16="http://schemas.microsoft.com/office/drawing/2014/main" id="{AC0DC96E-B549-1D31-005F-A6A4198565FA}"/>
              </a:ext>
            </a:extLst>
          </p:cNvPr>
          <p:cNvSpPr txBox="1"/>
          <p:nvPr/>
        </p:nvSpPr>
        <p:spPr>
          <a:xfrm>
            <a:off x="588962" y="591043"/>
            <a:ext cx="8087344" cy="1107996"/>
          </a:xfrm>
          <a:prstGeom prst="rect">
            <a:avLst/>
          </a:prstGeom>
          <a:noFill/>
        </p:spPr>
        <p:txBody>
          <a:bodyPr wrap="square">
            <a:spAutoFit/>
          </a:bodyPr>
          <a:lstStyle/>
          <a:p>
            <a:pPr algn="just"/>
            <a:r>
              <a:rPr lang="es-ES" sz="2200" dirty="0" err="1">
                <a:latin typeface="+mj-lt"/>
              </a:rPr>
              <a:t>Let's</a:t>
            </a:r>
            <a:r>
              <a:rPr lang="es-ES" sz="2200" dirty="0">
                <a:latin typeface="+mj-lt"/>
              </a:rPr>
              <a:t> look at </a:t>
            </a:r>
            <a:r>
              <a:rPr lang="es-ES" sz="2200" dirty="0" err="1">
                <a:latin typeface="+mj-lt"/>
              </a:rPr>
              <a:t>how</a:t>
            </a:r>
            <a:r>
              <a:rPr lang="es-ES" sz="2200" dirty="0">
                <a:latin typeface="+mj-lt"/>
              </a:rPr>
              <a:t> </a:t>
            </a:r>
            <a:r>
              <a:rPr lang="es-ES" sz="2200" dirty="0" err="1">
                <a:latin typeface="+mj-lt"/>
              </a:rPr>
              <a:t>an</a:t>
            </a:r>
            <a:r>
              <a:rPr lang="es-ES" sz="2200" dirty="0">
                <a:latin typeface="+mj-lt"/>
              </a:rPr>
              <a:t> RNN uses forward </a:t>
            </a:r>
            <a:r>
              <a:rPr lang="es-ES" sz="2200" dirty="0" err="1">
                <a:latin typeface="+mj-lt"/>
              </a:rPr>
              <a:t>propagation</a:t>
            </a:r>
            <a:r>
              <a:rPr lang="es-ES" sz="2200" dirty="0">
                <a:latin typeface="+mj-lt"/>
              </a:rPr>
              <a:t> </a:t>
            </a:r>
            <a:r>
              <a:rPr lang="es-ES" sz="2200" dirty="0" err="1">
                <a:latin typeface="+mj-lt"/>
              </a:rPr>
              <a:t>to</a:t>
            </a:r>
            <a:r>
              <a:rPr lang="es-ES" sz="2200" dirty="0">
                <a:latin typeface="+mj-lt"/>
              </a:rPr>
              <a:t> </a:t>
            </a:r>
            <a:r>
              <a:rPr lang="es-ES" sz="2200" dirty="0" err="1">
                <a:latin typeface="+mj-lt"/>
              </a:rPr>
              <a:t>predict</a:t>
            </a:r>
            <a:r>
              <a:rPr lang="es-ES" sz="2200" dirty="0">
                <a:latin typeface="+mj-lt"/>
              </a:rPr>
              <a:t> </a:t>
            </a:r>
            <a:r>
              <a:rPr lang="es-ES" sz="2200" dirty="0" err="1">
                <a:latin typeface="+mj-lt"/>
              </a:rPr>
              <a:t>the</a:t>
            </a:r>
            <a:r>
              <a:rPr lang="es-ES" sz="2200" dirty="0">
                <a:latin typeface="+mj-lt"/>
              </a:rPr>
              <a:t> output; </a:t>
            </a:r>
            <a:r>
              <a:rPr lang="es-ES" sz="2200" dirty="0" err="1">
                <a:latin typeface="+mj-lt"/>
              </a:rPr>
              <a:t>but</a:t>
            </a:r>
            <a:r>
              <a:rPr lang="es-ES" sz="2200" dirty="0">
                <a:latin typeface="+mj-lt"/>
              </a:rPr>
              <a:t> </a:t>
            </a:r>
            <a:r>
              <a:rPr lang="es-ES" sz="2200" dirty="0" err="1">
                <a:latin typeface="+mj-lt"/>
              </a:rPr>
              <a:t>before</a:t>
            </a:r>
            <a:r>
              <a:rPr lang="es-ES" sz="2200" dirty="0">
                <a:latin typeface="+mj-lt"/>
              </a:rPr>
              <a:t> </a:t>
            </a:r>
            <a:r>
              <a:rPr lang="es-ES" sz="2200" dirty="0" err="1">
                <a:latin typeface="+mj-lt"/>
              </a:rPr>
              <a:t>we</a:t>
            </a:r>
            <a:r>
              <a:rPr lang="es-ES" sz="2200" dirty="0">
                <a:latin typeface="+mj-lt"/>
              </a:rPr>
              <a:t> </a:t>
            </a:r>
            <a:r>
              <a:rPr lang="es-ES" sz="2200" dirty="0" err="1">
                <a:latin typeface="+mj-lt"/>
              </a:rPr>
              <a:t>jump</a:t>
            </a:r>
            <a:r>
              <a:rPr lang="es-ES" sz="2200" dirty="0">
                <a:latin typeface="+mj-lt"/>
              </a:rPr>
              <a:t> </a:t>
            </a:r>
            <a:r>
              <a:rPr lang="es-ES" sz="2200" dirty="0" err="1">
                <a:latin typeface="+mj-lt"/>
              </a:rPr>
              <a:t>right</a:t>
            </a:r>
            <a:r>
              <a:rPr lang="es-ES" sz="2200" dirty="0">
                <a:latin typeface="+mj-lt"/>
              </a:rPr>
              <a:t> in, </a:t>
            </a:r>
            <a:r>
              <a:rPr lang="es-ES" sz="2200" dirty="0" err="1">
                <a:latin typeface="+mj-lt"/>
              </a:rPr>
              <a:t>let's</a:t>
            </a:r>
            <a:r>
              <a:rPr lang="es-ES" sz="2200" dirty="0">
                <a:latin typeface="+mj-lt"/>
              </a:rPr>
              <a:t> </a:t>
            </a:r>
            <a:r>
              <a:rPr lang="es-ES" sz="2200" dirty="0" err="1">
                <a:latin typeface="+mj-lt"/>
              </a:rPr>
              <a:t>get</a:t>
            </a:r>
            <a:r>
              <a:rPr lang="es-ES" sz="2200" dirty="0">
                <a:latin typeface="+mj-lt"/>
              </a:rPr>
              <a:t> familiar </a:t>
            </a:r>
            <a:r>
              <a:rPr lang="es-ES" sz="2200" dirty="0" err="1">
                <a:latin typeface="+mj-lt"/>
              </a:rPr>
              <a:t>with</a:t>
            </a:r>
            <a:r>
              <a:rPr lang="es-ES" sz="2200" dirty="0">
                <a:latin typeface="+mj-lt"/>
              </a:rPr>
              <a:t> </a:t>
            </a:r>
            <a:r>
              <a:rPr lang="es-ES" sz="2200" dirty="0" err="1">
                <a:latin typeface="+mj-lt"/>
              </a:rPr>
              <a:t>the</a:t>
            </a:r>
            <a:r>
              <a:rPr lang="es-ES" sz="2200" dirty="0">
                <a:latin typeface="+mj-lt"/>
              </a:rPr>
              <a:t> </a:t>
            </a:r>
            <a:r>
              <a:rPr lang="es-ES" sz="2200" dirty="0" err="1">
                <a:latin typeface="+mj-lt"/>
              </a:rPr>
              <a:t>notations</a:t>
            </a:r>
            <a:r>
              <a:rPr lang="es-ES" sz="2200" dirty="0">
                <a:latin typeface="+mj-lt"/>
              </a:rPr>
              <a:t>:</a:t>
            </a:r>
          </a:p>
        </p:txBody>
      </p:sp>
      <p:pic>
        <p:nvPicPr>
          <p:cNvPr id="9" name="Imagen 8">
            <a:extLst>
              <a:ext uri="{FF2B5EF4-FFF2-40B4-BE49-F238E27FC236}">
                <a16:creationId xmlns:a16="http://schemas.microsoft.com/office/drawing/2014/main" id="{F56A8C1F-6E62-8B67-D1EE-478E39E62974}"/>
              </a:ext>
            </a:extLst>
          </p:cNvPr>
          <p:cNvPicPr>
            <a:picLocks noChangeAspect="1"/>
          </p:cNvPicPr>
          <p:nvPr/>
        </p:nvPicPr>
        <p:blipFill>
          <a:blip r:embed="rId3"/>
          <a:stretch>
            <a:fillRect/>
          </a:stretch>
        </p:blipFill>
        <p:spPr>
          <a:xfrm>
            <a:off x="6094501" y="3427419"/>
            <a:ext cx="2997" cy="3161"/>
          </a:xfrm>
          <a:prstGeom prst="rect">
            <a:avLst/>
          </a:prstGeom>
        </p:spPr>
      </p:pic>
      <p:pic>
        <p:nvPicPr>
          <p:cNvPr id="11" name="Imagen 10">
            <a:extLst>
              <a:ext uri="{FF2B5EF4-FFF2-40B4-BE49-F238E27FC236}">
                <a16:creationId xmlns:a16="http://schemas.microsoft.com/office/drawing/2014/main" id="{DBCD1F89-8167-C88B-F1ED-2480E6C745F6}"/>
              </a:ext>
            </a:extLst>
          </p:cNvPr>
          <p:cNvPicPr>
            <a:picLocks noChangeAspect="1"/>
          </p:cNvPicPr>
          <p:nvPr/>
        </p:nvPicPr>
        <p:blipFill>
          <a:blip r:embed="rId4"/>
          <a:stretch>
            <a:fillRect/>
          </a:stretch>
        </p:blipFill>
        <p:spPr>
          <a:xfrm>
            <a:off x="609936" y="1699039"/>
            <a:ext cx="2474230" cy="3259227"/>
          </a:xfrm>
          <a:prstGeom prst="rect">
            <a:avLst/>
          </a:prstGeom>
        </p:spPr>
      </p:pic>
      <p:sp>
        <p:nvSpPr>
          <p:cNvPr id="15" name="CuadroTexto 14">
            <a:extLst>
              <a:ext uri="{FF2B5EF4-FFF2-40B4-BE49-F238E27FC236}">
                <a16:creationId xmlns:a16="http://schemas.microsoft.com/office/drawing/2014/main" id="{AE138240-455E-CF3F-F741-8253E3B66E6D}"/>
              </a:ext>
            </a:extLst>
          </p:cNvPr>
          <p:cNvSpPr txBox="1"/>
          <p:nvPr/>
        </p:nvSpPr>
        <p:spPr>
          <a:xfrm>
            <a:off x="3301771" y="1676179"/>
            <a:ext cx="5585460" cy="2308324"/>
          </a:xfrm>
          <a:prstGeom prst="rect">
            <a:avLst/>
          </a:prstGeom>
          <a:noFill/>
        </p:spPr>
        <p:txBody>
          <a:bodyPr wrap="square">
            <a:spAutoFit/>
          </a:bodyPr>
          <a:lstStyle/>
          <a:p>
            <a:pPr algn="just"/>
            <a:r>
              <a:rPr lang="es-ES" dirty="0" err="1">
                <a:latin typeface="+mj-lt"/>
              </a:rPr>
              <a:t>The</a:t>
            </a:r>
            <a:r>
              <a:rPr lang="es-ES" dirty="0">
                <a:latin typeface="+mj-lt"/>
              </a:rPr>
              <a:t> </a:t>
            </a:r>
            <a:r>
              <a:rPr lang="es-ES" dirty="0" err="1">
                <a:latin typeface="+mj-lt"/>
              </a:rPr>
              <a:t>preceding</a:t>
            </a:r>
            <a:r>
              <a:rPr lang="es-ES" dirty="0">
                <a:latin typeface="+mj-lt"/>
              </a:rPr>
              <a:t> figure </a:t>
            </a:r>
            <a:r>
              <a:rPr lang="es-ES" dirty="0" err="1">
                <a:latin typeface="+mj-lt"/>
              </a:rPr>
              <a:t>illustrates</a:t>
            </a:r>
            <a:r>
              <a:rPr lang="es-ES" dirty="0">
                <a:latin typeface="+mj-lt"/>
              </a:rPr>
              <a:t> </a:t>
            </a:r>
            <a:r>
              <a:rPr lang="es-ES" dirty="0" err="1">
                <a:latin typeface="+mj-lt"/>
              </a:rPr>
              <a:t>the</a:t>
            </a:r>
            <a:r>
              <a:rPr lang="es-ES" dirty="0">
                <a:latin typeface="+mj-lt"/>
              </a:rPr>
              <a:t> </a:t>
            </a:r>
            <a:r>
              <a:rPr lang="es-ES" dirty="0" err="1">
                <a:latin typeface="+mj-lt"/>
              </a:rPr>
              <a:t>following</a:t>
            </a:r>
            <a:r>
              <a:rPr lang="es-ES" dirty="0">
                <a:latin typeface="+mj-lt"/>
              </a:rPr>
              <a:t>:</a:t>
            </a:r>
          </a:p>
          <a:p>
            <a:pPr algn="just"/>
            <a:endParaRPr lang="es-ES" dirty="0">
              <a:latin typeface="+mj-lt"/>
            </a:endParaRPr>
          </a:p>
          <a:p>
            <a:pPr algn="just"/>
            <a:r>
              <a:rPr lang="es-ES" dirty="0">
                <a:latin typeface="+mj-lt"/>
              </a:rPr>
              <a:t>U </a:t>
            </a:r>
            <a:r>
              <a:rPr lang="es-ES" dirty="0" err="1">
                <a:latin typeface="+mj-lt"/>
              </a:rPr>
              <a:t>represents</a:t>
            </a:r>
            <a:r>
              <a:rPr lang="es-ES" dirty="0">
                <a:latin typeface="+mj-lt"/>
              </a:rPr>
              <a:t> </a:t>
            </a:r>
            <a:r>
              <a:rPr lang="es-ES" dirty="0" err="1">
                <a:latin typeface="+mj-lt"/>
              </a:rPr>
              <a:t>the</a:t>
            </a:r>
            <a:r>
              <a:rPr lang="es-ES" dirty="0">
                <a:latin typeface="+mj-lt"/>
              </a:rPr>
              <a:t> input </a:t>
            </a:r>
            <a:r>
              <a:rPr lang="es-ES" dirty="0" err="1">
                <a:latin typeface="+mj-lt"/>
              </a:rPr>
              <a:t>to</a:t>
            </a:r>
            <a:r>
              <a:rPr lang="es-ES" dirty="0">
                <a:latin typeface="+mj-lt"/>
              </a:rPr>
              <a:t> </a:t>
            </a:r>
            <a:r>
              <a:rPr lang="es-ES" dirty="0" err="1">
                <a:latin typeface="+mj-lt"/>
              </a:rPr>
              <a:t>hidden</a:t>
            </a:r>
            <a:r>
              <a:rPr lang="es-ES" dirty="0">
                <a:latin typeface="+mj-lt"/>
              </a:rPr>
              <a:t> </a:t>
            </a:r>
            <a:r>
              <a:rPr lang="es-ES" dirty="0" err="1">
                <a:latin typeface="+mj-lt"/>
              </a:rPr>
              <a:t>layer</a:t>
            </a:r>
            <a:r>
              <a:rPr lang="es-ES" dirty="0">
                <a:latin typeface="+mj-lt"/>
              </a:rPr>
              <a:t> </a:t>
            </a:r>
            <a:r>
              <a:rPr lang="es-ES" dirty="0" err="1">
                <a:latin typeface="+mj-lt"/>
              </a:rPr>
              <a:t>weight</a:t>
            </a:r>
            <a:r>
              <a:rPr lang="es-ES" dirty="0">
                <a:latin typeface="+mj-lt"/>
              </a:rPr>
              <a:t> </a:t>
            </a:r>
            <a:r>
              <a:rPr lang="es-ES" dirty="0" err="1">
                <a:latin typeface="+mj-lt"/>
              </a:rPr>
              <a:t>matrix</a:t>
            </a:r>
            <a:endParaRPr lang="es-ES" dirty="0">
              <a:latin typeface="+mj-lt"/>
            </a:endParaRPr>
          </a:p>
          <a:p>
            <a:pPr algn="just"/>
            <a:r>
              <a:rPr lang="es-ES" dirty="0">
                <a:latin typeface="+mj-lt"/>
              </a:rPr>
              <a:t>W </a:t>
            </a:r>
            <a:r>
              <a:rPr lang="es-ES" dirty="0" err="1">
                <a:latin typeface="+mj-lt"/>
              </a:rPr>
              <a:t>represents</a:t>
            </a:r>
            <a:r>
              <a:rPr lang="es-ES" dirty="0">
                <a:latin typeface="+mj-lt"/>
              </a:rPr>
              <a:t> </a:t>
            </a:r>
            <a:r>
              <a:rPr lang="es-ES" dirty="0" err="1">
                <a:latin typeface="+mj-lt"/>
              </a:rPr>
              <a:t>the</a:t>
            </a:r>
            <a:r>
              <a:rPr lang="es-ES" dirty="0">
                <a:latin typeface="+mj-lt"/>
              </a:rPr>
              <a:t> </a:t>
            </a:r>
            <a:r>
              <a:rPr lang="es-ES" dirty="0" err="1">
                <a:latin typeface="+mj-lt"/>
              </a:rPr>
              <a:t>hidden</a:t>
            </a:r>
            <a:r>
              <a:rPr lang="es-ES" dirty="0">
                <a:latin typeface="+mj-lt"/>
              </a:rPr>
              <a:t> </a:t>
            </a:r>
            <a:r>
              <a:rPr lang="es-ES" dirty="0" err="1">
                <a:latin typeface="+mj-lt"/>
              </a:rPr>
              <a:t>to</a:t>
            </a:r>
            <a:r>
              <a:rPr lang="es-ES" dirty="0">
                <a:latin typeface="+mj-lt"/>
              </a:rPr>
              <a:t> </a:t>
            </a:r>
            <a:r>
              <a:rPr lang="es-ES" dirty="0" err="1">
                <a:latin typeface="+mj-lt"/>
              </a:rPr>
              <a:t>hidden</a:t>
            </a:r>
            <a:r>
              <a:rPr lang="es-ES" dirty="0">
                <a:latin typeface="+mj-lt"/>
              </a:rPr>
              <a:t> </a:t>
            </a:r>
            <a:r>
              <a:rPr lang="es-ES" dirty="0" err="1">
                <a:latin typeface="+mj-lt"/>
              </a:rPr>
              <a:t>layer</a:t>
            </a:r>
            <a:r>
              <a:rPr lang="es-ES" dirty="0">
                <a:latin typeface="+mj-lt"/>
              </a:rPr>
              <a:t> </a:t>
            </a:r>
            <a:r>
              <a:rPr lang="es-ES" dirty="0" err="1">
                <a:latin typeface="+mj-lt"/>
              </a:rPr>
              <a:t>weight</a:t>
            </a:r>
            <a:r>
              <a:rPr lang="es-ES" dirty="0">
                <a:latin typeface="+mj-lt"/>
              </a:rPr>
              <a:t> </a:t>
            </a:r>
            <a:r>
              <a:rPr lang="es-ES" dirty="0" err="1">
                <a:latin typeface="+mj-lt"/>
              </a:rPr>
              <a:t>matrix</a:t>
            </a:r>
            <a:endParaRPr lang="es-ES" dirty="0">
              <a:latin typeface="+mj-lt"/>
            </a:endParaRPr>
          </a:p>
          <a:p>
            <a:pPr algn="just"/>
            <a:r>
              <a:rPr lang="es-ES" dirty="0">
                <a:latin typeface="+mj-lt"/>
              </a:rPr>
              <a:t>V </a:t>
            </a:r>
            <a:r>
              <a:rPr lang="es-ES" dirty="0" err="1">
                <a:latin typeface="+mj-lt"/>
              </a:rPr>
              <a:t>represents</a:t>
            </a:r>
            <a:r>
              <a:rPr lang="es-ES" dirty="0">
                <a:latin typeface="+mj-lt"/>
              </a:rPr>
              <a:t> </a:t>
            </a:r>
            <a:r>
              <a:rPr lang="es-ES" dirty="0" err="1">
                <a:latin typeface="+mj-lt"/>
              </a:rPr>
              <a:t>the</a:t>
            </a:r>
            <a:r>
              <a:rPr lang="es-ES" dirty="0">
                <a:latin typeface="+mj-lt"/>
              </a:rPr>
              <a:t> </a:t>
            </a:r>
            <a:r>
              <a:rPr lang="es-ES" dirty="0" err="1">
                <a:latin typeface="+mj-lt"/>
              </a:rPr>
              <a:t>hidden</a:t>
            </a:r>
            <a:r>
              <a:rPr lang="es-ES" dirty="0">
                <a:latin typeface="+mj-lt"/>
              </a:rPr>
              <a:t> </a:t>
            </a:r>
            <a:r>
              <a:rPr lang="es-ES" dirty="0" err="1">
                <a:latin typeface="+mj-lt"/>
              </a:rPr>
              <a:t>to</a:t>
            </a:r>
            <a:r>
              <a:rPr lang="es-ES" dirty="0">
                <a:latin typeface="+mj-lt"/>
              </a:rPr>
              <a:t> output </a:t>
            </a:r>
            <a:r>
              <a:rPr lang="es-ES" dirty="0" err="1">
                <a:latin typeface="+mj-lt"/>
              </a:rPr>
              <a:t>layer</a:t>
            </a:r>
            <a:r>
              <a:rPr lang="es-ES" dirty="0">
                <a:latin typeface="+mj-lt"/>
              </a:rPr>
              <a:t> </a:t>
            </a:r>
            <a:r>
              <a:rPr lang="es-ES" dirty="0" err="1">
                <a:latin typeface="+mj-lt"/>
              </a:rPr>
              <a:t>weight</a:t>
            </a:r>
            <a:r>
              <a:rPr lang="es-ES" dirty="0">
                <a:latin typeface="+mj-lt"/>
              </a:rPr>
              <a:t> </a:t>
            </a:r>
            <a:r>
              <a:rPr lang="es-ES" dirty="0" err="1">
                <a:latin typeface="+mj-lt"/>
              </a:rPr>
              <a:t>matrix</a:t>
            </a:r>
            <a:endParaRPr lang="es-ES" dirty="0">
              <a:latin typeface="+mj-lt"/>
            </a:endParaRPr>
          </a:p>
          <a:p>
            <a:pPr algn="just"/>
            <a:endParaRPr lang="es-ES" dirty="0">
              <a:latin typeface="+mj-lt"/>
            </a:endParaRPr>
          </a:p>
          <a:p>
            <a:pPr algn="just"/>
            <a:r>
              <a:rPr lang="es-ES" dirty="0" err="1">
                <a:latin typeface="+mj-lt"/>
              </a:rPr>
              <a:t>The</a:t>
            </a:r>
            <a:r>
              <a:rPr lang="es-ES" dirty="0">
                <a:latin typeface="+mj-lt"/>
              </a:rPr>
              <a:t> </a:t>
            </a:r>
            <a:r>
              <a:rPr lang="es-ES" dirty="0" err="1">
                <a:latin typeface="+mj-lt"/>
              </a:rPr>
              <a:t>hidden</a:t>
            </a:r>
            <a:r>
              <a:rPr lang="es-ES" dirty="0">
                <a:latin typeface="+mj-lt"/>
              </a:rPr>
              <a:t> </a:t>
            </a:r>
            <a:r>
              <a:rPr lang="es-ES" dirty="0" err="1">
                <a:latin typeface="+mj-lt"/>
              </a:rPr>
              <a:t>state</a:t>
            </a:r>
            <a:r>
              <a:rPr lang="es-ES" dirty="0">
                <a:latin typeface="+mj-lt"/>
              </a:rPr>
              <a:t> at a time step can be </a:t>
            </a:r>
            <a:r>
              <a:rPr lang="es-ES" dirty="0" err="1">
                <a:latin typeface="+mj-lt"/>
              </a:rPr>
              <a:t>computed</a:t>
            </a:r>
            <a:r>
              <a:rPr lang="es-ES" dirty="0">
                <a:latin typeface="+mj-lt"/>
              </a:rPr>
              <a:t> as </a:t>
            </a:r>
            <a:r>
              <a:rPr lang="es-ES" dirty="0" err="1">
                <a:latin typeface="+mj-lt"/>
              </a:rPr>
              <a:t>follows</a:t>
            </a:r>
            <a:r>
              <a:rPr lang="es-ES" dirty="0">
                <a:latin typeface="+mj-lt"/>
              </a:rPr>
              <a:t>:</a:t>
            </a:r>
          </a:p>
        </p:txBody>
      </p:sp>
      <p:pic>
        <p:nvPicPr>
          <p:cNvPr id="16" name="Imagen 15">
            <a:extLst>
              <a:ext uri="{FF2B5EF4-FFF2-40B4-BE49-F238E27FC236}">
                <a16:creationId xmlns:a16="http://schemas.microsoft.com/office/drawing/2014/main" id="{4AEA280A-7560-522F-872E-B5CEB04BF9DF}"/>
              </a:ext>
            </a:extLst>
          </p:cNvPr>
          <p:cNvPicPr>
            <a:picLocks noChangeAspect="1"/>
          </p:cNvPicPr>
          <p:nvPr/>
        </p:nvPicPr>
        <p:blipFill>
          <a:blip r:embed="rId5"/>
          <a:stretch>
            <a:fillRect/>
          </a:stretch>
        </p:blipFill>
        <p:spPr>
          <a:xfrm>
            <a:off x="6095995" y="3428999"/>
            <a:ext cx="9" cy="2"/>
          </a:xfrm>
          <a:prstGeom prst="rect">
            <a:avLst/>
          </a:prstGeom>
        </p:spPr>
      </p:pic>
      <p:pic>
        <p:nvPicPr>
          <p:cNvPr id="17" name="Imagen 16">
            <a:extLst>
              <a:ext uri="{FF2B5EF4-FFF2-40B4-BE49-F238E27FC236}">
                <a16:creationId xmlns:a16="http://schemas.microsoft.com/office/drawing/2014/main" id="{23379D93-FE71-E5DB-1C70-C1113B92A1CA}"/>
              </a:ext>
            </a:extLst>
          </p:cNvPr>
          <p:cNvPicPr>
            <a:picLocks noChangeAspect="1"/>
          </p:cNvPicPr>
          <p:nvPr/>
        </p:nvPicPr>
        <p:blipFill>
          <a:blip r:embed="rId6"/>
          <a:stretch>
            <a:fillRect/>
          </a:stretch>
        </p:blipFill>
        <p:spPr>
          <a:xfrm>
            <a:off x="4632634" y="4007362"/>
            <a:ext cx="2695575" cy="609600"/>
          </a:xfrm>
          <a:prstGeom prst="rect">
            <a:avLst/>
          </a:prstGeom>
        </p:spPr>
      </p:pic>
    </p:spTree>
    <p:extLst>
      <p:ext uri="{BB962C8B-B14F-4D97-AF65-F5344CB8AC3E}">
        <p14:creationId xmlns:p14="http://schemas.microsoft.com/office/powerpoint/2010/main" val="5414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42A82-084E-C03A-BFA0-63468C70893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B336A4F-A350-C2D1-B729-9A4230DA9F42}"/>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56621000-6F42-CC8A-20C4-7B16F1B3EA16}"/>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5CAE5F43-FC4F-3E45-F9B5-F5C0E0066FD7}"/>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610FF80E-38F2-E33D-7004-BCEA123E2A5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89191C7E-213E-65A4-99A5-21F1515C90EB}"/>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0609DC81-45BF-53AC-8D98-A9ABE7932268}"/>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5BEC29C6-CBAF-D805-32C0-887F6341C576}"/>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587C6037-86A5-EFFF-7065-70613F565B55}"/>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3AAFAB38-4FC7-7A04-EED4-5C75A3895F23}"/>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E6F8C6CA-0D14-C8C4-CDCF-DC9F2C380A94}"/>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ACF0D7AC-47B9-3B11-BBA8-6D6E6D4C443E}"/>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F5C22484-A0D4-2C34-DB5B-97641D360A65}"/>
              </a:ext>
            </a:extLst>
          </p:cNvPr>
          <p:cNvPicPr>
            <a:picLocks noChangeAspect="1"/>
          </p:cNvPicPr>
          <p:nvPr/>
        </p:nvPicPr>
        <p:blipFill>
          <a:blip r:embed="rId3"/>
          <a:stretch>
            <a:fillRect/>
          </a:stretch>
        </p:blipFill>
        <p:spPr>
          <a:xfrm>
            <a:off x="5516832" y="1791089"/>
            <a:ext cx="2997" cy="3161"/>
          </a:xfrm>
          <a:prstGeom prst="rect">
            <a:avLst/>
          </a:prstGeom>
        </p:spPr>
      </p:pic>
      <p:pic>
        <p:nvPicPr>
          <p:cNvPr id="18" name="Imagen 17">
            <a:extLst>
              <a:ext uri="{FF2B5EF4-FFF2-40B4-BE49-F238E27FC236}">
                <a16:creationId xmlns:a16="http://schemas.microsoft.com/office/drawing/2014/main" id="{44695BF4-57E1-6C01-4C47-C632E75EEB91}"/>
              </a:ext>
            </a:extLst>
          </p:cNvPr>
          <p:cNvPicPr>
            <a:picLocks noChangeAspect="1"/>
          </p:cNvPicPr>
          <p:nvPr/>
        </p:nvPicPr>
        <p:blipFill>
          <a:blip r:embed="rId5"/>
          <a:stretch>
            <a:fillRect/>
          </a:stretch>
        </p:blipFill>
        <p:spPr>
          <a:xfrm>
            <a:off x="281444" y="1050982"/>
            <a:ext cx="2474230" cy="3259227"/>
          </a:xfrm>
          <a:prstGeom prst="rect">
            <a:avLst/>
          </a:prstGeom>
        </p:spPr>
      </p:pic>
      <p:sp>
        <p:nvSpPr>
          <p:cNvPr id="19" name="CuadroTexto 18">
            <a:extLst>
              <a:ext uri="{FF2B5EF4-FFF2-40B4-BE49-F238E27FC236}">
                <a16:creationId xmlns:a16="http://schemas.microsoft.com/office/drawing/2014/main" id="{5A755B4F-71BA-F113-BD81-614C0A3224C2}"/>
              </a:ext>
            </a:extLst>
          </p:cNvPr>
          <p:cNvSpPr txBox="1"/>
          <p:nvPr/>
        </p:nvSpPr>
        <p:spPr>
          <a:xfrm>
            <a:off x="2958011" y="692932"/>
            <a:ext cx="6041209" cy="769441"/>
          </a:xfrm>
          <a:prstGeom prst="rect">
            <a:avLst/>
          </a:prstGeom>
          <a:noFill/>
        </p:spPr>
        <p:txBody>
          <a:bodyPr wrap="square">
            <a:spAutoFit/>
          </a:bodyPr>
          <a:lstStyle/>
          <a:p>
            <a:pPr algn="just"/>
            <a:r>
              <a:rPr lang="es-ES" sz="2200" dirty="0" err="1">
                <a:latin typeface="+mj-lt"/>
              </a:rPr>
              <a:t>The</a:t>
            </a:r>
            <a:r>
              <a:rPr lang="es-ES" sz="2200" dirty="0">
                <a:latin typeface="+mj-lt"/>
              </a:rPr>
              <a:t> </a:t>
            </a:r>
            <a:r>
              <a:rPr lang="es-ES" sz="2200" dirty="0" err="1">
                <a:latin typeface="+mj-lt"/>
              </a:rPr>
              <a:t>hidden</a:t>
            </a:r>
            <a:r>
              <a:rPr lang="es-ES" sz="2200" dirty="0">
                <a:latin typeface="+mj-lt"/>
              </a:rPr>
              <a:t> </a:t>
            </a:r>
            <a:r>
              <a:rPr lang="es-ES" sz="2200" dirty="0" err="1">
                <a:latin typeface="+mj-lt"/>
              </a:rPr>
              <a:t>state</a:t>
            </a:r>
            <a:r>
              <a:rPr lang="es-ES" sz="2200" dirty="0">
                <a:latin typeface="+mj-lt"/>
              </a:rPr>
              <a:t> at a time step can be </a:t>
            </a:r>
            <a:r>
              <a:rPr lang="es-ES" sz="2200" dirty="0" err="1">
                <a:latin typeface="+mj-lt"/>
              </a:rPr>
              <a:t>computed</a:t>
            </a:r>
            <a:r>
              <a:rPr lang="es-ES" sz="2200" dirty="0">
                <a:latin typeface="+mj-lt"/>
              </a:rPr>
              <a:t> as </a:t>
            </a:r>
            <a:r>
              <a:rPr lang="es-ES" sz="2200" dirty="0" err="1">
                <a:latin typeface="+mj-lt"/>
              </a:rPr>
              <a:t>follows</a:t>
            </a:r>
            <a:r>
              <a:rPr lang="es-ES" sz="2200" dirty="0">
                <a:latin typeface="+mj-lt"/>
              </a:rPr>
              <a:t>:</a:t>
            </a:r>
          </a:p>
        </p:txBody>
      </p:sp>
      <p:pic>
        <p:nvPicPr>
          <p:cNvPr id="20" name="Imagen 19">
            <a:extLst>
              <a:ext uri="{FF2B5EF4-FFF2-40B4-BE49-F238E27FC236}">
                <a16:creationId xmlns:a16="http://schemas.microsoft.com/office/drawing/2014/main" id="{ED08B533-3E66-AA94-3A44-37919425DFC8}"/>
              </a:ext>
            </a:extLst>
          </p:cNvPr>
          <p:cNvPicPr>
            <a:picLocks noChangeAspect="1"/>
          </p:cNvPicPr>
          <p:nvPr/>
        </p:nvPicPr>
        <p:blipFill>
          <a:blip r:embed="rId4"/>
          <a:stretch>
            <a:fillRect/>
          </a:stretch>
        </p:blipFill>
        <p:spPr>
          <a:xfrm>
            <a:off x="5518326" y="1792669"/>
            <a:ext cx="9" cy="2"/>
          </a:xfrm>
          <a:prstGeom prst="rect">
            <a:avLst/>
          </a:prstGeom>
        </p:spPr>
      </p:pic>
      <p:pic>
        <p:nvPicPr>
          <p:cNvPr id="21" name="Imagen 20">
            <a:extLst>
              <a:ext uri="{FF2B5EF4-FFF2-40B4-BE49-F238E27FC236}">
                <a16:creationId xmlns:a16="http://schemas.microsoft.com/office/drawing/2014/main" id="{1DDAD95A-95FE-8334-DF12-3A3DEEC80CA0}"/>
              </a:ext>
            </a:extLst>
          </p:cNvPr>
          <p:cNvPicPr>
            <a:picLocks noChangeAspect="1"/>
          </p:cNvPicPr>
          <p:nvPr/>
        </p:nvPicPr>
        <p:blipFill>
          <a:blip r:embed="rId6"/>
          <a:stretch>
            <a:fillRect/>
          </a:stretch>
        </p:blipFill>
        <p:spPr>
          <a:xfrm>
            <a:off x="4488180" y="1641008"/>
            <a:ext cx="2695575" cy="609600"/>
          </a:xfrm>
          <a:prstGeom prst="rect">
            <a:avLst/>
          </a:prstGeom>
        </p:spPr>
      </p:pic>
      <p:sp>
        <p:nvSpPr>
          <p:cNvPr id="22" name="CuadroTexto 21">
            <a:extLst>
              <a:ext uri="{FF2B5EF4-FFF2-40B4-BE49-F238E27FC236}">
                <a16:creationId xmlns:a16="http://schemas.microsoft.com/office/drawing/2014/main" id="{EC6E1F5A-8B07-9B51-7B40-A7717ACE64C8}"/>
              </a:ext>
            </a:extLst>
          </p:cNvPr>
          <p:cNvSpPr txBox="1"/>
          <p:nvPr/>
        </p:nvSpPr>
        <p:spPr>
          <a:xfrm>
            <a:off x="2961008" y="2446553"/>
            <a:ext cx="6038212" cy="769441"/>
          </a:xfrm>
          <a:prstGeom prst="rect">
            <a:avLst/>
          </a:prstGeom>
          <a:noFill/>
        </p:spPr>
        <p:txBody>
          <a:bodyPr wrap="square">
            <a:spAutoFit/>
          </a:bodyPr>
          <a:lstStyle/>
          <a:p>
            <a:r>
              <a:rPr lang="es-ES" sz="2200" dirty="0" err="1">
                <a:latin typeface="+mj-lt"/>
              </a:rPr>
              <a:t>The</a:t>
            </a:r>
            <a:r>
              <a:rPr lang="es-ES" sz="2200" dirty="0">
                <a:latin typeface="+mj-lt"/>
              </a:rPr>
              <a:t> output at a time step can be </a:t>
            </a:r>
            <a:r>
              <a:rPr lang="es-ES" sz="2200" dirty="0" err="1">
                <a:latin typeface="+mj-lt"/>
              </a:rPr>
              <a:t>computed</a:t>
            </a:r>
            <a:r>
              <a:rPr lang="es-ES" sz="2200" dirty="0">
                <a:latin typeface="+mj-lt"/>
              </a:rPr>
              <a:t> as </a:t>
            </a:r>
            <a:r>
              <a:rPr lang="es-ES" sz="2200" dirty="0" err="1">
                <a:latin typeface="+mj-lt"/>
              </a:rPr>
              <a:t>follows</a:t>
            </a:r>
            <a:r>
              <a:rPr lang="es-ES" sz="2200" dirty="0">
                <a:latin typeface="+mj-lt"/>
              </a:rPr>
              <a:t>:</a:t>
            </a:r>
          </a:p>
        </p:txBody>
      </p:sp>
      <p:pic>
        <p:nvPicPr>
          <p:cNvPr id="23" name="Imagen 22">
            <a:extLst>
              <a:ext uri="{FF2B5EF4-FFF2-40B4-BE49-F238E27FC236}">
                <a16:creationId xmlns:a16="http://schemas.microsoft.com/office/drawing/2014/main" id="{BBAE47E8-D217-A2C1-C63F-94DB82ED61CA}"/>
              </a:ext>
            </a:extLst>
          </p:cNvPr>
          <p:cNvPicPr>
            <a:picLocks noChangeAspect="1"/>
          </p:cNvPicPr>
          <p:nvPr/>
        </p:nvPicPr>
        <p:blipFill>
          <a:blip r:embed="rId7"/>
          <a:stretch>
            <a:fillRect/>
          </a:stretch>
        </p:blipFill>
        <p:spPr>
          <a:xfrm>
            <a:off x="5518327" y="1792669"/>
            <a:ext cx="8" cy="1"/>
          </a:xfrm>
          <a:prstGeom prst="rect">
            <a:avLst/>
          </a:prstGeom>
        </p:spPr>
      </p:pic>
      <p:pic>
        <p:nvPicPr>
          <p:cNvPr id="24" name="Imagen 23">
            <a:extLst>
              <a:ext uri="{FF2B5EF4-FFF2-40B4-BE49-F238E27FC236}">
                <a16:creationId xmlns:a16="http://schemas.microsoft.com/office/drawing/2014/main" id="{2D030019-4B51-B98E-0DF4-3C27EF5D9A2B}"/>
              </a:ext>
            </a:extLst>
          </p:cNvPr>
          <p:cNvPicPr>
            <a:picLocks noChangeAspect="1"/>
          </p:cNvPicPr>
          <p:nvPr/>
        </p:nvPicPr>
        <p:blipFill>
          <a:blip r:embed="rId8"/>
          <a:stretch>
            <a:fillRect/>
          </a:stretch>
        </p:blipFill>
        <p:spPr>
          <a:xfrm>
            <a:off x="4671012" y="3563458"/>
            <a:ext cx="2181225" cy="400050"/>
          </a:xfrm>
          <a:prstGeom prst="rect">
            <a:avLst/>
          </a:prstGeom>
        </p:spPr>
      </p:pic>
    </p:spTree>
    <p:extLst>
      <p:ext uri="{BB962C8B-B14F-4D97-AF65-F5344CB8AC3E}">
        <p14:creationId xmlns:p14="http://schemas.microsoft.com/office/powerpoint/2010/main" val="3999515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3A64E-3DF6-5A9F-0DED-049E40E36AFC}"/>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ADA6E77-7138-98F4-F211-493CF59C5CCF}"/>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598700D-2A3F-3B45-F6AE-B0F01CBA099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BEB00489-9B70-CCCF-642C-126248D9C42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98EB3416-50AB-A7F7-A931-F21527FC29A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912E6A3E-5FB4-600B-64A4-E88C38CC8A47}"/>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B4172B2A-B263-2EBE-3B9C-50FAECB1EEDC}"/>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1B5517FD-242F-03A9-5678-EDA8D8E3063F}"/>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B9EBD506-7E9F-5465-9520-C30739A496B3}"/>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5D9FE5F7-7EE6-0BF1-6717-0C9EF3695AA0}"/>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375B908B-4FCD-BBCE-0A07-79053F8A9677}"/>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B9121ABA-E615-E3A8-A45D-3919E0822179}"/>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F853262A-7BCF-0392-2704-3BEA6C326063}"/>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1490293D-9C3B-00CA-F909-3799D8D0EA01}"/>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94AD7E1C-14EF-B090-68D4-F7E359B012B6}"/>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D8390D9C-36B2-FF07-E3DD-6C8B4F7527CD}"/>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4F8C6F6D-9E62-C910-B2C8-BC332B30086E}"/>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0F019501-D87E-58B5-526A-70EA01644D8F}"/>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A8B6F6CC-F935-EEDF-6071-3F85D60C925B}"/>
              </a:ext>
            </a:extLst>
          </p:cNvPr>
          <p:cNvPicPr>
            <a:picLocks noChangeAspect="1"/>
          </p:cNvPicPr>
          <p:nvPr/>
        </p:nvPicPr>
        <p:blipFill>
          <a:blip r:embed="rId5"/>
          <a:stretch>
            <a:fillRect/>
          </a:stretch>
        </p:blipFill>
        <p:spPr>
          <a:xfrm>
            <a:off x="4869176" y="2217419"/>
            <a:ext cx="8" cy="1"/>
          </a:xfrm>
          <a:prstGeom prst="rect">
            <a:avLst/>
          </a:prstGeom>
        </p:spPr>
      </p:pic>
      <p:sp>
        <p:nvSpPr>
          <p:cNvPr id="25" name="CuadroTexto 24">
            <a:extLst>
              <a:ext uri="{FF2B5EF4-FFF2-40B4-BE49-F238E27FC236}">
                <a16:creationId xmlns:a16="http://schemas.microsoft.com/office/drawing/2014/main" id="{9196D289-7479-B466-234C-0FDCB203E576}"/>
              </a:ext>
            </a:extLst>
          </p:cNvPr>
          <p:cNvSpPr txBox="1"/>
          <p:nvPr/>
        </p:nvSpPr>
        <p:spPr>
          <a:xfrm>
            <a:off x="614328" y="849144"/>
            <a:ext cx="8220144" cy="830997"/>
          </a:xfrm>
          <a:prstGeom prst="rect">
            <a:avLst/>
          </a:prstGeom>
          <a:noFill/>
        </p:spPr>
        <p:txBody>
          <a:bodyPr wrap="square">
            <a:spAutoFit/>
          </a:bodyPr>
          <a:lstStyle/>
          <a:p>
            <a:pPr algn="just"/>
            <a:r>
              <a:rPr lang="es-ES" sz="2400" dirty="0" err="1">
                <a:latin typeface="+mj-lt"/>
              </a:rPr>
              <a:t>The</a:t>
            </a:r>
            <a:r>
              <a:rPr lang="es-ES" sz="2400" dirty="0">
                <a:latin typeface="+mj-lt"/>
              </a:rPr>
              <a:t> </a:t>
            </a:r>
            <a:r>
              <a:rPr lang="es-ES" sz="2400" dirty="0" err="1">
                <a:latin typeface="+mj-lt"/>
              </a:rPr>
              <a:t>following</a:t>
            </a:r>
            <a:r>
              <a:rPr lang="es-ES" sz="2400" dirty="0">
                <a:latin typeface="+mj-lt"/>
              </a:rPr>
              <a:t> </a:t>
            </a:r>
            <a:r>
              <a:rPr lang="es-ES" sz="2400" dirty="0" err="1">
                <a:latin typeface="+mj-lt"/>
              </a:rPr>
              <a:t>diagram</a:t>
            </a:r>
            <a:r>
              <a:rPr lang="es-ES" sz="2400" dirty="0">
                <a:latin typeface="+mj-lt"/>
              </a:rPr>
              <a:t> shows </a:t>
            </a:r>
            <a:r>
              <a:rPr lang="es-ES" sz="2400" dirty="0" err="1">
                <a:latin typeface="+mj-lt"/>
              </a:rPr>
              <a:t>how</a:t>
            </a:r>
            <a:r>
              <a:rPr lang="es-ES" sz="2400" dirty="0">
                <a:latin typeface="+mj-lt"/>
              </a:rPr>
              <a:t> forward </a:t>
            </a:r>
            <a:r>
              <a:rPr lang="es-ES" sz="2400" dirty="0" err="1">
                <a:latin typeface="+mj-lt"/>
              </a:rPr>
              <a:t>propagation</a:t>
            </a:r>
            <a:r>
              <a:rPr lang="es-ES" sz="2400" dirty="0">
                <a:latin typeface="+mj-lt"/>
              </a:rPr>
              <a:t> </a:t>
            </a:r>
            <a:r>
              <a:rPr lang="es-ES" sz="2400" dirty="0" err="1">
                <a:latin typeface="+mj-lt"/>
              </a:rPr>
              <a:t>works</a:t>
            </a:r>
            <a:r>
              <a:rPr lang="es-ES" sz="2400" dirty="0">
                <a:latin typeface="+mj-lt"/>
              </a:rPr>
              <a:t> in </a:t>
            </a:r>
            <a:r>
              <a:rPr lang="es-ES" sz="2400" dirty="0" err="1">
                <a:latin typeface="+mj-lt"/>
              </a:rPr>
              <a:t>an</a:t>
            </a:r>
            <a:r>
              <a:rPr lang="es-ES" sz="2400" dirty="0">
                <a:latin typeface="+mj-lt"/>
              </a:rPr>
              <a:t> </a:t>
            </a:r>
            <a:r>
              <a:rPr lang="es-ES" sz="2400" dirty="0" err="1">
                <a:latin typeface="+mj-lt"/>
              </a:rPr>
              <a:t>unrolled</a:t>
            </a:r>
            <a:r>
              <a:rPr lang="es-ES" sz="2400" dirty="0">
                <a:latin typeface="+mj-lt"/>
              </a:rPr>
              <a:t> </a:t>
            </a:r>
            <a:r>
              <a:rPr lang="es-ES" sz="2400" dirty="0" err="1">
                <a:latin typeface="+mj-lt"/>
              </a:rPr>
              <a:t>version</a:t>
            </a:r>
            <a:r>
              <a:rPr lang="es-ES" sz="2400" dirty="0">
                <a:latin typeface="+mj-lt"/>
              </a:rPr>
              <a:t> </a:t>
            </a:r>
            <a:r>
              <a:rPr lang="es-ES" sz="2400" dirty="0" err="1">
                <a:latin typeface="+mj-lt"/>
              </a:rPr>
              <a:t>of</a:t>
            </a:r>
            <a:r>
              <a:rPr lang="es-ES" sz="2400" dirty="0">
                <a:latin typeface="+mj-lt"/>
              </a:rPr>
              <a:t> </a:t>
            </a:r>
            <a:r>
              <a:rPr lang="es-ES" sz="2400" dirty="0" err="1">
                <a:latin typeface="+mj-lt"/>
              </a:rPr>
              <a:t>an</a:t>
            </a:r>
            <a:r>
              <a:rPr lang="es-ES" sz="2400" dirty="0">
                <a:latin typeface="+mj-lt"/>
              </a:rPr>
              <a:t> RNN:</a:t>
            </a:r>
          </a:p>
        </p:txBody>
      </p:sp>
      <p:pic>
        <p:nvPicPr>
          <p:cNvPr id="26" name="Imagen 25">
            <a:extLst>
              <a:ext uri="{FF2B5EF4-FFF2-40B4-BE49-F238E27FC236}">
                <a16:creationId xmlns:a16="http://schemas.microsoft.com/office/drawing/2014/main" id="{AB33CA15-CF98-B4FF-BE63-F29573A33777}"/>
              </a:ext>
            </a:extLst>
          </p:cNvPr>
          <p:cNvPicPr>
            <a:picLocks noChangeAspect="1"/>
          </p:cNvPicPr>
          <p:nvPr/>
        </p:nvPicPr>
        <p:blipFill>
          <a:blip r:embed="rId6"/>
          <a:stretch>
            <a:fillRect/>
          </a:stretch>
        </p:blipFill>
        <p:spPr>
          <a:xfrm>
            <a:off x="1565881" y="1851897"/>
            <a:ext cx="6317037" cy="2999814"/>
          </a:xfrm>
          <a:prstGeom prst="rect">
            <a:avLst/>
          </a:prstGeom>
        </p:spPr>
      </p:pic>
    </p:spTree>
    <p:extLst>
      <p:ext uri="{BB962C8B-B14F-4D97-AF65-F5344CB8AC3E}">
        <p14:creationId xmlns:p14="http://schemas.microsoft.com/office/powerpoint/2010/main" val="415070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F089-E05F-ACB3-B055-03E1DBD3C25D}"/>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998A697-0F54-FB4D-7779-605AF3067A06}"/>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876B1A47-991F-9291-9713-CF9BF4E60512}"/>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FA43B097-6C04-7CA9-6D53-F87FA31F8E2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B6FCE50-EDA6-4C24-E9AD-9D0BC218E34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86AE819-C3E4-EEC6-6222-BF2ABD0FF022}"/>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RNN </a:t>
            </a:r>
            <a:r>
              <a:rPr lang="es-MX" sz="2400" b="1" dirty="0" err="1">
                <a:solidFill>
                  <a:srgbClr val="002060"/>
                </a:solidFill>
                <a:latin typeface="Raleway" pitchFamily="2" charset="0"/>
                <a:ea typeface="+mn-ea"/>
                <a:cs typeface="+mn-cs"/>
              </a:rPr>
              <a:t>Example</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Many-to-one</a:t>
            </a:r>
            <a:r>
              <a:rPr lang="es-MX" sz="2400" b="1" dirty="0">
                <a:solidFill>
                  <a:srgbClr val="002060"/>
                </a:solidFill>
                <a:latin typeface="Raleway" pitchFamily="2" charset="0"/>
                <a:ea typeface="+mn-ea"/>
                <a:cs typeface="+mn-cs"/>
              </a:rPr>
              <a:t>)</a:t>
            </a:r>
          </a:p>
        </p:txBody>
      </p:sp>
      <p:pic>
        <p:nvPicPr>
          <p:cNvPr id="7" name="Imagen 6">
            <a:extLst>
              <a:ext uri="{FF2B5EF4-FFF2-40B4-BE49-F238E27FC236}">
                <a16:creationId xmlns:a16="http://schemas.microsoft.com/office/drawing/2014/main" id="{D8BCC958-67F7-AA31-D5D7-64D4242FA4CD}"/>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A2896D0A-89F7-63BC-0EEE-DA71527384DE}"/>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C32662DA-8B22-3B19-C2F2-AF97831598D6}"/>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6E8E7961-651B-FF5F-AA8A-845A4CE0E346}"/>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599D23E3-9170-F03C-17F4-85F33DBF0C3F}"/>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6CE9F0EF-774F-48C0-3DBC-EDB5A2B8A6C7}"/>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54376487-CDD7-72F8-EBB1-E737E28E87B1}"/>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9CC8743B-4246-225B-A706-9BE42B45A5E7}"/>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F1967BDF-A383-0BBF-E4E4-3BF5AF67DB66}"/>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8D4E09A0-5667-F9E8-B9CB-8840DF9DF944}"/>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590047B6-3343-3310-EDBE-E96F2F3FCA8F}"/>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6D265414-12A9-6B04-4B0D-D38BE597410B}"/>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B245F3D2-9F3F-4161-04D7-6B447B4DE016}"/>
              </a:ext>
            </a:extLst>
          </p:cNvPr>
          <p:cNvPicPr>
            <a:picLocks noChangeAspect="1"/>
          </p:cNvPicPr>
          <p:nvPr/>
        </p:nvPicPr>
        <p:blipFill>
          <a:blip r:embed="rId5"/>
          <a:stretch>
            <a:fillRect/>
          </a:stretch>
        </p:blipFill>
        <p:spPr>
          <a:xfrm>
            <a:off x="4869176" y="2217419"/>
            <a:ext cx="8" cy="1"/>
          </a:xfrm>
          <a:prstGeom prst="rect">
            <a:avLst/>
          </a:prstGeom>
        </p:spPr>
      </p:pic>
      <p:pic>
        <p:nvPicPr>
          <p:cNvPr id="19" name="Imagen 18">
            <a:extLst>
              <a:ext uri="{FF2B5EF4-FFF2-40B4-BE49-F238E27FC236}">
                <a16:creationId xmlns:a16="http://schemas.microsoft.com/office/drawing/2014/main" id="{FF42D162-5568-1E4E-A176-F4F8671BD799}"/>
              </a:ext>
            </a:extLst>
          </p:cNvPr>
          <p:cNvPicPr>
            <a:picLocks noChangeAspect="1"/>
          </p:cNvPicPr>
          <p:nvPr/>
        </p:nvPicPr>
        <p:blipFill>
          <a:blip r:embed="rId6"/>
          <a:stretch>
            <a:fillRect/>
          </a:stretch>
        </p:blipFill>
        <p:spPr>
          <a:xfrm>
            <a:off x="7545833" y="1475748"/>
            <a:ext cx="1218" cy="436"/>
          </a:xfrm>
          <a:prstGeom prst="rect">
            <a:avLst/>
          </a:prstGeom>
        </p:spPr>
      </p:pic>
      <p:pic>
        <p:nvPicPr>
          <p:cNvPr id="21" name="Imagen 20">
            <a:extLst>
              <a:ext uri="{FF2B5EF4-FFF2-40B4-BE49-F238E27FC236}">
                <a16:creationId xmlns:a16="http://schemas.microsoft.com/office/drawing/2014/main" id="{F482E80A-6F12-3EAB-3A28-DC0B0C9391DF}"/>
              </a:ext>
            </a:extLst>
          </p:cNvPr>
          <p:cNvPicPr>
            <a:picLocks noChangeAspect="1"/>
          </p:cNvPicPr>
          <p:nvPr/>
        </p:nvPicPr>
        <p:blipFill>
          <a:blip r:embed="rId7"/>
          <a:stretch>
            <a:fillRect/>
          </a:stretch>
        </p:blipFill>
        <p:spPr>
          <a:xfrm>
            <a:off x="7546439" y="1475965"/>
            <a:ext cx="4" cy="1"/>
          </a:xfrm>
          <a:prstGeom prst="rect">
            <a:avLst/>
          </a:prstGeom>
        </p:spPr>
      </p:pic>
      <p:pic>
        <p:nvPicPr>
          <p:cNvPr id="22" name="Imagen 21">
            <a:extLst>
              <a:ext uri="{FF2B5EF4-FFF2-40B4-BE49-F238E27FC236}">
                <a16:creationId xmlns:a16="http://schemas.microsoft.com/office/drawing/2014/main" id="{1BEADCCA-4820-414A-FBE0-7F08547B3A82}"/>
              </a:ext>
            </a:extLst>
          </p:cNvPr>
          <p:cNvPicPr>
            <a:picLocks noChangeAspect="1"/>
          </p:cNvPicPr>
          <p:nvPr/>
        </p:nvPicPr>
        <p:blipFill>
          <a:blip r:embed="rId8"/>
          <a:stretch>
            <a:fillRect/>
          </a:stretch>
        </p:blipFill>
        <p:spPr>
          <a:xfrm>
            <a:off x="7546431" y="1475965"/>
            <a:ext cx="21" cy="3"/>
          </a:xfrm>
          <a:prstGeom prst="rect">
            <a:avLst/>
          </a:prstGeom>
        </p:spPr>
      </p:pic>
      <p:pic>
        <p:nvPicPr>
          <p:cNvPr id="24" name="Imagen 23">
            <a:extLst>
              <a:ext uri="{FF2B5EF4-FFF2-40B4-BE49-F238E27FC236}">
                <a16:creationId xmlns:a16="http://schemas.microsoft.com/office/drawing/2014/main" id="{0EC94797-F8DD-A596-C35D-A2A7648474F8}"/>
              </a:ext>
            </a:extLst>
          </p:cNvPr>
          <p:cNvPicPr>
            <a:picLocks noChangeAspect="1"/>
          </p:cNvPicPr>
          <p:nvPr/>
        </p:nvPicPr>
        <p:blipFill>
          <a:blip r:embed="rId9"/>
          <a:stretch>
            <a:fillRect/>
          </a:stretch>
        </p:blipFill>
        <p:spPr>
          <a:xfrm>
            <a:off x="7546437" y="1475961"/>
            <a:ext cx="10" cy="10"/>
          </a:xfrm>
          <a:prstGeom prst="rect">
            <a:avLst/>
          </a:prstGeom>
        </p:spPr>
      </p:pic>
      <p:sp>
        <p:nvSpPr>
          <p:cNvPr id="27" name="Diagrama de flujo: conector 26">
            <a:extLst>
              <a:ext uri="{FF2B5EF4-FFF2-40B4-BE49-F238E27FC236}">
                <a16:creationId xmlns:a16="http://schemas.microsoft.com/office/drawing/2014/main" id="{9D25A0CF-CAE8-1E4B-594F-BBB8B4D0D95A}"/>
              </a:ext>
            </a:extLst>
          </p:cNvPr>
          <p:cNvSpPr/>
          <p:nvPr/>
        </p:nvSpPr>
        <p:spPr>
          <a:xfrm>
            <a:off x="6694920" y="1537813"/>
            <a:ext cx="649062" cy="63024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Diagrama de flujo: conector 27">
            <a:extLst>
              <a:ext uri="{FF2B5EF4-FFF2-40B4-BE49-F238E27FC236}">
                <a16:creationId xmlns:a16="http://schemas.microsoft.com/office/drawing/2014/main" id="{D06422D2-A692-DB2B-09B0-250F7AFE80C6}"/>
              </a:ext>
            </a:extLst>
          </p:cNvPr>
          <p:cNvSpPr/>
          <p:nvPr/>
        </p:nvSpPr>
        <p:spPr>
          <a:xfrm>
            <a:off x="6694920" y="624840"/>
            <a:ext cx="649062" cy="63024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Diagrama de flujo: conector 28">
            <a:extLst>
              <a:ext uri="{FF2B5EF4-FFF2-40B4-BE49-F238E27FC236}">
                <a16:creationId xmlns:a16="http://schemas.microsoft.com/office/drawing/2014/main" id="{D973ECE5-19A3-D486-1266-4B06ADD901C1}"/>
              </a:ext>
            </a:extLst>
          </p:cNvPr>
          <p:cNvSpPr/>
          <p:nvPr/>
        </p:nvSpPr>
        <p:spPr>
          <a:xfrm>
            <a:off x="5155026" y="1028315"/>
            <a:ext cx="649062" cy="630246"/>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Diagrama de flujo: conector 29">
            <a:extLst>
              <a:ext uri="{FF2B5EF4-FFF2-40B4-BE49-F238E27FC236}">
                <a16:creationId xmlns:a16="http://schemas.microsoft.com/office/drawing/2014/main" id="{677665D0-D423-E9DA-D885-EC21EEA7EC60}"/>
              </a:ext>
            </a:extLst>
          </p:cNvPr>
          <p:cNvSpPr/>
          <p:nvPr/>
        </p:nvSpPr>
        <p:spPr>
          <a:xfrm>
            <a:off x="8073433" y="1063656"/>
            <a:ext cx="649062" cy="630246"/>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CA02AA45-103A-3BCD-891E-5609E2227BB9}"/>
                  </a:ext>
                </a:extLst>
              </p:cNvPr>
              <p:cNvSpPr txBox="1"/>
              <p:nvPr/>
            </p:nvSpPr>
            <p:spPr>
              <a:xfrm>
                <a:off x="601850" y="1242304"/>
                <a:ext cx="240395" cy="6177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000" i="1" kern="100" smtClean="0">
                          <a:effectLst/>
                          <a:latin typeface="Cambria Math" panose="02040503050406030204" pitchFamily="18" charset="0"/>
                          <a:ea typeface="Calibri" panose="020F0502020204030204" pitchFamily="34" charset="0"/>
                          <a:cs typeface="Times New Roman" panose="02020603050405020304" pitchFamily="18" charset="0"/>
                        </a:rPr>
                        <m:t>𝑥</m:t>
                      </m:r>
                    </m:oMath>
                  </m:oMathPara>
                </a14:m>
                <a:endParaRPr lang="es-ES"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ES" sz="2000" b="1" dirty="0">
                  <a:latin typeface="+mj-lt"/>
                </a:endParaRPr>
              </a:p>
            </p:txBody>
          </p:sp>
        </mc:Choice>
        <mc:Fallback>
          <p:sp>
            <p:nvSpPr>
              <p:cNvPr id="31" name="CuadroTexto 30">
                <a:extLst>
                  <a:ext uri="{FF2B5EF4-FFF2-40B4-BE49-F238E27FC236}">
                    <a16:creationId xmlns:a16="http://schemas.microsoft.com/office/drawing/2014/main" id="{CA02AA45-103A-3BCD-891E-5609E2227BB9}"/>
                  </a:ext>
                </a:extLst>
              </p:cNvPr>
              <p:cNvSpPr txBox="1">
                <a:spLocks noRot="1" noChangeAspect="1" noMove="1" noResize="1" noEditPoints="1" noAdjustHandles="1" noChangeArrowheads="1" noChangeShapeType="1" noTextEdit="1"/>
              </p:cNvSpPr>
              <p:nvPr/>
            </p:nvSpPr>
            <p:spPr>
              <a:xfrm>
                <a:off x="601850" y="1242304"/>
                <a:ext cx="240395" cy="617741"/>
              </a:xfrm>
              <a:prstGeom prst="rect">
                <a:avLst/>
              </a:prstGeom>
              <a:blipFill>
                <a:blip r:embed="rId10"/>
                <a:stretch>
                  <a:fillRect r="-20513"/>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2422F2AD-5B88-047C-64BF-0D8BFF3E68C7}"/>
                  </a:ext>
                </a:extLst>
              </p:cNvPr>
              <p:cNvSpPr txBox="1"/>
              <p:nvPr/>
            </p:nvSpPr>
            <p:spPr>
              <a:xfrm>
                <a:off x="8274979" y="1187016"/>
                <a:ext cx="210787" cy="457487"/>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s-ES" sz="2000" b="0" i="1" kern="100" smtClean="0">
                          <a:effectLst/>
                          <a:latin typeface="Cambria Math" panose="02040503050406030204" pitchFamily="18" charset="0"/>
                          <a:ea typeface="Calibri" panose="020F0502020204030204" pitchFamily="34" charset="0"/>
                          <a:cs typeface="Times New Roman" panose="02020603050405020304" pitchFamily="18" charset="0"/>
                        </a:rPr>
                        <m:t>𝑦</m:t>
                      </m:r>
                    </m:oMath>
                  </m:oMathPara>
                </a14:m>
                <a:endParaRPr lang="es-E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2" name="CuadroTexto 31">
                <a:extLst>
                  <a:ext uri="{FF2B5EF4-FFF2-40B4-BE49-F238E27FC236}">
                    <a16:creationId xmlns:a16="http://schemas.microsoft.com/office/drawing/2014/main" id="{2422F2AD-5B88-047C-64BF-0D8BFF3E68C7}"/>
                  </a:ext>
                </a:extLst>
              </p:cNvPr>
              <p:cNvSpPr txBox="1">
                <a:spLocks noRot="1" noChangeAspect="1" noMove="1" noResize="1" noEditPoints="1" noAdjustHandles="1" noChangeArrowheads="1" noChangeShapeType="1" noTextEdit="1"/>
              </p:cNvSpPr>
              <p:nvPr/>
            </p:nvSpPr>
            <p:spPr>
              <a:xfrm>
                <a:off x="8274979" y="1187016"/>
                <a:ext cx="210787" cy="457487"/>
              </a:xfrm>
              <a:prstGeom prst="rect">
                <a:avLst/>
              </a:prstGeom>
              <a:blipFill>
                <a:blip r:embed="rId11"/>
                <a:stretch>
                  <a:fillRect r="-11429"/>
                </a:stretch>
              </a:blipFill>
            </p:spPr>
            <p:txBody>
              <a:bodyPr/>
              <a:lstStyle/>
              <a:p>
                <a:r>
                  <a:rPr lang="es-MX">
                    <a:noFill/>
                  </a:rPr>
                  <a:t> </a:t>
                </a:r>
              </a:p>
            </p:txBody>
          </p:sp>
        </mc:Fallback>
      </mc:AlternateContent>
      <p:pic>
        <p:nvPicPr>
          <p:cNvPr id="33" name="Imagen 32">
            <a:extLst>
              <a:ext uri="{FF2B5EF4-FFF2-40B4-BE49-F238E27FC236}">
                <a16:creationId xmlns:a16="http://schemas.microsoft.com/office/drawing/2014/main" id="{21F47DA5-EA77-8BC0-8C69-582C2654C7FC}"/>
              </a:ext>
            </a:extLst>
          </p:cNvPr>
          <p:cNvPicPr>
            <a:picLocks noChangeAspect="1"/>
          </p:cNvPicPr>
          <p:nvPr/>
        </p:nvPicPr>
        <p:blipFill>
          <a:blip r:embed="rId6"/>
          <a:stretch>
            <a:fillRect/>
          </a:stretch>
        </p:blipFill>
        <p:spPr>
          <a:xfrm>
            <a:off x="2812311" y="1540393"/>
            <a:ext cx="1218" cy="436"/>
          </a:xfrm>
          <a:prstGeom prst="rect">
            <a:avLst/>
          </a:prstGeom>
        </p:spPr>
      </p:pic>
      <p:pic>
        <p:nvPicPr>
          <p:cNvPr id="34" name="Imagen 33">
            <a:extLst>
              <a:ext uri="{FF2B5EF4-FFF2-40B4-BE49-F238E27FC236}">
                <a16:creationId xmlns:a16="http://schemas.microsoft.com/office/drawing/2014/main" id="{FDF74033-48C1-5309-D706-FCD93DFD6DE3}"/>
              </a:ext>
            </a:extLst>
          </p:cNvPr>
          <p:cNvPicPr>
            <a:picLocks noChangeAspect="1"/>
          </p:cNvPicPr>
          <p:nvPr/>
        </p:nvPicPr>
        <p:blipFill>
          <a:blip r:embed="rId7"/>
          <a:stretch>
            <a:fillRect/>
          </a:stretch>
        </p:blipFill>
        <p:spPr>
          <a:xfrm>
            <a:off x="2812917" y="1540610"/>
            <a:ext cx="4" cy="1"/>
          </a:xfrm>
          <a:prstGeom prst="rect">
            <a:avLst/>
          </a:prstGeom>
        </p:spPr>
      </p:pic>
      <p:pic>
        <p:nvPicPr>
          <p:cNvPr id="35" name="Imagen 34">
            <a:extLst>
              <a:ext uri="{FF2B5EF4-FFF2-40B4-BE49-F238E27FC236}">
                <a16:creationId xmlns:a16="http://schemas.microsoft.com/office/drawing/2014/main" id="{5BD718B2-FF2D-C5CE-7B69-40D7BF939F34}"/>
              </a:ext>
            </a:extLst>
          </p:cNvPr>
          <p:cNvPicPr>
            <a:picLocks noChangeAspect="1"/>
          </p:cNvPicPr>
          <p:nvPr/>
        </p:nvPicPr>
        <p:blipFill>
          <a:blip r:embed="rId8"/>
          <a:stretch>
            <a:fillRect/>
          </a:stretch>
        </p:blipFill>
        <p:spPr>
          <a:xfrm>
            <a:off x="2812910" y="1540609"/>
            <a:ext cx="21" cy="3"/>
          </a:xfrm>
          <a:prstGeom prst="rect">
            <a:avLst/>
          </a:prstGeom>
        </p:spPr>
      </p:pic>
      <p:pic>
        <p:nvPicPr>
          <p:cNvPr id="36" name="Imagen 35">
            <a:extLst>
              <a:ext uri="{FF2B5EF4-FFF2-40B4-BE49-F238E27FC236}">
                <a16:creationId xmlns:a16="http://schemas.microsoft.com/office/drawing/2014/main" id="{6F1A2804-2838-917B-3B80-4A2B17D025B4}"/>
              </a:ext>
            </a:extLst>
          </p:cNvPr>
          <p:cNvPicPr>
            <a:picLocks noChangeAspect="1"/>
          </p:cNvPicPr>
          <p:nvPr/>
        </p:nvPicPr>
        <p:blipFill>
          <a:blip r:embed="rId9"/>
          <a:stretch>
            <a:fillRect/>
          </a:stretch>
        </p:blipFill>
        <p:spPr>
          <a:xfrm>
            <a:off x="2812916" y="1540606"/>
            <a:ext cx="10" cy="10"/>
          </a:xfrm>
          <a:prstGeom prst="rect">
            <a:avLst/>
          </a:prstGeom>
        </p:spPr>
      </p:pic>
      <p:sp>
        <p:nvSpPr>
          <p:cNvPr id="37" name="Diagrama de flujo: conector 36">
            <a:extLst>
              <a:ext uri="{FF2B5EF4-FFF2-40B4-BE49-F238E27FC236}">
                <a16:creationId xmlns:a16="http://schemas.microsoft.com/office/drawing/2014/main" id="{E71199B8-AEBB-C279-5CE5-17E4E26F5C33}"/>
              </a:ext>
            </a:extLst>
          </p:cNvPr>
          <p:cNvSpPr/>
          <p:nvPr/>
        </p:nvSpPr>
        <p:spPr>
          <a:xfrm>
            <a:off x="1869663" y="1069689"/>
            <a:ext cx="649062" cy="63024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Diagrama de flujo: conector 37">
            <a:extLst>
              <a:ext uri="{FF2B5EF4-FFF2-40B4-BE49-F238E27FC236}">
                <a16:creationId xmlns:a16="http://schemas.microsoft.com/office/drawing/2014/main" id="{5BFB9082-E0D6-88F1-EACA-35786BEA7BAF}"/>
              </a:ext>
            </a:extLst>
          </p:cNvPr>
          <p:cNvSpPr/>
          <p:nvPr/>
        </p:nvSpPr>
        <p:spPr>
          <a:xfrm>
            <a:off x="421504" y="1092959"/>
            <a:ext cx="649062" cy="630246"/>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Diagrama de flujo: conector 38">
            <a:extLst>
              <a:ext uri="{FF2B5EF4-FFF2-40B4-BE49-F238E27FC236}">
                <a16:creationId xmlns:a16="http://schemas.microsoft.com/office/drawing/2014/main" id="{D31B11B2-C38B-A5A3-D3F4-3E8830DC0105}"/>
              </a:ext>
            </a:extLst>
          </p:cNvPr>
          <p:cNvSpPr/>
          <p:nvPr/>
        </p:nvSpPr>
        <p:spPr>
          <a:xfrm>
            <a:off x="3335413" y="1056467"/>
            <a:ext cx="671151" cy="630247"/>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2F2A7476-5A7B-574F-C4DF-EDA528261A7C}"/>
                  </a:ext>
                </a:extLst>
              </p:cNvPr>
              <p:cNvSpPr txBox="1"/>
              <p:nvPr/>
            </p:nvSpPr>
            <p:spPr>
              <a:xfrm>
                <a:off x="3554011" y="1142409"/>
                <a:ext cx="200584" cy="5908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1800" i="1" kern="100" smtClean="0">
                          <a:effectLst/>
                          <a:latin typeface="Cambria Math" panose="02040503050406030204" pitchFamily="18" charset="0"/>
                          <a:ea typeface="Calibri" panose="020F0502020204030204" pitchFamily="34" charset="0"/>
                          <a:cs typeface="Times New Roman" panose="02020603050405020304" pitchFamily="18" charset="0"/>
                        </a:rPr>
                        <m:t>𝑦</m:t>
                      </m:r>
                    </m:oMath>
                  </m:oMathPara>
                </a14:m>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ES" sz="2000" b="1" dirty="0">
                  <a:latin typeface="+mj-lt"/>
                </a:endParaRPr>
              </a:p>
            </p:txBody>
          </p:sp>
        </mc:Choice>
        <mc:Fallback>
          <p:sp>
            <p:nvSpPr>
              <p:cNvPr id="40" name="CuadroTexto 39">
                <a:extLst>
                  <a:ext uri="{FF2B5EF4-FFF2-40B4-BE49-F238E27FC236}">
                    <a16:creationId xmlns:a16="http://schemas.microsoft.com/office/drawing/2014/main" id="{2F2A7476-5A7B-574F-C4DF-EDA528261A7C}"/>
                  </a:ext>
                </a:extLst>
              </p:cNvPr>
              <p:cNvSpPr txBox="1">
                <a:spLocks noRot="1" noChangeAspect="1" noMove="1" noResize="1" noEditPoints="1" noAdjustHandles="1" noChangeArrowheads="1" noChangeShapeType="1" noTextEdit="1"/>
              </p:cNvSpPr>
              <p:nvPr/>
            </p:nvSpPr>
            <p:spPr>
              <a:xfrm>
                <a:off x="3554011" y="1142409"/>
                <a:ext cx="200584" cy="590883"/>
              </a:xfrm>
              <a:prstGeom prst="rect">
                <a:avLst/>
              </a:prstGeom>
              <a:blipFill>
                <a:blip r:embed="rId12"/>
                <a:stretch>
                  <a:fillRect r="-51515"/>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D7DD6D3A-9B33-72DE-6D90-CFE08A8CFC0B}"/>
                  </a:ext>
                </a:extLst>
              </p:cNvPr>
              <p:cNvSpPr txBox="1"/>
              <p:nvPr/>
            </p:nvSpPr>
            <p:spPr>
              <a:xfrm>
                <a:off x="2049068" y="1185771"/>
                <a:ext cx="290252" cy="3476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000" i="1" smtClean="0">
                          <a:latin typeface="Cambria Math" panose="02040503050406030204" pitchFamily="18" charset="0"/>
                        </a:rPr>
                        <m:t>h</m:t>
                      </m:r>
                    </m:oMath>
                  </m:oMathPara>
                </a14:m>
                <a:endParaRPr lang="es-ES" sz="2000" dirty="0"/>
              </a:p>
            </p:txBody>
          </p:sp>
        </mc:Choice>
        <mc:Fallback>
          <p:sp>
            <p:nvSpPr>
              <p:cNvPr id="41" name="CuadroTexto 40">
                <a:extLst>
                  <a:ext uri="{FF2B5EF4-FFF2-40B4-BE49-F238E27FC236}">
                    <a16:creationId xmlns:a16="http://schemas.microsoft.com/office/drawing/2014/main" id="{D7DD6D3A-9B33-72DE-6D90-CFE08A8CFC0B}"/>
                  </a:ext>
                </a:extLst>
              </p:cNvPr>
              <p:cNvSpPr txBox="1">
                <a:spLocks noRot="1" noChangeAspect="1" noMove="1" noResize="1" noEditPoints="1" noAdjustHandles="1" noChangeArrowheads="1" noChangeShapeType="1" noTextEdit="1"/>
              </p:cNvSpPr>
              <p:nvPr/>
            </p:nvSpPr>
            <p:spPr>
              <a:xfrm>
                <a:off x="2049068" y="1185771"/>
                <a:ext cx="290252" cy="347600"/>
              </a:xfrm>
              <a:prstGeom prst="rect">
                <a:avLst/>
              </a:prstGeom>
              <a:blipFill>
                <a:blip r:embed="rId13"/>
                <a:stretch>
                  <a:fillRect r="-10417" b="-7018"/>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1108B28D-8917-3DC3-140D-5D4DFEF3EACA}"/>
                  </a:ext>
                </a:extLst>
              </p:cNvPr>
              <p:cNvSpPr txBox="1"/>
              <p:nvPr/>
            </p:nvSpPr>
            <p:spPr>
              <a:xfrm flipH="1">
                <a:off x="6825843" y="750493"/>
                <a:ext cx="365515" cy="3491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000" i="1" smtClean="0">
                              <a:solidFill>
                                <a:srgbClr val="836967"/>
                              </a:solidFill>
                              <a:latin typeface="Cambria Math" panose="02040503050406030204" pitchFamily="18" charset="0"/>
                            </a:rPr>
                          </m:ctrlPr>
                        </m:sSubPr>
                        <m:e>
                          <m:r>
                            <a:rPr lang="es-ES" sz="2000" i="1">
                              <a:latin typeface="Cambria Math" panose="02040503050406030204" pitchFamily="18" charset="0"/>
                            </a:rPr>
                            <m:t>h</m:t>
                          </m:r>
                        </m:e>
                        <m:sub>
                          <m:r>
                            <a:rPr lang="es-ES" sz="2000" i="0">
                              <a:latin typeface="Cambria Math" panose="02040503050406030204" pitchFamily="18" charset="0"/>
                            </a:rPr>
                            <m:t>1</m:t>
                          </m:r>
                        </m:sub>
                      </m:sSub>
                    </m:oMath>
                  </m:oMathPara>
                </a14:m>
                <a:endParaRPr lang="es-ES" sz="2000" dirty="0"/>
              </a:p>
            </p:txBody>
          </p:sp>
        </mc:Choice>
        <mc:Fallback>
          <p:sp>
            <p:nvSpPr>
              <p:cNvPr id="42" name="CuadroTexto 41">
                <a:extLst>
                  <a:ext uri="{FF2B5EF4-FFF2-40B4-BE49-F238E27FC236}">
                    <a16:creationId xmlns:a16="http://schemas.microsoft.com/office/drawing/2014/main" id="{1108B28D-8917-3DC3-140D-5D4DFEF3EACA}"/>
                  </a:ext>
                </a:extLst>
              </p:cNvPr>
              <p:cNvSpPr txBox="1">
                <a:spLocks noRot="1" noChangeAspect="1" noMove="1" noResize="1" noEditPoints="1" noAdjustHandles="1" noChangeArrowheads="1" noChangeShapeType="1" noTextEdit="1"/>
              </p:cNvSpPr>
              <p:nvPr/>
            </p:nvSpPr>
            <p:spPr>
              <a:xfrm flipH="1">
                <a:off x="6825843" y="750493"/>
                <a:ext cx="365515" cy="349159"/>
              </a:xfrm>
              <a:prstGeom prst="rect">
                <a:avLst/>
              </a:prstGeom>
              <a:blipFill>
                <a:blip r:embed="rId14"/>
                <a:stretch>
                  <a:fillRect r="-6667" b="-15789"/>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22A7AD06-7F0B-DE02-DC69-7FC9E72CE4BC}"/>
                  </a:ext>
                </a:extLst>
              </p:cNvPr>
              <p:cNvSpPr txBox="1"/>
              <p:nvPr/>
            </p:nvSpPr>
            <p:spPr>
              <a:xfrm flipH="1">
                <a:off x="6825843" y="1687935"/>
                <a:ext cx="365515" cy="3491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000" i="1" smtClean="0">
                              <a:solidFill>
                                <a:srgbClr val="836967"/>
                              </a:solidFill>
                              <a:latin typeface="Cambria Math" panose="02040503050406030204" pitchFamily="18" charset="0"/>
                            </a:rPr>
                          </m:ctrlPr>
                        </m:sSubPr>
                        <m:e>
                          <m:r>
                            <a:rPr lang="es-ES" sz="2000" i="1">
                              <a:latin typeface="Cambria Math" panose="02040503050406030204" pitchFamily="18" charset="0"/>
                            </a:rPr>
                            <m:t>h</m:t>
                          </m:r>
                        </m:e>
                        <m:sub>
                          <m:r>
                            <a:rPr lang="es-ES" sz="2000" b="0" i="0" smtClean="0">
                              <a:latin typeface="Cambria Math" panose="02040503050406030204" pitchFamily="18" charset="0"/>
                            </a:rPr>
                            <m:t>2</m:t>
                          </m:r>
                        </m:sub>
                      </m:sSub>
                    </m:oMath>
                  </m:oMathPara>
                </a14:m>
                <a:endParaRPr lang="es-ES" sz="2000" dirty="0"/>
              </a:p>
            </p:txBody>
          </p:sp>
        </mc:Choice>
        <mc:Fallback>
          <p:sp>
            <p:nvSpPr>
              <p:cNvPr id="43" name="CuadroTexto 42">
                <a:extLst>
                  <a:ext uri="{FF2B5EF4-FFF2-40B4-BE49-F238E27FC236}">
                    <a16:creationId xmlns:a16="http://schemas.microsoft.com/office/drawing/2014/main" id="{22A7AD06-7F0B-DE02-DC69-7FC9E72CE4BC}"/>
                  </a:ext>
                </a:extLst>
              </p:cNvPr>
              <p:cNvSpPr txBox="1">
                <a:spLocks noRot="1" noChangeAspect="1" noMove="1" noResize="1" noEditPoints="1" noAdjustHandles="1" noChangeArrowheads="1" noChangeShapeType="1" noTextEdit="1"/>
              </p:cNvSpPr>
              <p:nvPr/>
            </p:nvSpPr>
            <p:spPr>
              <a:xfrm flipH="1">
                <a:off x="6825843" y="1687935"/>
                <a:ext cx="365515" cy="349159"/>
              </a:xfrm>
              <a:prstGeom prst="rect">
                <a:avLst/>
              </a:prstGeom>
              <a:blipFill>
                <a:blip r:embed="rId15"/>
                <a:stretch>
                  <a:fillRect r="-8333" b="-14035"/>
                </a:stretch>
              </a:blipFill>
            </p:spPr>
            <p:txBody>
              <a:bodyPr/>
              <a:lstStyle/>
              <a:p>
                <a:r>
                  <a:rPr lang="es-MX">
                    <a:noFill/>
                  </a:rPr>
                  <a:t> </a:t>
                </a:r>
              </a:p>
            </p:txBody>
          </p:sp>
        </mc:Fallback>
      </mc:AlternateContent>
      <p:cxnSp>
        <p:nvCxnSpPr>
          <p:cNvPr id="44" name="Conector recto de flecha 43">
            <a:extLst>
              <a:ext uri="{FF2B5EF4-FFF2-40B4-BE49-F238E27FC236}">
                <a16:creationId xmlns:a16="http://schemas.microsoft.com/office/drawing/2014/main" id="{09B18B5E-37CB-020E-003C-9EB3FD07321D}"/>
              </a:ext>
            </a:extLst>
          </p:cNvPr>
          <p:cNvCxnSpPr>
            <a:cxnSpLocks/>
            <a:stCxn id="38" idx="6"/>
            <a:endCxn id="37" idx="2"/>
          </p:cNvCxnSpPr>
          <p:nvPr/>
        </p:nvCxnSpPr>
        <p:spPr>
          <a:xfrm flipV="1">
            <a:off x="1070566" y="1384815"/>
            <a:ext cx="799097" cy="23271"/>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4AB9663B-A84E-36DD-9992-60EC9E5DBA96}"/>
              </a:ext>
            </a:extLst>
          </p:cNvPr>
          <p:cNvCxnSpPr/>
          <p:nvPr/>
        </p:nvCxnSpPr>
        <p:spPr>
          <a:xfrm flipV="1">
            <a:off x="2543533" y="1366795"/>
            <a:ext cx="799097" cy="23271"/>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sp>
        <p:nvSpPr>
          <p:cNvPr id="46" name="Flecha: a la derecha 45">
            <a:extLst>
              <a:ext uri="{FF2B5EF4-FFF2-40B4-BE49-F238E27FC236}">
                <a16:creationId xmlns:a16="http://schemas.microsoft.com/office/drawing/2014/main" id="{2B8AF74E-C350-BA89-A66E-6F0B94ADD629}"/>
              </a:ext>
            </a:extLst>
          </p:cNvPr>
          <p:cNvSpPr/>
          <p:nvPr/>
        </p:nvSpPr>
        <p:spPr>
          <a:xfrm>
            <a:off x="4208866" y="1221401"/>
            <a:ext cx="723696" cy="2517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47" name="CuadroTexto 46">
                <a:extLst>
                  <a:ext uri="{FF2B5EF4-FFF2-40B4-BE49-F238E27FC236}">
                    <a16:creationId xmlns:a16="http://schemas.microsoft.com/office/drawing/2014/main" id="{9E8F3815-143F-1373-101B-7F47CD0AF775}"/>
                  </a:ext>
                </a:extLst>
              </p:cNvPr>
              <p:cNvSpPr txBox="1"/>
              <p:nvPr/>
            </p:nvSpPr>
            <p:spPr>
              <a:xfrm>
                <a:off x="5309373" y="1099652"/>
                <a:ext cx="240395" cy="6177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000" i="1" kern="100" smtClean="0">
                          <a:effectLst/>
                          <a:latin typeface="Cambria Math" panose="02040503050406030204" pitchFamily="18" charset="0"/>
                          <a:ea typeface="Calibri" panose="020F0502020204030204" pitchFamily="34" charset="0"/>
                          <a:cs typeface="Times New Roman" panose="02020603050405020304" pitchFamily="18" charset="0"/>
                        </a:rPr>
                        <m:t>𝑥</m:t>
                      </m:r>
                    </m:oMath>
                  </m:oMathPara>
                </a14:m>
                <a:endParaRPr lang="es-ES"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ES" sz="2000" b="1" dirty="0">
                  <a:latin typeface="+mj-lt"/>
                </a:endParaRPr>
              </a:p>
            </p:txBody>
          </p:sp>
        </mc:Choice>
        <mc:Fallback>
          <p:sp>
            <p:nvSpPr>
              <p:cNvPr id="47" name="CuadroTexto 46">
                <a:extLst>
                  <a:ext uri="{FF2B5EF4-FFF2-40B4-BE49-F238E27FC236}">
                    <a16:creationId xmlns:a16="http://schemas.microsoft.com/office/drawing/2014/main" id="{9E8F3815-143F-1373-101B-7F47CD0AF775}"/>
                  </a:ext>
                </a:extLst>
              </p:cNvPr>
              <p:cNvSpPr txBox="1">
                <a:spLocks noRot="1" noChangeAspect="1" noMove="1" noResize="1" noEditPoints="1" noAdjustHandles="1" noChangeArrowheads="1" noChangeShapeType="1" noTextEdit="1"/>
              </p:cNvSpPr>
              <p:nvPr/>
            </p:nvSpPr>
            <p:spPr>
              <a:xfrm>
                <a:off x="5309373" y="1099652"/>
                <a:ext cx="240395" cy="617741"/>
              </a:xfrm>
              <a:prstGeom prst="rect">
                <a:avLst/>
              </a:prstGeom>
              <a:blipFill>
                <a:blip r:embed="rId16"/>
                <a:stretch>
                  <a:fillRect r="-20513"/>
                </a:stretch>
              </a:blipFill>
            </p:spPr>
            <p:txBody>
              <a:bodyPr/>
              <a:lstStyle/>
              <a:p>
                <a:r>
                  <a:rPr lang="es-MX">
                    <a:noFill/>
                  </a:rPr>
                  <a:t> </a:t>
                </a:r>
              </a:p>
            </p:txBody>
          </p:sp>
        </mc:Fallback>
      </mc:AlternateContent>
      <p:cxnSp>
        <p:nvCxnSpPr>
          <p:cNvPr id="48" name="Conector recto de flecha 47">
            <a:extLst>
              <a:ext uri="{FF2B5EF4-FFF2-40B4-BE49-F238E27FC236}">
                <a16:creationId xmlns:a16="http://schemas.microsoft.com/office/drawing/2014/main" id="{D593F3FE-8C97-A429-0EF1-B0E936430A85}"/>
              </a:ext>
            </a:extLst>
          </p:cNvPr>
          <p:cNvCxnSpPr>
            <a:cxnSpLocks/>
            <a:stCxn id="29" idx="6"/>
            <a:endCxn id="28" idx="2"/>
          </p:cNvCxnSpPr>
          <p:nvPr/>
        </p:nvCxnSpPr>
        <p:spPr>
          <a:xfrm flipV="1">
            <a:off x="5804088" y="939963"/>
            <a:ext cx="890832" cy="403475"/>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49" name="Conector recto de flecha 48">
            <a:extLst>
              <a:ext uri="{FF2B5EF4-FFF2-40B4-BE49-F238E27FC236}">
                <a16:creationId xmlns:a16="http://schemas.microsoft.com/office/drawing/2014/main" id="{74531874-0A71-EB34-A555-68F2C56D1583}"/>
              </a:ext>
            </a:extLst>
          </p:cNvPr>
          <p:cNvCxnSpPr>
            <a:cxnSpLocks/>
            <a:stCxn id="29" idx="6"/>
            <a:endCxn id="27" idx="2"/>
          </p:cNvCxnSpPr>
          <p:nvPr/>
        </p:nvCxnSpPr>
        <p:spPr>
          <a:xfrm>
            <a:off x="5804088" y="1343439"/>
            <a:ext cx="890832" cy="509498"/>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3E089951-2364-A3EE-60DC-64C31D5BDA0E}"/>
              </a:ext>
            </a:extLst>
          </p:cNvPr>
          <p:cNvCxnSpPr>
            <a:cxnSpLocks/>
            <a:stCxn id="28" idx="6"/>
            <a:endCxn id="30" idx="2"/>
          </p:cNvCxnSpPr>
          <p:nvPr/>
        </p:nvCxnSpPr>
        <p:spPr>
          <a:xfrm>
            <a:off x="7343982" y="939963"/>
            <a:ext cx="729450" cy="438816"/>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51" name="Conector recto de flecha 50">
            <a:extLst>
              <a:ext uri="{FF2B5EF4-FFF2-40B4-BE49-F238E27FC236}">
                <a16:creationId xmlns:a16="http://schemas.microsoft.com/office/drawing/2014/main" id="{FBC374F9-6152-146C-5645-78CD53F87A3B}"/>
              </a:ext>
            </a:extLst>
          </p:cNvPr>
          <p:cNvCxnSpPr>
            <a:cxnSpLocks/>
            <a:stCxn id="27" idx="6"/>
            <a:endCxn id="30" idx="2"/>
          </p:cNvCxnSpPr>
          <p:nvPr/>
        </p:nvCxnSpPr>
        <p:spPr>
          <a:xfrm flipV="1">
            <a:off x="7343982" y="1378779"/>
            <a:ext cx="729450" cy="474157"/>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52" name="Grupo 51">
            <a:extLst>
              <a:ext uri="{FF2B5EF4-FFF2-40B4-BE49-F238E27FC236}">
                <a16:creationId xmlns:a16="http://schemas.microsoft.com/office/drawing/2014/main" id="{FB0C7E34-41D8-FD87-CB01-07C972E11119}"/>
              </a:ext>
            </a:extLst>
          </p:cNvPr>
          <p:cNvGrpSpPr/>
          <p:nvPr/>
        </p:nvGrpSpPr>
        <p:grpSpPr>
          <a:xfrm>
            <a:off x="904419" y="2499243"/>
            <a:ext cx="7294944" cy="1543220"/>
            <a:chOff x="1701522" y="3939288"/>
            <a:chExt cx="8426650" cy="1768416"/>
          </a:xfrm>
        </p:grpSpPr>
        <p:sp>
          <p:nvSpPr>
            <p:cNvPr id="74" name="Diagrama de flujo: conector 73">
              <a:extLst>
                <a:ext uri="{FF2B5EF4-FFF2-40B4-BE49-F238E27FC236}">
                  <a16:creationId xmlns:a16="http://schemas.microsoft.com/office/drawing/2014/main" id="{276C478D-D203-8050-E04F-D6D2594E87F6}"/>
                </a:ext>
              </a:extLst>
            </p:cNvPr>
            <p:cNvSpPr/>
            <p:nvPr/>
          </p:nvSpPr>
          <p:spPr>
            <a:xfrm>
              <a:off x="1701522" y="4985488"/>
              <a:ext cx="749755" cy="72221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9A1CE1A6-A2BE-F5BC-A3C2-9873117F5874}"/>
                    </a:ext>
                  </a:extLst>
                </p:cNvPr>
                <p:cNvSpPr txBox="1"/>
                <p:nvPr/>
              </p:nvSpPr>
              <p:spPr>
                <a:xfrm>
                  <a:off x="1872932" y="5129964"/>
                  <a:ext cx="395443" cy="491288"/>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8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sz="1800" i="1" kern="100">
                                <a:effectLst/>
                                <a:latin typeface="Cambria Math" panose="02040503050406030204" pitchFamily="18" charset="0"/>
                                <a:ea typeface="Calibri" panose="020F0502020204030204" pitchFamily="34" charset="0"/>
                                <a:cs typeface="Times New Roman" panose="02020603050405020304" pitchFamily="18" charset="0"/>
                              </a:rPr>
                              <m:t>h</m:t>
                            </m:r>
                          </m:e>
                          <m:sub>
                            <m:r>
                              <a:rPr lang="es-ES" sz="1800" i="1" kern="100">
                                <a:effectLst/>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5" name="CuadroTexto 74">
                  <a:extLst>
                    <a:ext uri="{FF2B5EF4-FFF2-40B4-BE49-F238E27FC236}">
                      <a16:creationId xmlns:a16="http://schemas.microsoft.com/office/drawing/2014/main" id="{8B118DE2-FF65-1A7A-49B8-4C6AF8ACC28B}"/>
                    </a:ext>
                  </a:extLst>
                </p:cNvPr>
                <p:cNvSpPr txBox="1">
                  <a:spLocks noRot="1" noChangeAspect="1" noMove="1" noResize="1" noEditPoints="1" noAdjustHandles="1" noChangeArrowheads="1" noChangeShapeType="1" noTextEdit="1"/>
                </p:cNvSpPr>
                <p:nvPr/>
              </p:nvSpPr>
              <p:spPr>
                <a:xfrm>
                  <a:off x="1872932" y="5129964"/>
                  <a:ext cx="395443" cy="491288"/>
                </a:xfrm>
                <a:prstGeom prst="rect">
                  <a:avLst/>
                </a:prstGeom>
                <a:blipFill>
                  <a:blip r:embed="rId17"/>
                  <a:stretch>
                    <a:fillRect/>
                  </a:stretch>
                </a:blipFill>
              </p:spPr>
              <p:txBody>
                <a:bodyPr/>
                <a:lstStyle/>
                <a:p>
                  <a:r>
                    <a:rPr lang="es-ES">
                      <a:noFill/>
                    </a:rPr>
                    <a:t> </a:t>
                  </a:r>
                </a:p>
              </p:txBody>
            </p:sp>
          </mc:Fallback>
        </mc:AlternateContent>
        <p:grpSp>
          <p:nvGrpSpPr>
            <p:cNvPr id="76" name="Grupo 75">
              <a:extLst>
                <a:ext uri="{FF2B5EF4-FFF2-40B4-BE49-F238E27FC236}">
                  <a16:creationId xmlns:a16="http://schemas.microsoft.com/office/drawing/2014/main" id="{B5C7FC39-D7C1-BCD5-2655-B839753EF588}"/>
                </a:ext>
              </a:extLst>
            </p:cNvPr>
            <p:cNvGrpSpPr/>
            <p:nvPr/>
          </p:nvGrpSpPr>
          <p:grpSpPr>
            <a:xfrm>
              <a:off x="9378417" y="4384482"/>
              <a:ext cx="749755" cy="722215"/>
              <a:chOff x="6096000" y="3008140"/>
              <a:chExt cx="749755" cy="722215"/>
            </a:xfrm>
          </p:grpSpPr>
          <p:sp>
            <p:nvSpPr>
              <p:cNvPr id="118" name="Diagrama de flujo: conector 117">
                <a:extLst>
                  <a:ext uri="{FF2B5EF4-FFF2-40B4-BE49-F238E27FC236}">
                    <a16:creationId xmlns:a16="http://schemas.microsoft.com/office/drawing/2014/main" id="{630D383B-D30F-E28F-A0A3-B01A81792F5F}"/>
                  </a:ext>
                </a:extLst>
              </p:cNvPr>
              <p:cNvSpPr/>
              <p:nvPr/>
            </p:nvSpPr>
            <p:spPr>
              <a:xfrm>
                <a:off x="6096000" y="3008140"/>
                <a:ext cx="749755" cy="72221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19" name="CuadroTexto 118">
                    <a:extLst>
                      <a:ext uri="{FF2B5EF4-FFF2-40B4-BE49-F238E27FC236}">
                        <a16:creationId xmlns:a16="http://schemas.microsoft.com/office/drawing/2014/main" id="{8C1A8A4F-A52C-8746-44E7-733F6D811710}"/>
                      </a:ext>
                    </a:extLst>
                  </p:cNvPr>
                  <p:cNvSpPr txBox="1"/>
                  <p:nvPr/>
                </p:nvSpPr>
                <p:spPr>
                  <a:xfrm>
                    <a:off x="6197953" y="3129712"/>
                    <a:ext cx="371525" cy="491288"/>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8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sz="1800" b="0" i="1" kern="100" smtClean="0">
                                  <a:effectLst/>
                                  <a:latin typeface="Cambria Math" panose="02040503050406030204" pitchFamily="18" charset="0"/>
                                  <a:ea typeface="Calibri" panose="020F0502020204030204" pitchFamily="34" charset="0"/>
                                  <a:cs typeface="Times New Roman" panose="02020603050405020304" pitchFamily="18" charset="0"/>
                                </a:rPr>
                                <m:t>𝑦</m:t>
                              </m:r>
                            </m:e>
                            <m:sub>
                              <m:r>
                                <a:rPr lang="es-ES" sz="1800" b="0" i="1" kern="100" smtClean="0">
                                  <a:effectLst/>
                                  <a:latin typeface="Cambria Math" panose="02040503050406030204" pitchFamily="18" charset="0"/>
                                  <a:ea typeface="Calibri" panose="020F0502020204030204" pitchFamily="34" charset="0"/>
                                  <a:cs typeface="Times New Roman" panose="02020603050405020304" pitchFamily="18" charset="0"/>
                                </a:rPr>
                                <m:t>𝑡</m:t>
                              </m:r>
                              <m:r>
                                <a:rPr lang="es-ES" sz="1800" b="0" i="1" kern="100" smtClean="0">
                                  <a:effectLst/>
                                  <a:latin typeface="Cambria Math" panose="02040503050406030204" pitchFamily="18" charset="0"/>
                                  <a:ea typeface="Calibri" panose="020F0502020204030204" pitchFamily="34" charset="0"/>
                                  <a:cs typeface="Times New Roman" panose="02020603050405020304" pitchFamily="18" charset="0"/>
                                </a:rPr>
                                <m:t>+2</m:t>
                              </m:r>
                            </m:sub>
                          </m:sSub>
                        </m:oMath>
                      </m:oMathPara>
                    </a14:m>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0" name="CuadroTexto 109">
                    <a:extLst>
                      <a:ext uri="{FF2B5EF4-FFF2-40B4-BE49-F238E27FC236}">
                        <a16:creationId xmlns:a16="http://schemas.microsoft.com/office/drawing/2014/main" id="{4C5A5E82-C366-2495-7575-2DE39263AC88}"/>
                      </a:ext>
                    </a:extLst>
                  </p:cNvPr>
                  <p:cNvSpPr txBox="1">
                    <a:spLocks noRot="1" noChangeAspect="1" noMove="1" noResize="1" noEditPoints="1" noAdjustHandles="1" noChangeArrowheads="1" noChangeShapeType="1" noTextEdit="1"/>
                  </p:cNvSpPr>
                  <p:nvPr/>
                </p:nvSpPr>
                <p:spPr>
                  <a:xfrm>
                    <a:off x="6197953" y="3129712"/>
                    <a:ext cx="371525" cy="491288"/>
                  </a:xfrm>
                  <a:prstGeom prst="rect">
                    <a:avLst/>
                  </a:prstGeom>
                  <a:blipFill>
                    <a:blip r:embed="rId18"/>
                    <a:stretch>
                      <a:fillRect r="-34426"/>
                    </a:stretch>
                  </a:blipFill>
                </p:spPr>
                <p:txBody>
                  <a:bodyPr/>
                  <a:lstStyle/>
                  <a:p>
                    <a:r>
                      <a:rPr lang="es-ES">
                        <a:noFill/>
                      </a:rPr>
                      <a:t> </a:t>
                    </a:r>
                  </a:p>
                </p:txBody>
              </p:sp>
            </mc:Fallback>
          </mc:AlternateContent>
        </p:grpSp>
        <p:grpSp>
          <p:nvGrpSpPr>
            <p:cNvPr id="77" name="Grupo 76">
              <a:extLst>
                <a:ext uri="{FF2B5EF4-FFF2-40B4-BE49-F238E27FC236}">
                  <a16:creationId xmlns:a16="http://schemas.microsoft.com/office/drawing/2014/main" id="{1CE2DFFB-B280-1040-8DF3-9AC50F21A636}"/>
                </a:ext>
              </a:extLst>
            </p:cNvPr>
            <p:cNvGrpSpPr/>
            <p:nvPr/>
          </p:nvGrpSpPr>
          <p:grpSpPr>
            <a:xfrm>
              <a:off x="2451277" y="3939289"/>
              <a:ext cx="2249301" cy="1768415"/>
              <a:chOff x="2451277" y="3939289"/>
              <a:chExt cx="2249301" cy="1768415"/>
            </a:xfrm>
          </p:grpSpPr>
          <p:pic>
            <p:nvPicPr>
              <p:cNvPr id="106" name="Imagen 105">
                <a:extLst>
                  <a:ext uri="{FF2B5EF4-FFF2-40B4-BE49-F238E27FC236}">
                    <a16:creationId xmlns:a16="http://schemas.microsoft.com/office/drawing/2014/main" id="{A5A16CB7-75F2-C205-52E9-AB23DAC2D17A}"/>
                  </a:ext>
                </a:extLst>
              </p:cNvPr>
              <p:cNvPicPr>
                <a:picLocks noChangeAspect="1"/>
              </p:cNvPicPr>
              <p:nvPr/>
            </p:nvPicPr>
            <p:blipFill>
              <a:blip r:embed="rId6"/>
              <a:stretch>
                <a:fillRect/>
              </a:stretch>
            </p:blipFill>
            <p:spPr>
              <a:xfrm>
                <a:off x="4699171" y="4914367"/>
                <a:ext cx="1407" cy="500"/>
              </a:xfrm>
              <a:prstGeom prst="rect">
                <a:avLst/>
              </a:prstGeom>
            </p:spPr>
          </p:pic>
          <p:pic>
            <p:nvPicPr>
              <p:cNvPr id="107" name="Imagen 106">
                <a:extLst>
                  <a:ext uri="{FF2B5EF4-FFF2-40B4-BE49-F238E27FC236}">
                    <a16:creationId xmlns:a16="http://schemas.microsoft.com/office/drawing/2014/main" id="{7E9AFA7D-E3B3-680F-1969-D90153DA3A7F}"/>
                  </a:ext>
                </a:extLst>
              </p:cNvPr>
              <p:cNvPicPr>
                <a:picLocks noChangeAspect="1"/>
              </p:cNvPicPr>
              <p:nvPr/>
            </p:nvPicPr>
            <p:blipFill>
              <a:blip r:embed="rId7"/>
              <a:stretch>
                <a:fillRect/>
              </a:stretch>
            </p:blipFill>
            <p:spPr>
              <a:xfrm>
                <a:off x="4699872" y="4914616"/>
                <a:ext cx="5" cy="1"/>
              </a:xfrm>
              <a:prstGeom prst="rect">
                <a:avLst/>
              </a:prstGeom>
            </p:spPr>
          </p:pic>
          <p:pic>
            <p:nvPicPr>
              <p:cNvPr id="108" name="Imagen 107">
                <a:extLst>
                  <a:ext uri="{FF2B5EF4-FFF2-40B4-BE49-F238E27FC236}">
                    <a16:creationId xmlns:a16="http://schemas.microsoft.com/office/drawing/2014/main" id="{0A0DE70E-4104-8C99-25D0-9F65F1586841}"/>
                  </a:ext>
                </a:extLst>
              </p:cNvPr>
              <p:cNvPicPr>
                <a:picLocks noChangeAspect="1"/>
              </p:cNvPicPr>
              <p:nvPr/>
            </p:nvPicPr>
            <p:blipFill>
              <a:blip r:embed="rId8"/>
              <a:stretch>
                <a:fillRect/>
              </a:stretch>
            </p:blipFill>
            <p:spPr>
              <a:xfrm>
                <a:off x="4699863" y="4914615"/>
                <a:ext cx="24" cy="3"/>
              </a:xfrm>
              <a:prstGeom prst="rect">
                <a:avLst/>
              </a:prstGeom>
            </p:spPr>
          </p:pic>
          <p:pic>
            <p:nvPicPr>
              <p:cNvPr id="109" name="Imagen 108">
                <a:extLst>
                  <a:ext uri="{FF2B5EF4-FFF2-40B4-BE49-F238E27FC236}">
                    <a16:creationId xmlns:a16="http://schemas.microsoft.com/office/drawing/2014/main" id="{12611916-044A-FFFF-D9F7-585264805D89}"/>
                  </a:ext>
                </a:extLst>
              </p:cNvPr>
              <p:cNvPicPr>
                <a:picLocks noChangeAspect="1"/>
              </p:cNvPicPr>
              <p:nvPr/>
            </p:nvPicPr>
            <p:blipFill>
              <a:blip r:embed="rId9"/>
              <a:stretch>
                <a:fillRect/>
              </a:stretch>
            </p:blipFill>
            <p:spPr>
              <a:xfrm>
                <a:off x="4699869" y="4914611"/>
                <a:ext cx="11" cy="11"/>
              </a:xfrm>
              <a:prstGeom prst="rect">
                <a:avLst/>
              </a:prstGeom>
            </p:spPr>
          </p:pic>
          <p:sp>
            <p:nvSpPr>
              <p:cNvPr id="110" name="Diagrama de flujo: conector 109">
                <a:extLst>
                  <a:ext uri="{FF2B5EF4-FFF2-40B4-BE49-F238E27FC236}">
                    <a16:creationId xmlns:a16="http://schemas.microsoft.com/office/drawing/2014/main" id="{CC7B409E-9215-1784-889C-E4F8E58A4FD0}"/>
                  </a:ext>
                </a:extLst>
              </p:cNvPr>
              <p:cNvSpPr/>
              <p:nvPr/>
            </p:nvSpPr>
            <p:spPr>
              <a:xfrm>
                <a:off x="3716251" y="4985489"/>
                <a:ext cx="749755" cy="72221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1" name="Diagrama de flujo: conector 110">
                <a:extLst>
                  <a:ext uri="{FF2B5EF4-FFF2-40B4-BE49-F238E27FC236}">
                    <a16:creationId xmlns:a16="http://schemas.microsoft.com/office/drawing/2014/main" id="{0F97DFB0-E376-5C91-2FFC-7621FF0B1634}"/>
                  </a:ext>
                </a:extLst>
              </p:cNvPr>
              <p:cNvSpPr/>
              <p:nvPr/>
            </p:nvSpPr>
            <p:spPr>
              <a:xfrm>
                <a:off x="3716252" y="3939289"/>
                <a:ext cx="749755" cy="72221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112" name="CuadroTexto 111">
                    <a:extLst>
                      <a:ext uri="{FF2B5EF4-FFF2-40B4-BE49-F238E27FC236}">
                        <a16:creationId xmlns:a16="http://schemas.microsoft.com/office/drawing/2014/main" id="{291F7209-1432-627F-C7C0-F0B074F5A8FE}"/>
                      </a:ext>
                    </a:extLst>
                  </p:cNvPr>
                  <p:cNvSpPr txBox="1"/>
                  <p:nvPr/>
                </p:nvSpPr>
                <p:spPr>
                  <a:xfrm>
                    <a:off x="3760944" y="4093402"/>
                    <a:ext cx="660365" cy="577970"/>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i="1" kern="100">
                                  <a:effectLst/>
                                  <a:latin typeface="Cambria Math" panose="02040503050406030204" pitchFamily="18" charset="0"/>
                                  <a:ea typeface="Calibri" panose="020F0502020204030204" pitchFamily="34" charset="0"/>
                                  <a:cs typeface="Times New Roman" panose="02020603050405020304" pitchFamily="18" charset="0"/>
                                </a:rPr>
                                <m:t>h</m:t>
                              </m:r>
                            </m:e>
                            <m:sub>
                              <m:r>
                                <a:rPr lang="es-ES" i="1" kern="100">
                                  <a:effectLst/>
                                  <a:latin typeface="Cambria Math" panose="02040503050406030204" pitchFamily="18" charset="0"/>
                                  <a:ea typeface="Calibri" panose="020F0502020204030204" pitchFamily="34" charset="0"/>
                                  <a:cs typeface="Times New Roman" panose="02020603050405020304" pitchFamily="18" charset="0"/>
                                </a:rPr>
                                <m:t>1,</m:t>
                              </m:r>
                              <m:r>
                                <a:rPr lang="es-ES" i="1" kern="100">
                                  <a:effectLst/>
                                  <a:latin typeface="Cambria Math" panose="02040503050406030204" pitchFamily="18" charset="0"/>
                                  <a:ea typeface="Calibri" panose="020F0502020204030204" pitchFamily="34" charset="0"/>
                                  <a:cs typeface="Times New Roman" panose="02020603050405020304" pitchFamily="18" charset="0"/>
                                </a:rPr>
                                <m:t>𝑡</m:t>
                              </m:r>
                            </m:sub>
                          </m:sSub>
                        </m:oMath>
                      </m:oMathPara>
                    </a14:m>
                    <a:endParaRPr lang="es-ES"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12" name="CuadroTexto 111">
                    <a:extLst>
                      <a:ext uri="{FF2B5EF4-FFF2-40B4-BE49-F238E27FC236}">
                        <a16:creationId xmlns:a16="http://schemas.microsoft.com/office/drawing/2014/main" id="{291F7209-1432-627F-C7C0-F0B074F5A8FE}"/>
                      </a:ext>
                    </a:extLst>
                  </p:cNvPr>
                  <p:cNvSpPr txBox="1">
                    <a:spLocks noRot="1" noChangeAspect="1" noMove="1" noResize="1" noEditPoints="1" noAdjustHandles="1" noChangeArrowheads="1" noChangeShapeType="1" noTextEdit="1"/>
                  </p:cNvSpPr>
                  <p:nvPr/>
                </p:nvSpPr>
                <p:spPr>
                  <a:xfrm>
                    <a:off x="3760944" y="4093402"/>
                    <a:ext cx="660365" cy="577970"/>
                  </a:xfrm>
                  <a:prstGeom prst="rect">
                    <a:avLst/>
                  </a:prstGeom>
                  <a:blipFill>
                    <a:blip r:embed="rId19"/>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13" name="CuadroTexto 112">
                    <a:extLst>
                      <a:ext uri="{FF2B5EF4-FFF2-40B4-BE49-F238E27FC236}">
                        <a16:creationId xmlns:a16="http://schemas.microsoft.com/office/drawing/2014/main" id="{70E2F11A-A6A1-DF1D-912F-B86BB96C6753}"/>
                      </a:ext>
                    </a:extLst>
                  </p:cNvPr>
                  <p:cNvSpPr txBox="1"/>
                  <p:nvPr/>
                </p:nvSpPr>
                <p:spPr>
                  <a:xfrm>
                    <a:off x="3776817" y="5092599"/>
                    <a:ext cx="660365" cy="577970"/>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i="1" kern="100">
                                  <a:effectLst/>
                                  <a:latin typeface="Cambria Math" panose="02040503050406030204" pitchFamily="18" charset="0"/>
                                  <a:ea typeface="Calibri" panose="020F0502020204030204" pitchFamily="34" charset="0"/>
                                  <a:cs typeface="Times New Roman" panose="02020603050405020304" pitchFamily="18" charset="0"/>
                                </a:rPr>
                                <m:t>h</m:t>
                              </m:r>
                            </m:e>
                            <m:sub>
                              <m:r>
                                <a:rPr lang="es-ES" b="0" i="1" kern="100" smtClean="0">
                                  <a:effectLst/>
                                  <a:latin typeface="Cambria Math" panose="02040503050406030204" pitchFamily="18" charset="0"/>
                                  <a:ea typeface="Calibri" panose="020F0502020204030204" pitchFamily="34" charset="0"/>
                                  <a:cs typeface="Times New Roman" panose="02020603050405020304" pitchFamily="18" charset="0"/>
                                </a:rPr>
                                <m:t>2</m:t>
                              </m:r>
                              <m:r>
                                <a:rPr lang="es-ES" i="1" kern="100">
                                  <a:effectLst/>
                                  <a:latin typeface="Cambria Math" panose="02040503050406030204" pitchFamily="18" charset="0"/>
                                  <a:ea typeface="Calibri" panose="020F0502020204030204" pitchFamily="34" charset="0"/>
                                  <a:cs typeface="Times New Roman" panose="02020603050405020304" pitchFamily="18" charset="0"/>
                                </a:rPr>
                                <m:t>,</m:t>
                              </m:r>
                              <m:r>
                                <a:rPr lang="es-ES" i="1" kern="100">
                                  <a:effectLst/>
                                  <a:latin typeface="Cambria Math" panose="02040503050406030204" pitchFamily="18" charset="0"/>
                                  <a:ea typeface="Calibri" panose="020F0502020204030204" pitchFamily="34" charset="0"/>
                                  <a:cs typeface="Times New Roman" panose="02020603050405020304" pitchFamily="18" charset="0"/>
                                </a:rPr>
                                <m:t>𝑡</m:t>
                              </m:r>
                            </m:sub>
                          </m:sSub>
                        </m:oMath>
                      </m:oMathPara>
                    </a14:m>
                    <a:endParaRPr lang="es-ES"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13" name="CuadroTexto 112">
                    <a:extLst>
                      <a:ext uri="{FF2B5EF4-FFF2-40B4-BE49-F238E27FC236}">
                        <a16:creationId xmlns:a16="http://schemas.microsoft.com/office/drawing/2014/main" id="{70E2F11A-A6A1-DF1D-912F-B86BB96C6753}"/>
                      </a:ext>
                    </a:extLst>
                  </p:cNvPr>
                  <p:cNvSpPr txBox="1">
                    <a:spLocks noRot="1" noChangeAspect="1" noMove="1" noResize="1" noEditPoints="1" noAdjustHandles="1" noChangeArrowheads="1" noChangeShapeType="1" noTextEdit="1"/>
                  </p:cNvSpPr>
                  <p:nvPr/>
                </p:nvSpPr>
                <p:spPr>
                  <a:xfrm>
                    <a:off x="3776817" y="5092599"/>
                    <a:ext cx="660365" cy="577970"/>
                  </a:xfrm>
                  <a:prstGeom prst="rect">
                    <a:avLst/>
                  </a:prstGeom>
                  <a:blipFill>
                    <a:blip r:embed="rId20"/>
                    <a:stretch>
                      <a:fillRect/>
                    </a:stretch>
                  </a:blipFill>
                </p:spPr>
                <p:txBody>
                  <a:bodyPr/>
                  <a:lstStyle/>
                  <a:p>
                    <a:r>
                      <a:rPr lang="es-MX">
                        <a:noFill/>
                      </a:rPr>
                      <a:t> </a:t>
                    </a:r>
                  </a:p>
                </p:txBody>
              </p:sp>
            </mc:Fallback>
          </mc:AlternateContent>
          <p:cxnSp>
            <p:nvCxnSpPr>
              <p:cNvPr id="114" name="Conector recto de flecha 113">
                <a:extLst>
                  <a:ext uri="{FF2B5EF4-FFF2-40B4-BE49-F238E27FC236}">
                    <a16:creationId xmlns:a16="http://schemas.microsoft.com/office/drawing/2014/main" id="{B5C30570-A17C-1EA8-E94B-AB2F41A97070}"/>
                  </a:ext>
                </a:extLst>
              </p:cNvPr>
              <p:cNvCxnSpPr>
                <a:cxnSpLocks/>
                <a:stCxn id="74" idx="6"/>
              </p:cNvCxnSpPr>
              <p:nvPr/>
            </p:nvCxnSpPr>
            <p:spPr>
              <a:xfrm flipV="1">
                <a:off x="2451277" y="4373183"/>
                <a:ext cx="1206841" cy="973413"/>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117" name="Conector recto de flecha 116">
                <a:extLst>
                  <a:ext uri="{FF2B5EF4-FFF2-40B4-BE49-F238E27FC236}">
                    <a16:creationId xmlns:a16="http://schemas.microsoft.com/office/drawing/2014/main" id="{B511289C-3A16-C8A6-B2D1-D55B58D7B68B}"/>
                  </a:ext>
                </a:extLst>
              </p:cNvPr>
              <p:cNvCxnSpPr>
                <a:cxnSpLocks/>
                <a:stCxn id="74" idx="6"/>
              </p:cNvCxnSpPr>
              <p:nvPr/>
            </p:nvCxnSpPr>
            <p:spPr>
              <a:xfrm flipV="1">
                <a:off x="2451277" y="5334616"/>
                <a:ext cx="1206838" cy="11980"/>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grpSp>
        <p:grpSp>
          <p:nvGrpSpPr>
            <p:cNvPr id="78" name="Grupo 77">
              <a:extLst>
                <a:ext uri="{FF2B5EF4-FFF2-40B4-BE49-F238E27FC236}">
                  <a16:creationId xmlns:a16="http://schemas.microsoft.com/office/drawing/2014/main" id="{B1508943-A68D-611D-535F-B4EE9CBF5A3B}"/>
                </a:ext>
              </a:extLst>
            </p:cNvPr>
            <p:cNvGrpSpPr/>
            <p:nvPr/>
          </p:nvGrpSpPr>
          <p:grpSpPr>
            <a:xfrm>
              <a:off x="4464961" y="3939289"/>
              <a:ext cx="2252741" cy="1768415"/>
              <a:chOff x="2447837" y="3939289"/>
              <a:chExt cx="2252741" cy="1768415"/>
            </a:xfrm>
          </p:grpSpPr>
          <p:pic>
            <p:nvPicPr>
              <p:cNvPr id="94" name="Imagen 93">
                <a:extLst>
                  <a:ext uri="{FF2B5EF4-FFF2-40B4-BE49-F238E27FC236}">
                    <a16:creationId xmlns:a16="http://schemas.microsoft.com/office/drawing/2014/main" id="{4F5C50C7-E1D3-15EC-DEBA-BBF7602EF4BF}"/>
                  </a:ext>
                </a:extLst>
              </p:cNvPr>
              <p:cNvPicPr>
                <a:picLocks noChangeAspect="1"/>
              </p:cNvPicPr>
              <p:nvPr/>
            </p:nvPicPr>
            <p:blipFill>
              <a:blip r:embed="rId6"/>
              <a:stretch>
                <a:fillRect/>
              </a:stretch>
            </p:blipFill>
            <p:spPr>
              <a:xfrm>
                <a:off x="4699171" y="4914367"/>
                <a:ext cx="1407" cy="500"/>
              </a:xfrm>
              <a:prstGeom prst="rect">
                <a:avLst/>
              </a:prstGeom>
            </p:spPr>
          </p:pic>
          <p:pic>
            <p:nvPicPr>
              <p:cNvPr id="95" name="Imagen 94">
                <a:extLst>
                  <a:ext uri="{FF2B5EF4-FFF2-40B4-BE49-F238E27FC236}">
                    <a16:creationId xmlns:a16="http://schemas.microsoft.com/office/drawing/2014/main" id="{6EFA53BD-0792-1C1E-8177-5DD7D5799EBA}"/>
                  </a:ext>
                </a:extLst>
              </p:cNvPr>
              <p:cNvPicPr>
                <a:picLocks noChangeAspect="1"/>
              </p:cNvPicPr>
              <p:nvPr/>
            </p:nvPicPr>
            <p:blipFill>
              <a:blip r:embed="rId7"/>
              <a:stretch>
                <a:fillRect/>
              </a:stretch>
            </p:blipFill>
            <p:spPr>
              <a:xfrm>
                <a:off x="4699872" y="4914616"/>
                <a:ext cx="5" cy="1"/>
              </a:xfrm>
              <a:prstGeom prst="rect">
                <a:avLst/>
              </a:prstGeom>
            </p:spPr>
          </p:pic>
          <p:pic>
            <p:nvPicPr>
              <p:cNvPr id="96" name="Imagen 95">
                <a:extLst>
                  <a:ext uri="{FF2B5EF4-FFF2-40B4-BE49-F238E27FC236}">
                    <a16:creationId xmlns:a16="http://schemas.microsoft.com/office/drawing/2014/main" id="{DDF56BC9-7459-7917-A09A-268164EC3AD8}"/>
                  </a:ext>
                </a:extLst>
              </p:cNvPr>
              <p:cNvPicPr>
                <a:picLocks noChangeAspect="1"/>
              </p:cNvPicPr>
              <p:nvPr/>
            </p:nvPicPr>
            <p:blipFill>
              <a:blip r:embed="rId8"/>
              <a:stretch>
                <a:fillRect/>
              </a:stretch>
            </p:blipFill>
            <p:spPr>
              <a:xfrm>
                <a:off x="4699863" y="4914615"/>
                <a:ext cx="24" cy="3"/>
              </a:xfrm>
              <a:prstGeom prst="rect">
                <a:avLst/>
              </a:prstGeom>
            </p:spPr>
          </p:pic>
          <p:pic>
            <p:nvPicPr>
              <p:cNvPr id="97" name="Imagen 96">
                <a:extLst>
                  <a:ext uri="{FF2B5EF4-FFF2-40B4-BE49-F238E27FC236}">
                    <a16:creationId xmlns:a16="http://schemas.microsoft.com/office/drawing/2014/main" id="{DDD1E21D-3D7F-B634-DC07-A2010AEDFEB6}"/>
                  </a:ext>
                </a:extLst>
              </p:cNvPr>
              <p:cNvPicPr>
                <a:picLocks noChangeAspect="1"/>
              </p:cNvPicPr>
              <p:nvPr/>
            </p:nvPicPr>
            <p:blipFill>
              <a:blip r:embed="rId9"/>
              <a:stretch>
                <a:fillRect/>
              </a:stretch>
            </p:blipFill>
            <p:spPr>
              <a:xfrm>
                <a:off x="4699869" y="4914611"/>
                <a:ext cx="11" cy="11"/>
              </a:xfrm>
              <a:prstGeom prst="rect">
                <a:avLst/>
              </a:prstGeom>
            </p:spPr>
          </p:pic>
          <p:sp>
            <p:nvSpPr>
              <p:cNvPr id="98" name="Diagrama de flujo: conector 97">
                <a:extLst>
                  <a:ext uri="{FF2B5EF4-FFF2-40B4-BE49-F238E27FC236}">
                    <a16:creationId xmlns:a16="http://schemas.microsoft.com/office/drawing/2014/main" id="{6EB8C8BF-C570-DC34-055D-AECF076F9DA7}"/>
                  </a:ext>
                </a:extLst>
              </p:cNvPr>
              <p:cNvSpPr/>
              <p:nvPr/>
            </p:nvSpPr>
            <p:spPr>
              <a:xfrm>
                <a:off x="3716251" y="4985489"/>
                <a:ext cx="749755" cy="72221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9" name="Diagrama de flujo: conector 98">
                <a:extLst>
                  <a:ext uri="{FF2B5EF4-FFF2-40B4-BE49-F238E27FC236}">
                    <a16:creationId xmlns:a16="http://schemas.microsoft.com/office/drawing/2014/main" id="{51801C78-C285-61F5-9A4F-59EBA6EC2F7B}"/>
                  </a:ext>
                </a:extLst>
              </p:cNvPr>
              <p:cNvSpPr/>
              <p:nvPr/>
            </p:nvSpPr>
            <p:spPr>
              <a:xfrm>
                <a:off x="3716252" y="3939289"/>
                <a:ext cx="749755" cy="72221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100" name="CuadroTexto 99">
                    <a:extLst>
                      <a:ext uri="{FF2B5EF4-FFF2-40B4-BE49-F238E27FC236}">
                        <a16:creationId xmlns:a16="http://schemas.microsoft.com/office/drawing/2014/main" id="{E3FD0C51-0E8E-0F4F-9DDB-DC1FED1759DC}"/>
                      </a:ext>
                    </a:extLst>
                  </p:cNvPr>
                  <p:cNvSpPr txBox="1"/>
                  <p:nvPr/>
                </p:nvSpPr>
                <p:spPr>
                  <a:xfrm>
                    <a:off x="3699669" y="4047479"/>
                    <a:ext cx="660365" cy="577970"/>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i="1" kern="100">
                                  <a:effectLst/>
                                  <a:latin typeface="Cambria Math" panose="02040503050406030204" pitchFamily="18" charset="0"/>
                                  <a:ea typeface="Calibri" panose="020F0502020204030204" pitchFamily="34" charset="0"/>
                                  <a:cs typeface="Times New Roman" panose="02020603050405020304" pitchFamily="18" charset="0"/>
                                </a:rPr>
                                <m:t>h</m:t>
                              </m:r>
                            </m:e>
                            <m:sub>
                              <m:r>
                                <a:rPr lang="es-ES" i="1" kern="100">
                                  <a:effectLst/>
                                  <a:latin typeface="Cambria Math" panose="02040503050406030204" pitchFamily="18" charset="0"/>
                                  <a:ea typeface="Calibri" panose="020F0502020204030204" pitchFamily="34" charset="0"/>
                                  <a:cs typeface="Times New Roman" panose="02020603050405020304" pitchFamily="18" charset="0"/>
                                </a:rPr>
                                <m:t>1,</m:t>
                              </m:r>
                              <m:r>
                                <a:rPr lang="es-ES" i="1" kern="100">
                                  <a:effectLst/>
                                  <a:latin typeface="Cambria Math" panose="02040503050406030204" pitchFamily="18" charset="0"/>
                                  <a:ea typeface="Calibri" panose="020F0502020204030204" pitchFamily="34" charset="0"/>
                                  <a:cs typeface="Times New Roman" panose="02020603050405020304" pitchFamily="18" charset="0"/>
                                </a:rPr>
                                <m:t>𝑡</m:t>
                              </m:r>
                              <m:r>
                                <a:rPr lang="es-ES" b="0" i="1" kern="100"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s-ES"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00" name="CuadroTexto 99">
                    <a:extLst>
                      <a:ext uri="{FF2B5EF4-FFF2-40B4-BE49-F238E27FC236}">
                        <a16:creationId xmlns:a16="http://schemas.microsoft.com/office/drawing/2014/main" id="{E3FD0C51-0E8E-0F4F-9DDB-DC1FED1759DC}"/>
                      </a:ext>
                    </a:extLst>
                  </p:cNvPr>
                  <p:cNvSpPr txBox="1">
                    <a:spLocks noRot="1" noChangeAspect="1" noMove="1" noResize="1" noEditPoints="1" noAdjustHandles="1" noChangeArrowheads="1" noChangeShapeType="1" noTextEdit="1"/>
                  </p:cNvSpPr>
                  <p:nvPr/>
                </p:nvSpPr>
                <p:spPr>
                  <a:xfrm>
                    <a:off x="3699669" y="4047479"/>
                    <a:ext cx="660365" cy="577970"/>
                  </a:xfrm>
                  <a:prstGeom prst="rect">
                    <a:avLst/>
                  </a:prstGeom>
                  <a:blipFill>
                    <a:blip r:embed="rId21"/>
                    <a:stretch>
                      <a:fillRect r="-10753"/>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1" name="CuadroTexto 100">
                    <a:extLst>
                      <a:ext uri="{FF2B5EF4-FFF2-40B4-BE49-F238E27FC236}">
                        <a16:creationId xmlns:a16="http://schemas.microsoft.com/office/drawing/2014/main" id="{DA6D6184-73DD-6A18-2BDA-B0EB9FA9F653}"/>
                      </a:ext>
                    </a:extLst>
                  </p:cNvPr>
                  <p:cNvSpPr txBox="1"/>
                  <p:nvPr/>
                </p:nvSpPr>
                <p:spPr>
                  <a:xfrm>
                    <a:off x="3752180" y="5083816"/>
                    <a:ext cx="660365" cy="577970"/>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i="1" kern="100">
                                  <a:effectLst/>
                                  <a:latin typeface="Cambria Math" panose="02040503050406030204" pitchFamily="18" charset="0"/>
                                  <a:ea typeface="Calibri" panose="020F0502020204030204" pitchFamily="34" charset="0"/>
                                  <a:cs typeface="Times New Roman" panose="02020603050405020304" pitchFamily="18" charset="0"/>
                                </a:rPr>
                                <m:t>h</m:t>
                              </m:r>
                            </m:e>
                            <m:sub>
                              <m:r>
                                <a:rPr lang="es-ES" b="0" i="1" kern="100" smtClean="0">
                                  <a:effectLst/>
                                  <a:latin typeface="Cambria Math" panose="02040503050406030204" pitchFamily="18" charset="0"/>
                                  <a:ea typeface="Calibri" panose="020F0502020204030204" pitchFamily="34" charset="0"/>
                                  <a:cs typeface="Times New Roman" panose="02020603050405020304" pitchFamily="18" charset="0"/>
                                </a:rPr>
                                <m:t>2</m:t>
                              </m:r>
                              <m:r>
                                <a:rPr lang="es-ES" i="1" kern="100">
                                  <a:effectLst/>
                                  <a:latin typeface="Cambria Math" panose="02040503050406030204" pitchFamily="18" charset="0"/>
                                  <a:ea typeface="Calibri" panose="020F0502020204030204" pitchFamily="34" charset="0"/>
                                  <a:cs typeface="Times New Roman" panose="02020603050405020304" pitchFamily="18" charset="0"/>
                                </a:rPr>
                                <m:t>,</m:t>
                              </m:r>
                              <m:r>
                                <a:rPr lang="es-ES" i="1" kern="100">
                                  <a:effectLst/>
                                  <a:latin typeface="Cambria Math" panose="02040503050406030204" pitchFamily="18" charset="0"/>
                                  <a:ea typeface="Calibri" panose="020F0502020204030204" pitchFamily="34" charset="0"/>
                                  <a:cs typeface="Times New Roman" panose="02020603050405020304" pitchFamily="18" charset="0"/>
                                </a:rPr>
                                <m:t>𝑡</m:t>
                              </m:r>
                              <m:r>
                                <a:rPr lang="es-ES" b="0" i="1" kern="100"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s-ES"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01" name="CuadroTexto 100">
                    <a:extLst>
                      <a:ext uri="{FF2B5EF4-FFF2-40B4-BE49-F238E27FC236}">
                        <a16:creationId xmlns:a16="http://schemas.microsoft.com/office/drawing/2014/main" id="{DA6D6184-73DD-6A18-2BDA-B0EB9FA9F653}"/>
                      </a:ext>
                    </a:extLst>
                  </p:cNvPr>
                  <p:cNvSpPr txBox="1">
                    <a:spLocks noRot="1" noChangeAspect="1" noMove="1" noResize="1" noEditPoints="1" noAdjustHandles="1" noChangeArrowheads="1" noChangeShapeType="1" noTextEdit="1"/>
                  </p:cNvSpPr>
                  <p:nvPr/>
                </p:nvSpPr>
                <p:spPr>
                  <a:xfrm>
                    <a:off x="3752180" y="5083816"/>
                    <a:ext cx="660365" cy="577970"/>
                  </a:xfrm>
                  <a:prstGeom prst="rect">
                    <a:avLst/>
                  </a:prstGeom>
                  <a:blipFill>
                    <a:blip r:embed="rId22"/>
                    <a:stretch>
                      <a:fillRect r="-10638"/>
                    </a:stretch>
                  </a:blipFill>
                </p:spPr>
                <p:txBody>
                  <a:bodyPr/>
                  <a:lstStyle/>
                  <a:p>
                    <a:r>
                      <a:rPr lang="es-MX">
                        <a:noFill/>
                      </a:rPr>
                      <a:t> </a:t>
                    </a:r>
                  </a:p>
                </p:txBody>
              </p:sp>
            </mc:Fallback>
          </mc:AlternateContent>
          <p:cxnSp>
            <p:nvCxnSpPr>
              <p:cNvPr id="102" name="Conector recto de flecha 101">
                <a:extLst>
                  <a:ext uri="{FF2B5EF4-FFF2-40B4-BE49-F238E27FC236}">
                    <a16:creationId xmlns:a16="http://schemas.microsoft.com/office/drawing/2014/main" id="{4BCE3C76-F935-154D-6364-444577047DBB}"/>
                  </a:ext>
                </a:extLst>
              </p:cNvPr>
              <p:cNvCxnSpPr>
                <a:cxnSpLocks/>
              </p:cNvCxnSpPr>
              <p:nvPr/>
            </p:nvCxnSpPr>
            <p:spPr>
              <a:xfrm flipV="1">
                <a:off x="2451277" y="4373183"/>
                <a:ext cx="1206841" cy="973413"/>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103" name="Conector recto de flecha 102">
                <a:extLst>
                  <a:ext uri="{FF2B5EF4-FFF2-40B4-BE49-F238E27FC236}">
                    <a16:creationId xmlns:a16="http://schemas.microsoft.com/office/drawing/2014/main" id="{EE847848-89B4-E6AB-1429-F11525AF632C}"/>
                  </a:ext>
                </a:extLst>
              </p:cNvPr>
              <p:cNvCxnSpPr>
                <a:cxnSpLocks/>
              </p:cNvCxnSpPr>
              <p:nvPr/>
            </p:nvCxnSpPr>
            <p:spPr>
              <a:xfrm>
                <a:off x="2451277" y="4311356"/>
                <a:ext cx="1206839" cy="0"/>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104" name="Conector recto de flecha 103">
                <a:extLst>
                  <a:ext uri="{FF2B5EF4-FFF2-40B4-BE49-F238E27FC236}">
                    <a16:creationId xmlns:a16="http://schemas.microsoft.com/office/drawing/2014/main" id="{93B942C1-B7F3-DF8C-BA72-601A5660C765}"/>
                  </a:ext>
                </a:extLst>
              </p:cNvPr>
              <p:cNvCxnSpPr>
                <a:cxnSpLocks/>
              </p:cNvCxnSpPr>
              <p:nvPr/>
            </p:nvCxnSpPr>
            <p:spPr>
              <a:xfrm>
                <a:off x="2447837" y="4307467"/>
                <a:ext cx="1209581" cy="952151"/>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105" name="Conector recto de flecha 104">
                <a:extLst>
                  <a:ext uri="{FF2B5EF4-FFF2-40B4-BE49-F238E27FC236}">
                    <a16:creationId xmlns:a16="http://schemas.microsoft.com/office/drawing/2014/main" id="{53B2922A-7942-03E0-04EA-1F08FC3FFBFF}"/>
                  </a:ext>
                </a:extLst>
              </p:cNvPr>
              <p:cNvCxnSpPr>
                <a:cxnSpLocks/>
              </p:cNvCxnSpPr>
              <p:nvPr/>
            </p:nvCxnSpPr>
            <p:spPr>
              <a:xfrm flipV="1">
                <a:off x="2451277" y="5334616"/>
                <a:ext cx="1206838" cy="11980"/>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grpSp>
        <p:grpSp>
          <p:nvGrpSpPr>
            <p:cNvPr id="79" name="Grupo 78">
              <a:extLst>
                <a:ext uri="{FF2B5EF4-FFF2-40B4-BE49-F238E27FC236}">
                  <a16:creationId xmlns:a16="http://schemas.microsoft.com/office/drawing/2014/main" id="{379CB6EB-50AC-4ED8-ED34-6BE93646A397}"/>
                </a:ext>
              </a:extLst>
            </p:cNvPr>
            <p:cNvGrpSpPr/>
            <p:nvPr/>
          </p:nvGrpSpPr>
          <p:grpSpPr>
            <a:xfrm>
              <a:off x="6481385" y="3939288"/>
              <a:ext cx="2252741" cy="1768415"/>
              <a:chOff x="2447837" y="3939289"/>
              <a:chExt cx="2252741" cy="1768415"/>
            </a:xfrm>
          </p:grpSpPr>
          <p:pic>
            <p:nvPicPr>
              <p:cNvPr id="82" name="Imagen 81">
                <a:extLst>
                  <a:ext uri="{FF2B5EF4-FFF2-40B4-BE49-F238E27FC236}">
                    <a16:creationId xmlns:a16="http://schemas.microsoft.com/office/drawing/2014/main" id="{1995850F-39CD-1010-F979-CA9626DA2FA1}"/>
                  </a:ext>
                </a:extLst>
              </p:cNvPr>
              <p:cNvPicPr>
                <a:picLocks noChangeAspect="1"/>
              </p:cNvPicPr>
              <p:nvPr/>
            </p:nvPicPr>
            <p:blipFill>
              <a:blip r:embed="rId6"/>
              <a:stretch>
                <a:fillRect/>
              </a:stretch>
            </p:blipFill>
            <p:spPr>
              <a:xfrm>
                <a:off x="4699171" y="4914367"/>
                <a:ext cx="1407" cy="500"/>
              </a:xfrm>
              <a:prstGeom prst="rect">
                <a:avLst/>
              </a:prstGeom>
            </p:spPr>
          </p:pic>
          <p:pic>
            <p:nvPicPr>
              <p:cNvPr id="83" name="Imagen 82">
                <a:extLst>
                  <a:ext uri="{FF2B5EF4-FFF2-40B4-BE49-F238E27FC236}">
                    <a16:creationId xmlns:a16="http://schemas.microsoft.com/office/drawing/2014/main" id="{33907074-C791-BD23-EE0A-6033C30E30C3}"/>
                  </a:ext>
                </a:extLst>
              </p:cNvPr>
              <p:cNvPicPr>
                <a:picLocks noChangeAspect="1"/>
              </p:cNvPicPr>
              <p:nvPr/>
            </p:nvPicPr>
            <p:blipFill>
              <a:blip r:embed="rId7"/>
              <a:stretch>
                <a:fillRect/>
              </a:stretch>
            </p:blipFill>
            <p:spPr>
              <a:xfrm>
                <a:off x="4699872" y="4914616"/>
                <a:ext cx="5" cy="1"/>
              </a:xfrm>
              <a:prstGeom prst="rect">
                <a:avLst/>
              </a:prstGeom>
            </p:spPr>
          </p:pic>
          <p:pic>
            <p:nvPicPr>
              <p:cNvPr id="84" name="Imagen 83">
                <a:extLst>
                  <a:ext uri="{FF2B5EF4-FFF2-40B4-BE49-F238E27FC236}">
                    <a16:creationId xmlns:a16="http://schemas.microsoft.com/office/drawing/2014/main" id="{21F112D9-7264-58F2-9B24-C5E2C98D34FC}"/>
                  </a:ext>
                </a:extLst>
              </p:cNvPr>
              <p:cNvPicPr>
                <a:picLocks noChangeAspect="1"/>
              </p:cNvPicPr>
              <p:nvPr/>
            </p:nvPicPr>
            <p:blipFill>
              <a:blip r:embed="rId8"/>
              <a:stretch>
                <a:fillRect/>
              </a:stretch>
            </p:blipFill>
            <p:spPr>
              <a:xfrm>
                <a:off x="4699863" y="4914615"/>
                <a:ext cx="24" cy="3"/>
              </a:xfrm>
              <a:prstGeom prst="rect">
                <a:avLst/>
              </a:prstGeom>
            </p:spPr>
          </p:pic>
          <p:pic>
            <p:nvPicPr>
              <p:cNvPr id="85" name="Imagen 84">
                <a:extLst>
                  <a:ext uri="{FF2B5EF4-FFF2-40B4-BE49-F238E27FC236}">
                    <a16:creationId xmlns:a16="http://schemas.microsoft.com/office/drawing/2014/main" id="{BD81CA23-E879-3A21-A28D-FFEC371926AD}"/>
                  </a:ext>
                </a:extLst>
              </p:cNvPr>
              <p:cNvPicPr>
                <a:picLocks noChangeAspect="1"/>
              </p:cNvPicPr>
              <p:nvPr/>
            </p:nvPicPr>
            <p:blipFill>
              <a:blip r:embed="rId9"/>
              <a:stretch>
                <a:fillRect/>
              </a:stretch>
            </p:blipFill>
            <p:spPr>
              <a:xfrm>
                <a:off x="4699869" y="4914611"/>
                <a:ext cx="11" cy="11"/>
              </a:xfrm>
              <a:prstGeom prst="rect">
                <a:avLst/>
              </a:prstGeom>
            </p:spPr>
          </p:pic>
          <p:sp>
            <p:nvSpPr>
              <p:cNvPr id="86" name="Diagrama de flujo: conector 85">
                <a:extLst>
                  <a:ext uri="{FF2B5EF4-FFF2-40B4-BE49-F238E27FC236}">
                    <a16:creationId xmlns:a16="http://schemas.microsoft.com/office/drawing/2014/main" id="{4EBDE0B6-B663-0A3E-7ADA-F1EEB8274E64}"/>
                  </a:ext>
                </a:extLst>
              </p:cNvPr>
              <p:cNvSpPr/>
              <p:nvPr/>
            </p:nvSpPr>
            <p:spPr>
              <a:xfrm>
                <a:off x="3716251" y="4985489"/>
                <a:ext cx="749755" cy="72221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7" name="Diagrama de flujo: conector 86">
                <a:extLst>
                  <a:ext uri="{FF2B5EF4-FFF2-40B4-BE49-F238E27FC236}">
                    <a16:creationId xmlns:a16="http://schemas.microsoft.com/office/drawing/2014/main" id="{16A15F95-FBFD-B799-149C-DA34411BDFAE}"/>
                  </a:ext>
                </a:extLst>
              </p:cNvPr>
              <p:cNvSpPr/>
              <p:nvPr/>
            </p:nvSpPr>
            <p:spPr>
              <a:xfrm>
                <a:off x="3716252" y="3939289"/>
                <a:ext cx="749755" cy="72221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88" name="CuadroTexto 87">
                    <a:extLst>
                      <a:ext uri="{FF2B5EF4-FFF2-40B4-BE49-F238E27FC236}">
                        <a16:creationId xmlns:a16="http://schemas.microsoft.com/office/drawing/2014/main" id="{C4CB5F22-CC1F-9A31-D318-F1F126F8A3F5}"/>
                      </a:ext>
                    </a:extLst>
                  </p:cNvPr>
                  <p:cNvSpPr txBox="1"/>
                  <p:nvPr/>
                </p:nvSpPr>
                <p:spPr>
                  <a:xfrm>
                    <a:off x="3700369" y="4038162"/>
                    <a:ext cx="660365" cy="577970"/>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i="1" kern="100">
                                  <a:effectLst/>
                                  <a:latin typeface="Cambria Math" panose="02040503050406030204" pitchFamily="18" charset="0"/>
                                  <a:ea typeface="Calibri" panose="020F0502020204030204" pitchFamily="34" charset="0"/>
                                  <a:cs typeface="Times New Roman" panose="02020603050405020304" pitchFamily="18" charset="0"/>
                                </a:rPr>
                                <m:t>h</m:t>
                              </m:r>
                            </m:e>
                            <m:sub>
                              <m:r>
                                <a:rPr lang="es-ES" i="1" kern="100">
                                  <a:effectLst/>
                                  <a:latin typeface="Cambria Math" panose="02040503050406030204" pitchFamily="18" charset="0"/>
                                  <a:ea typeface="Calibri" panose="020F0502020204030204" pitchFamily="34" charset="0"/>
                                  <a:cs typeface="Times New Roman" panose="02020603050405020304" pitchFamily="18" charset="0"/>
                                </a:rPr>
                                <m:t>1,</m:t>
                              </m:r>
                              <m:r>
                                <a:rPr lang="es-ES" i="1" kern="100">
                                  <a:effectLst/>
                                  <a:latin typeface="Cambria Math" panose="02040503050406030204" pitchFamily="18" charset="0"/>
                                  <a:ea typeface="Calibri" panose="020F0502020204030204" pitchFamily="34" charset="0"/>
                                  <a:cs typeface="Times New Roman" panose="02020603050405020304" pitchFamily="18" charset="0"/>
                                </a:rPr>
                                <m:t>𝑡</m:t>
                              </m:r>
                              <m:r>
                                <a:rPr lang="es-ES" b="0" i="1" kern="100" smtClean="0">
                                  <a:effectLst/>
                                  <a:latin typeface="Cambria Math" panose="02040503050406030204" pitchFamily="18" charset="0"/>
                                  <a:ea typeface="Calibri" panose="020F0502020204030204" pitchFamily="34" charset="0"/>
                                  <a:cs typeface="Times New Roman" panose="02020603050405020304" pitchFamily="18" charset="0"/>
                                </a:rPr>
                                <m:t>+2</m:t>
                              </m:r>
                            </m:sub>
                          </m:sSub>
                        </m:oMath>
                      </m:oMathPara>
                    </a14:m>
                    <a:endParaRPr lang="es-ES"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88" name="CuadroTexto 87">
                    <a:extLst>
                      <a:ext uri="{FF2B5EF4-FFF2-40B4-BE49-F238E27FC236}">
                        <a16:creationId xmlns:a16="http://schemas.microsoft.com/office/drawing/2014/main" id="{C4CB5F22-CC1F-9A31-D318-F1F126F8A3F5}"/>
                      </a:ext>
                    </a:extLst>
                  </p:cNvPr>
                  <p:cNvSpPr txBox="1">
                    <a:spLocks noRot="1" noChangeAspect="1" noMove="1" noResize="1" noEditPoints="1" noAdjustHandles="1" noChangeArrowheads="1" noChangeShapeType="1" noTextEdit="1"/>
                  </p:cNvSpPr>
                  <p:nvPr/>
                </p:nvSpPr>
                <p:spPr>
                  <a:xfrm>
                    <a:off x="3700369" y="4038162"/>
                    <a:ext cx="660365" cy="577970"/>
                  </a:xfrm>
                  <a:prstGeom prst="rect">
                    <a:avLst/>
                  </a:prstGeom>
                  <a:blipFill>
                    <a:blip r:embed="rId23"/>
                    <a:stretch>
                      <a:fillRect r="-9574"/>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89" name="CuadroTexto 88">
                    <a:extLst>
                      <a:ext uri="{FF2B5EF4-FFF2-40B4-BE49-F238E27FC236}">
                        <a16:creationId xmlns:a16="http://schemas.microsoft.com/office/drawing/2014/main" id="{863BC622-EE0D-E377-B08A-395C98DBFD9B}"/>
                      </a:ext>
                    </a:extLst>
                  </p:cNvPr>
                  <p:cNvSpPr txBox="1"/>
                  <p:nvPr/>
                </p:nvSpPr>
                <p:spPr>
                  <a:xfrm>
                    <a:off x="3756189" y="5077291"/>
                    <a:ext cx="660365" cy="577970"/>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i="1" kern="100">
                                  <a:effectLst/>
                                  <a:latin typeface="Cambria Math" panose="02040503050406030204" pitchFamily="18" charset="0"/>
                                  <a:ea typeface="Calibri" panose="020F0502020204030204" pitchFamily="34" charset="0"/>
                                  <a:cs typeface="Times New Roman" panose="02020603050405020304" pitchFamily="18" charset="0"/>
                                </a:rPr>
                                <m:t>h</m:t>
                              </m:r>
                            </m:e>
                            <m:sub>
                              <m:r>
                                <a:rPr lang="es-ES" b="0" i="1" kern="100" smtClean="0">
                                  <a:effectLst/>
                                  <a:latin typeface="Cambria Math" panose="02040503050406030204" pitchFamily="18" charset="0"/>
                                  <a:ea typeface="Calibri" panose="020F0502020204030204" pitchFamily="34" charset="0"/>
                                  <a:cs typeface="Times New Roman" panose="02020603050405020304" pitchFamily="18" charset="0"/>
                                </a:rPr>
                                <m:t>2</m:t>
                              </m:r>
                              <m:r>
                                <a:rPr lang="es-ES" i="1" kern="100">
                                  <a:effectLst/>
                                  <a:latin typeface="Cambria Math" panose="02040503050406030204" pitchFamily="18" charset="0"/>
                                  <a:ea typeface="Calibri" panose="020F0502020204030204" pitchFamily="34" charset="0"/>
                                  <a:cs typeface="Times New Roman" panose="02020603050405020304" pitchFamily="18" charset="0"/>
                                </a:rPr>
                                <m:t>,</m:t>
                              </m:r>
                              <m:r>
                                <a:rPr lang="es-ES" i="1" kern="100">
                                  <a:effectLst/>
                                  <a:latin typeface="Cambria Math" panose="02040503050406030204" pitchFamily="18" charset="0"/>
                                  <a:ea typeface="Calibri" panose="020F0502020204030204" pitchFamily="34" charset="0"/>
                                  <a:cs typeface="Times New Roman" panose="02020603050405020304" pitchFamily="18" charset="0"/>
                                </a:rPr>
                                <m:t>𝑡</m:t>
                              </m:r>
                              <m:r>
                                <a:rPr lang="es-ES" b="0" i="1" kern="100" smtClean="0">
                                  <a:effectLst/>
                                  <a:latin typeface="Cambria Math" panose="02040503050406030204" pitchFamily="18" charset="0"/>
                                  <a:ea typeface="Calibri" panose="020F0502020204030204" pitchFamily="34" charset="0"/>
                                  <a:cs typeface="Times New Roman" panose="02020603050405020304" pitchFamily="18" charset="0"/>
                                </a:rPr>
                                <m:t>+2</m:t>
                              </m:r>
                            </m:sub>
                          </m:sSub>
                        </m:oMath>
                      </m:oMathPara>
                    </a14:m>
                    <a:endParaRPr lang="es-ES"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89" name="CuadroTexto 88">
                    <a:extLst>
                      <a:ext uri="{FF2B5EF4-FFF2-40B4-BE49-F238E27FC236}">
                        <a16:creationId xmlns:a16="http://schemas.microsoft.com/office/drawing/2014/main" id="{863BC622-EE0D-E377-B08A-395C98DBFD9B}"/>
                      </a:ext>
                    </a:extLst>
                  </p:cNvPr>
                  <p:cNvSpPr txBox="1">
                    <a:spLocks noRot="1" noChangeAspect="1" noMove="1" noResize="1" noEditPoints="1" noAdjustHandles="1" noChangeArrowheads="1" noChangeShapeType="1" noTextEdit="1"/>
                  </p:cNvSpPr>
                  <p:nvPr/>
                </p:nvSpPr>
                <p:spPr>
                  <a:xfrm>
                    <a:off x="3756189" y="5077291"/>
                    <a:ext cx="660365" cy="577970"/>
                  </a:xfrm>
                  <a:prstGeom prst="rect">
                    <a:avLst/>
                  </a:prstGeom>
                  <a:blipFill>
                    <a:blip r:embed="rId24"/>
                    <a:stretch>
                      <a:fillRect r="-10638"/>
                    </a:stretch>
                  </a:blipFill>
                </p:spPr>
                <p:txBody>
                  <a:bodyPr/>
                  <a:lstStyle/>
                  <a:p>
                    <a:r>
                      <a:rPr lang="es-MX">
                        <a:noFill/>
                      </a:rPr>
                      <a:t> </a:t>
                    </a:r>
                  </a:p>
                </p:txBody>
              </p:sp>
            </mc:Fallback>
          </mc:AlternateContent>
          <p:cxnSp>
            <p:nvCxnSpPr>
              <p:cNvPr id="90" name="Conector recto de flecha 89">
                <a:extLst>
                  <a:ext uri="{FF2B5EF4-FFF2-40B4-BE49-F238E27FC236}">
                    <a16:creationId xmlns:a16="http://schemas.microsoft.com/office/drawing/2014/main" id="{10FB8D02-3DEB-0CD7-F6C8-FA4C75838DBA}"/>
                  </a:ext>
                </a:extLst>
              </p:cNvPr>
              <p:cNvCxnSpPr>
                <a:cxnSpLocks/>
              </p:cNvCxnSpPr>
              <p:nvPr/>
            </p:nvCxnSpPr>
            <p:spPr>
              <a:xfrm flipV="1">
                <a:off x="2451277" y="4373183"/>
                <a:ext cx="1206841" cy="973413"/>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91" name="Conector recto de flecha 90">
                <a:extLst>
                  <a:ext uri="{FF2B5EF4-FFF2-40B4-BE49-F238E27FC236}">
                    <a16:creationId xmlns:a16="http://schemas.microsoft.com/office/drawing/2014/main" id="{374B72E2-FFF5-95B5-00BB-17C58E9063B0}"/>
                  </a:ext>
                </a:extLst>
              </p:cNvPr>
              <p:cNvCxnSpPr>
                <a:cxnSpLocks/>
              </p:cNvCxnSpPr>
              <p:nvPr/>
            </p:nvCxnSpPr>
            <p:spPr>
              <a:xfrm>
                <a:off x="2451277" y="4311356"/>
                <a:ext cx="1206839" cy="0"/>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92" name="Conector recto de flecha 91">
                <a:extLst>
                  <a:ext uri="{FF2B5EF4-FFF2-40B4-BE49-F238E27FC236}">
                    <a16:creationId xmlns:a16="http://schemas.microsoft.com/office/drawing/2014/main" id="{ED2A1E88-1CC3-97AD-CE94-5D82FA1A4B58}"/>
                  </a:ext>
                </a:extLst>
              </p:cNvPr>
              <p:cNvCxnSpPr>
                <a:cxnSpLocks/>
              </p:cNvCxnSpPr>
              <p:nvPr/>
            </p:nvCxnSpPr>
            <p:spPr>
              <a:xfrm>
                <a:off x="2447837" y="4307467"/>
                <a:ext cx="1209581" cy="952151"/>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ector recto de flecha 92">
                <a:extLst>
                  <a:ext uri="{FF2B5EF4-FFF2-40B4-BE49-F238E27FC236}">
                    <a16:creationId xmlns:a16="http://schemas.microsoft.com/office/drawing/2014/main" id="{D4A8B8C9-C704-7209-1191-54EE045E370B}"/>
                  </a:ext>
                </a:extLst>
              </p:cNvPr>
              <p:cNvCxnSpPr>
                <a:cxnSpLocks/>
              </p:cNvCxnSpPr>
              <p:nvPr/>
            </p:nvCxnSpPr>
            <p:spPr>
              <a:xfrm flipV="1">
                <a:off x="2451277" y="5334616"/>
                <a:ext cx="1206838" cy="11980"/>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grpSp>
        <p:cxnSp>
          <p:nvCxnSpPr>
            <p:cNvPr id="80" name="Conector recto de flecha 79">
              <a:extLst>
                <a:ext uri="{FF2B5EF4-FFF2-40B4-BE49-F238E27FC236}">
                  <a16:creationId xmlns:a16="http://schemas.microsoft.com/office/drawing/2014/main" id="{EADA3E17-4254-5EE5-F604-A7D29AFEE29C}"/>
                </a:ext>
              </a:extLst>
            </p:cNvPr>
            <p:cNvCxnSpPr>
              <a:cxnSpLocks/>
            </p:cNvCxnSpPr>
            <p:nvPr/>
          </p:nvCxnSpPr>
          <p:spPr>
            <a:xfrm flipV="1">
              <a:off x="8498593" y="4783541"/>
              <a:ext cx="822652" cy="563054"/>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96E51AD5-E7DD-1ED3-D377-198C380099D6}"/>
                </a:ext>
              </a:extLst>
            </p:cNvPr>
            <p:cNvCxnSpPr>
              <a:cxnSpLocks/>
              <a:stCxn id="87" idx="6"/>
            </p:cNvCxnSpPr>
            <p:nvPr/>
          </p:nvCxnSpPr>
          <p:spPr>
            <a:xfrm>
              <a:off x="8499555" y="4300396"/>
              <a:ext cx="821690" cy="413409"/>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grpSp>
      <p:grpSp>
        <p:nvGrpSpPr>
          <p:cNvPr id="53" name="Grupo 52">
            <a:extLst>
              <a:ext uri="{FF2B5EF4-FFF2-40B4-BE49-F238E27FC236}">
                <a16:creationId xmlns:a16="http://schemas.microsoft.com/office/drawing/2014/main" id="{65980128-A50A-392F-8C7B-44BC4C2208A0}"/>
              </a:ext>
            </a:extLst>
          </p:cNvPr>
          <p:cNvGrpSpPr/>
          <p:nvPr/>
        </p:nvGrpSpPr>
        <p:grpSpPr>
          <a:xfrm>
            <a:off x="2641235" y="4091474"/>
            <a:ext cx="649062" cy="982793"/>
            <a:chOff x="3888933" y="5272907"/>
            <a:chExt cx="749755" cy="1126208"/>
          </a:xfrm>
        </p:grpSpPr>
        <p:cxnSp>
          <p:nvCxnSpPr>
            <p:cNvPr id="69" name="Conector recto de flecha 68">
              <a:extLst>
                <a:ext uri="{FF2B5EF4-FFF2-40B4-BE49-F238E27FC236}">
                  <a16:creationId xmlns:a16="http://schemas.microsoft.com/office/drawing/2014/main" id="{32A7F6BB-79AB-B2C4-9268-930D5CD4CF0B}"/>
                </a:ext>
              </a:extLst>
            </p:cNvPr>
            <p:cNvCxnSpPr>
              <a:cxnSpLocks/>
            </p:cNvCxnSpPr>
            <p:nvPr/>
          </p:nvCxnSpPr>
          <p:spPr>
            <a:xfrm flipV="1">
              <a:off x="4263811" y="5272907"/>
              <a:ext cx="0" cy="403993"/>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E1D754E8-8216-C98D-8B88-690A14E4BA40}"/>
                    </a:ext>
                  </a:extLst>
                </p:cNvPr>
                <p:cNvSpPr txBox="1"/>
                <p:nvPr/>
              </p:nvSpPr>
              <p:spPr>
                <a:xfrm>
                  <a:off x="4051844" y="5835249"/>
                  <a:ext cx="371525" cy="491288"/>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8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b="0" i="1" kern="100" smtClean="0">
                                <a:effectLst/>
                                <a:latin typeface="Cambria Math" panose="02040503050406030204" pitchFamily="18" charset="0"/>
                                <a:ea typeface="Calibri" panose="020F0502020204030204" pitchFamily="34" charset="0"/>
                                <a:cs typeface="Times New Roman" panose="02020603050405020304" pitchFamily="18" charset="0"/>
                              </a:rPr>
                              <m:t>𝑡</m:t>
                            </m:r>
                          </m:sub>
                        </m:sSub>
                      </m:oMath>
                    </m:oMathPara>
                  </a14:m>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97" name="CuadroTexto 196">
                  <a:extLst>
                    <a:ext uri="{FF2B5EF4-FFF2-40B4-BE49-F238E27FC236}">
                      <a16:creationId xmlns:a16="http://schemas.microsoft.com/office/drawing/2014/main" id="{DD6EEDBC-5A44-8498-7040-908A149093C4}"/>
                    </a:ext>
                  </a:extLst>
                </p:cNvPr>
                <p:cNvSpPr txBox="1">
                  <a:spLocks noRot="1" noChangeAspect="1" noMove="1" noResize="1" noEditPoints="1" noAdjustHandles="1" noChangeArrowheads="1" noChangeShapeType="1" noTextEdit="1"/>
                </p:cNvSpPr>
                <p:nvPr/>
              </p:nvSpPr>
              <p:spPr>
                <a:xfrm>
                  <a:off x="4051844" y="5835249"/>
                  <a:ext cx="371525" cy="491288"/>
                </a:xfrm>
                <a:prstGeom prst="rect">
                  <a:avLst/>
                </a:prstGeom>
                <a:blipFill>
                  <a:blip r:embed="rId25"/>
                  <a:stretch>
                    <a:fillRect/>
                  </a:stretch>
                </a:blipFill>
              </p:spPr>
              <p:txBody>
                <a:bodyPr/>
                <a:lstStyle/>
                <a:p>
                  <a:r>
                    <a:rPr lang="es-ES">
                      <a:noFill/>
                    </a:rPr>
                    <a:t> </a:t>
                  </a:r>
                </a:p>
              </p:txBody>
            </p:sp>
          </mc:Fallback>
        </mc:AlternateContent>
        <p:sp>
          <p:nvSpPr>
            <p:cNvPr id="71" name="Diagrama de flujo: conector 70">
              <a:extLst>
                <a:ext uri="{FF2B5EF4-FFF2-40B4-BE49-F238E27FC236}">
                  <a16:creationId xmlns:a16="http://schemas.microsoft.com/office/drawing/2014/main" id="{80B3459F-4F5D-6A33-B03B-0E63BFC7403D}"/>
                </a:ext>
              </a:extLst>
            </p:cNvPr>
            <p:cNvSpPr/>
            <p:nvPr/>
          </p:nvSpPr>
          <p:spPr>
            <a:xfrm>
              <a:off x="3888933" y="5676900"/>
              <a:ext cx="749755" cy="72221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54" name="Grupo 53">
            <a:extLst>
              <a:ext uri="{FF2B5EF4-FFF2-40B4-BE49-F238E27FC236}">
                <a16:creationId xmlns:a16="http://schemas.microsoft.com/office/drawing/2014/main" id="{3BE31D47-5F97-BB1C-E12F-5ABEA484D1E9}"/>
              </a:ext>
            </a:extLst>
          </p:cNvPr>
          <p:cNvGrpSpPr/>
          <p:nvPr/>
        </p:nvGrpSpPr>
        <p:grpSpPr>
          <a:xfrm>
            <a:off x="4393280" y="4075878"/>
            <a:ext cx="649062" cy="982793"/>
            <a:chOff x="3888933" y="5272907"/>
            <a:chExt cx="749755" cy="1126208"/>
          </a:xfrm>
        </p:grpSpPr>
        <p:cxnSp>
          <p:nvCxnSpPr>
            <p:cNvPr id="66" name="Conector recto de flecha 65">
              <a:extLst>
                <a:ext uri="{FF2B5EF4-FFF2-40B4-BE49-F238E27FC236}">
                  <a16:creationId xmlns:a16="http://schemas.microsoft.com/office/drawing/2014/main" id="{9DC735BE-7576-F51A-C80D-4BD570696AED}"/>
                </a:ext>
              </a:extLst>
            </p:cNvPr>
            <p:cNvCxnSpPr>
              <a:cxnSpLocks/>
            </p:cNvCxnSpPr>
            <p:nvPr/>
          </p:nvCxnSpPr>
          <p:spPr>
            <a:xfrm flipV="1">
              <a:off x="4263811" y="5272907"/>
              <a:ext cx="0" cy="403993"/>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0B3ADF30-6370-2EA3-578C-71177B44E85A}"/>
                    </a:ext>
                  </a:extLst>
                </p:cNvPr>
                <p:cNvSpPr txBox="1"/>
                <p:nvPr/>
              </p:nvSpPr>
              <p:spPr>
                <a:xfrm>
                  <a:off x="3962944" y="5804069"/>
                  <a:ext cx="371525" cy="491288"/>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8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b="0" i="1" kern="100" smtClean="0">
                                <a:effectLst/>
                                <a:latin typeface="Cambria Math" panose="02040503050406030204" pitchFamily="18" charset="0"/>
                                <a:ea typeface="Calibri" panose="020F0502020204030204" pitchFamily="34" charset="0"/>
                                <a:cs typeface="Times New Roman" panose="02020603050405020304" pitchFamily="18" charset="0"/>
                              </a:rPr>
                              <m:t>𝑡</m:t>
                            </m:r>
                            <m:r>
                              <a:rPr lang="es-ES" sz="1800" b="0" i="1" kern="100" smtClean="0">
                                <a:effectLst/>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02" name="CuadroTexto 201">
                  <a:extLst>
                    <a:ext uri="{FF2B5EF4-FFF2-40B4-BE49-F238E27FC236}">
                      <a16:creationId xmlns:a16="http://schemas.microsoft.com/office/drawing/2014/main" id="{49C605C5-E086-ADB1-DF49-190016E8D847}"/>
                    </a:ext>
                  </a:extLst>
                </p:cNvPr>
                <p:cNvSpPr txBox="1">
                  <a:spLocks noRot="1" noChangeAspect="1" noMove="1" noResize="1" noEditPoints="1" noAdjustHandles="1" noChangeArrowheads="1" noChangeShapeType="1" noTextEdit="1"/>
                </p:cNvSpPr>
                <p:nvPr/>
              </p:nvSpPr>
              <p:spPr>
                <a:xfrm>
                  <a:off x="3962944" y="5804069"/>
                  <a:ext cx="371525" cy="491288"/>
                </a:xfrm>
                <a:prstGeom prst="rect">
                  <a:avLst/>
                </a:prstGeom>
                <a:blipFill>
                  <a:blip r:embed="rId26"/>
                  <a:stretch>
                    <a:fillRect r="-34426"/>
                  </a:stretch>
                </a:blipFill>
              </p:spPr>
              <p:txBody>
                <a:bodyPr/>
                <a:lstStyle/>
                <a:p>
                  <a:r>
                    <a:rPr lang="es-ES">
                      <a:noFill/>
                    </a:rPr>
                    <a:t> </a:t>
                  </a:r>
                </a:p>
              </p:txBody>
            </p:sp>
          </mc:Fallback>
        </mc:AlternateContent>
        <p:sp>
          <p:nvSpPr>
            <p:cNvPr id="68" name="Diagrama de flujo: conector 67">
              <a:extLst>
                <a:ext uri="{FF2B5EF4-FFF2-40B4-BE49-F238E27FC236}">
                  <a16:creationId xmlns:a16="http://schemas.microsoft.com/office/drawing/2014/main" id="{577160EC-B240-4CA8-FB83-36EF2E634E99}"/>
                </a:ext>
              </a:extLst>
            </p:cNvPr>
            <p:cNvSpPr/>
            <p:nvPr/>
          </p:nvSpPr>
          <p:spPr>
            <a:xfrm>
              <a:off x="3888933" y="5676900"/>
              <a:ext cx="749755" cy="72221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55" name="Grupo 54">
            <a:extLst>
              <a:ext uri="{FF2B5EF4-FFF2-40B4-BE49-F238E27FC236}">
                <a16:creationId xmlns:a16="http://schemas.microsoft.com/office/drawing/2014/main" id="{B6D08FF1-1C9B-C71A-CF43-821D7EF1EEBA}"/>
              </a:ext>
            </a:extLst>
          </p:cNvPr>
          <p:cNvGrpSpPr/>
          <p:nvPr/>
        </p:nvGrpSpPr>
        <p:grpSpPr>
          <a:xfrm>
            <a:off x="6145324" y="4086093"/>
            <a:ext cx="649062" cy="982793"/>
            <a:chOff x="3888933" y="5272907"/>
            <a:chExt cx="749755" cy="1126208"/>
          </a:xfrm>
        </p:grpSpPr>
        <p:cxnSp>
          <p:nvCxnSpPr>
            <p:cNvPr id="63" name="Conector recto de flecha 62">
              <a:extLst>
                <a:ext uri="{FF2B5EF4-FFF2-40B4-BE49-F238E27FC236}">
                  <a16:creationId xmlns:a16="http://schemas.microsoft.com/office/drawing/2014/main" id="{721A2085-DF8E-2C8D-85A9-E0E151518368}"/>
                </a:ext>
              </a:extLst>
            </p:cNvPr>
            <p:cNvCxnSpPr>
              <a:cxnSpLocks/>
            </p:cNvCxnSpPr>
            <p:nvPr/>
          </p:nvCxnSpPr>
          <p:spPr>
            <a:xfrm flipV="1">
              <a:off x="4263811" y="5272907"/>
              <a:ext cx="0" cy="403993"/>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5C3CCF70-6C72-BDF7-45E7-77418B7BD59E}"/>
                    </a:ext>
                  </a:extLst>
                </p:cNvPr>
                <p:cNvSpPr txBox="1"/>
                <p:nvPr/>
              </p:nvSpPr>
              <p:spPr>
                <a:xfrm>
                  <a:off x="3950244" y="5792363"/>
                  <a:ext cx="371525" cy="491288"/>
                </a:xfrm>
                <a:prstGeom prst="rect">
                  <a:avLst/>
                </a:prstGeom>
                <a:noFill/>
              </p:spPr>
              <p:txBody>
                <a:bodyPr wrap="square" rtlCol="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ES" sz="18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E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s-ES" sz="1800" b="0" i="1" kern="100" smtClean="0">
                                <a:effectLst/>
                                <a:latin typeface="Cambria Math" panose="02040503050406030204" pitchFamily="18" charset="0"/>
                                <a:ea typeface="Calibri" panose="020F0502020204030204" pitchFamily="34" charset="0"/>
                                <a:cs typeface="Times New Roman" panose="02020603050405020304" pitchFamily="18" charset="0"/>
                              </a:rPr>
                              <m:t>𝑡</m:t>
                            </m:r>
                            <m:r>
                              <a:rPr lang="es-ES" sz="1800" b="0" i="1" kern="100" smtClean="0">
                                <a:effectLst/>
                                <a:latin typeface="Cambria Math" panose="02040503050406030204" pitchFamily="18" charset="0"/>
                                <a:ea typeface="Calibri" panose="020F0502020204030204" pitchFamily="34" charset="0"/>
                                <a:cs typeface="Times New Roman" panose="02020603050405020304" pitchFamily="18" charset="0"/>
                              </a:rPr>
                              <m:t>+2</m:t>
                            </m:r>
                          </m:sub>
                        </m:sSub>
                      </m:oMath>
                    </m:oMathPara>
                  </a14:m>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06" name="CuadroTexto 205">
                  <a:extLst>
                    <a:ext uri="{FF2B5EF4-FFF2-40B4-BE49-F238E27FC236}">
                      <a16:creationId xmlns:a16="http://schemas.microsoft.com/office/drawing/2014/main" id="{19DB9052-E0C2-D872-5ED5-AAE9B7DA39AF}"/>
                    </a:ext>
                  </a:extLst>
                </p:cNvPr>
                <p:cNvSpPr txBox="1">
                  <a:spLocks noRot="1" noChangeAspect="1" noMove="1" noResize="1" noEditPoints="1" noAdjustHandles="1" noChangeArrowheads="1" noChangeShapeType="1" noTextEdit="1"/>
                </p:cNvSpPr>
                <p:nvPr/>
              </p:nvSpPr>
              <p:spPr>
                <a:xfrm>
                  <a:off x="3950244" y="5792363"/>
                  <a:ext cx="371525" cy="491288"/>
                </a:xfrm>
                <a:prstGeom prst="rect">
                  <a:avLst/>
                </a:prstGeom>
                <a:blipFill>
                  <a:blip r:embed="rId27"/>
                  <a:stretch>
                    <a:fillRect r="-32787"/>
                  </a:stretch>
                </a:blipFill>
              </p:spPr>
              <p:txBody>
                <a:bodyPr/>
                <a:lstStyle/>
                <a:p>
                  <a:r>
                    <a:rPr lang="es-ES">
                      <a:noFill/>
                    </a:rPr>
                    <a:t> </a:t>
                  </a:r>
                </a:p>
              </p:txBody>
            </p:sp>
          </mc:Fallback>
        </mc:AlternateContent>
        <p:sp>
          <p:nvSpPr>
            <p:cNvPr id="65" name="Diagrama de flujo: conector 64">
              <a:extLst>
                <a:ext uri="{FF2B5EF4-FFF2-40B4-BE49-F238E27FC236}">
                  <a16:creationId xmlns:a16="http://schemas.microsoft.com/office/drawing/2014/main" id="{26B0427A-BA3B-87C1-AF42-98E9CA059A13}"/>
                </a:ext>
              </a:extLst>
            </p:cNvPr>
            <p:cNvSpPr/>
            <p:nvPr/>
          </p:nvSpPr>
          <p:spPr>
            <a:xfrm>
              <a:off x="3888933" y="5676900"/>
              <a:ext cx="749755" cy="72221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cxnSp>
        <p:nvCxnSpPr>
          <p:cNvPr id="56" name="Conector recto de flecha 55">
            <a:extLst>
              <a:ext uri="{FF2B5EF4-FFF2-40B4-BE49-F238E27FC236}">
                <a16:creationId xmlns:a16="http://schemas.microsoft.com/office/drawing/2014/main" id="{9A4B3BEF-8A6D-C168-5ABF-E7D236375A24}"/>
              </a:ext>
            </a:extLst>
          </p:cNvPr>
          <p:cNvCxnSpPr>
            <a:cxnSpLocks/>
          </p:cNvCxnSpPr>
          <p:nvPr/>
        </p:nvCxnSpPr>
        <p:spPr>
          <a:xfrm flipV="1">
            <a:off x="2736287" y="3103752"/>
            <a:ext cx="13908" cy="1439108"/>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id="{EFB25BF0-2065-A67C-6838-70A7B9E29DF4}"/>
              </a:ext>
            </a:extLst>
          </p:cNvPr>
          <p:cNvCxnSpPr>
            <a:cxnSpLocks/>
          </p:cNvCxnSpPr>
          <p:nvPr/>
        </p:nvCxnSpPr>
        <p:spPr>
          <a:xfrm flipV="1">
            <a:off x="4492819" y="3097021"/>
            <a:ext cx="13908" cy="1439108"/>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ector recto de flecha 57">
            <a:extLst>
              <a:ext uri="{FF2B5EF4-FFF2-40B4-BE49-F238E27FC236}">
                <a16:creationId xmlns:a16="http://schemas.microsoft.com/office/drawing/2014/main" id="{79369465-0E6B-28F8-5A9C-CA447565B407}"/>
              </a:ext>
            </a:extLst>
          </p:cNvPr>
          <p:cNvCxnSpPr>
            <a:cxnSpLocks/>
          </p:cNvCxnSpPr>
          <p:nvPr/>
        </p:nvCxnSpPr>
        <p:spPr>
          <a:xfrm flipV="1">
            <a:off x="6244058" y="3097021"/>
            <a:ext cx="13908" cy="1439108"/>
          </a:xfrm>
          <a:prstGeom prst="straightConnector1">
            <a:avLst/>
          </a:prstGeom>
          <a:ln w="15875">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sp>
        <p:nvSpPr>
          <p:cNvPr id="59" name="CuadroTexto 58">
            <a:extLst>
              <a:ext uri="{FF2B5EF4-FFF2-40B4-BE49-F238E27FC236}">
                <a16:creationId xmlns:a16="http://schemas.microsoft.com/office/drawing/2014/main" id="{FB6C8793-B3B2-9279-3ECD-EA3D05E91AD7}"/>
              </a:ext>
            </a:extLst>
          </p:cNvPr>
          <p:cNvSpPr txBox="1"/>
          <p:nvPr/>
        </p:nvSpPr>
        <p:spPr>
          <a:xfrm>
            <a:off x="2683391" y="2037894"/>
            <a:ext cx="841009" cy="214866"/>
          </a:xfrm>
          <a:prstGeom prst="rect">
            <a:avLst/>
          </a:prstGeom>
          <a:noFill/>
        </p:spPr>
        <p:txBody>
          <a:bodyPr wrap="square" rtlCol="0">
            <a:spAutoFit/>
          </a:bodyPr>
          <a:lstStyle/>
          <a:p>
            <a:r>
              <a:rPr lang="es-ES" sz="1000" b="1" i="1" dirty="0" err="1">
                <a:latin typeface="+mj-lt"/>
              </a:rPr>
              <a:t>recurrent</a:t>
            </a:r>
            <a:r>
              <a:rPr lang="es-ES" sz="1000" b="1" i="1" dirty="0">
                <a:latin typeface="+mj-lt"/>
              </a:rPr>
              <a:t> </a:t>
            </a:r>
            <a:r>
              <a:rPr lang="es-ES" sz="1000" b="1" i="1" dirty="0" err="1">
                <a:latin typeface="+mj-lt"/>
              </a:rPr>
              <a:t>layer</a:t>
            </a:r>
            <a:endParaRPr lang="es-ES" sz="1000" b="1" i="1" dirty="0">
              <a:latin typeface="+mj-lt"/>
            </a:endParaRPr>
          </a:p>
        </p:txBody>
      </p:sp>
      <p:sp>
        <p:nvSpPr>
          <p:cNvPr id="60" name="CuadroTexto 59">
            <a:extLst>
              <a:ext uri="{FF2B5EF4-FFF2-40B4-BE49-F238E27FC236}">
                <a16:creationId xmlns:a16="http://schemas.microsoft.com/office/drawing/2014/main" id="{37E66CED-4867-985E-80DA-0E4CF8A5E2FC}"/>
              </a:ext>
            </a:extLst>
          </p:cNvPr>
          <p:cNvSpPr txBox="1"/>
          <p:nvPr/>
        </p:nvSpPr>
        <p:spPr>
          <a:xfrm>
            <a:off x="4457351" y="2031432"/>
            <a:ext cx="841009" cy="214866"/>
          </a:xfrm>
          <a:prstGeom prst="rect">
            <a:avLst/>
          </a:prstGeom>
          <a:noFill/>
        </p:spPr>
        <p:txBody>
          <a:bodyPr wrap="square" rtlCol="0">
            <a:spAutoFit/>
          </a:bodyPr>
          <a:lstStyle/>
          <a:p>
            <a:r>
              <a:rPr lang="es-ES" sz="1000" b="1" i="1" dirty="0" err="1">
                <a:latin typeface="+mj-lt"/>
              </a:rPr>
              <a:t>recurrent</a:t>
            </a:r>
            <a:r>
              <a:rPr lang="es-ES" sz="1000" b="1" i="1" dirty="0">
                <a:latin typeface="+mj-lt"/>
              </a:rPr>
              <a:t> </a:t>
            </a:r>
            <a:r>
              <a:rPr lang="es-ES" sz="1000" b="1" i="1" dirty="0" err="1">
                <a:latin typeface="+mj-lt"/>
              </a:rPr>
              <a:t>layer</a:t>
            </a:r>
            <a:endParaRPr lang="es-ES" sz="1000" b="1" i="1" dirty="0">
              <a:latin typeface="+mj-lt"/>
            </a:endParaRPr>
          </a:p>
        </p:txBody>
      </p:sp>
      <p:sp>
        <p:nvSpPr>
          <p:cNvPr id="61" name="CuadroTexto 60">
            <a:extLst>
              <a:ext uri="{FF2B5EF4-FFF2-40B4-BE49-F238E27FC236}">
                <a16:creationId xmlns:a16="http://schemas.microsoft.com/office/drawing/2014/main" id="{83AB6281-CF78-BFEA-1B8E-993B24316E78}"/>
              </a:ext>
            </a:extLst>
          </p:cNvPr>
          <p:cNvSpPr txBox="1"/>
          <p:nvPr/>
        </p:nvSpPr>
        <p:spPr>
          <a:xfrm>
            <a:off x="6237210" y="2079783"/>
            <a:ext cx="841009" cy="214866"/>
          </a:xfrm>
          <a:prstGeom prst="rect">
            <a:avLst/>
          </a:prstGeom>
          <a:noFill/>
        </p:spPr>
        <p:txBody>
          <a:bodyPr wrap="square" rtlCol="0">
            <a:spAutoFit/>
          </a:bodyPr>
          <a:lstStyle/>
          <a:p>
            <a:r>
              <a:rPr lang="es-ES" sz="1000" b="1" i="1" dirty="0" err="1">
                <a:latin typeface="+mj-lt"/>
              </a:rPr>
              <a:t>recurrent</a:t>
            </a:r>
            <a:r>
              <a:rPr lang="es-ES" sz="1000" b="1" i="1" dirty="0">
                <a:latin typeface="+mj-lt"/>
              </a:rPr>
              <a:t> </a:t>
            </a:r>
            <a:r>
              <a:rPr lang="es-ES" sz="1000" b="1" i="1" dirty="0" err="1">
                <a:latin typeface="+mj-lt"/>
              </a:rPr>
              <a:t>layer</a:t>
            </a:r>
            <a:endParaRPr lang="es-ES" sz="1000" b="1" i="1" dirty="0">
              <a:latin typeface="+mj-lt"/>
            </a:endParaRPr>
          </a:p>
        </p:txBody>
      </p:sp>
      <p:sp>
        <p:nvSpPr>
          <p:cNvPr id="62" name="CuadroTexto 61">
            <a:extLst>
              <a:ext uri="{FF2B5EF4-FFF2-40B4-BE49-F238E27FC236}">
                <a16:creationId xmlns:a16="http://schemas.microsoft.com/office/drawing/2014/main" id="{76BF766E-976E-7F76-FEE8-69A5A6F3ACFA}"/>
              </a:ext>
            </a:extLst>
          </p:cNvPr>
          <p:cNvSpPr txBox="1"/>
          <p:nvPr/>
        </p:nvSpPr>
        <p:spPr>
          <a:xfrm>
            <a:off x="7367001" y="2497993"/>
            <a:ext cx="1142198" cy="246221"/>
          </a:xfrm>
          <a:prstGeom prst="rect">
            <a:avLst/>
          </a:prstGeom>
          <a:noFill/>
        </p:spPr>
        <p:txBody>
          <a:bodyPr wrap="square" rtlCol="0">
            <a:spAutoFit/>
          </a:bodyPr>
          <a:lstStyle/>
          <a:p>
            <a:r>
              <a:rPr lang="es-ES" sz="1000" b="1" i="1" dirty="0" err="1">
                <a:latin typeface="+mj-lt"/>
              </a:rPr>
              <a:t>feedforward</a:t>
            </a:r>
            <a:r>
              <a:rPr lang="es-ES" sz="1000" b="1" i="1" dirty="0">
                <a:latin typeface="+mj-lt"/>
              </a:rPr>
              <a:t> </a:t>
            </a:r>
            <a:r>
              <a:rPr lang="es-ES" sz="1000" b="1" i="1" dirty="0" err="1">
                <a:latin typeface="+mj-lt"/>
              </a:rPr>
              <a:t>layer</a:t>
            </a:r>
            <a:endParaRPr lang="es-ES" sz="1000" b="1" i="1" dirty="0">
              <a:latin typeface="+mj-lt"/>
            </a:endParaRPr>
          </a:p>
        </p:txBody>
      </p:sp>
    </p:spTree>
    <p:extLst>
      <p:ext uri="{BB962C8B-B14F-4D97-AF65-F5344CB8AC3E}">
        <p14:creationId xmlns:p14="http://schemas.microsoft.com/office/powerpoint/2010/main" val="276375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5E287-EC1B-349B-F414-16739EF268EC}"/>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D799835-D435-25AB-F3B9-50212C29B96A}"/>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AE0226B7-D9A8-F642-F665-D3DF5150E9E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15ACAAC-B203-60BE-33C6-354DFAB6E7A9}"/>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33077F76-735D-C487-FD9F-15EA5BD8470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CFDE23E-D88D-6654-E0D4-5449E2F31D07}"/>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CCB2E5EE-15AC-ACCF-2525-605F233598F8}"/>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AEBFC296-836B-053E-BD6D-935FAD44E0DF}"/>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B5C3A300-496F-18DE-D1D3-BD3D81C7698B}"/>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1456B447-AEB1-BA1C-DB68-678EB8509C5D}"/>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844240B3-4C52-F8DA-804E-C70C8A4D2090}"/>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D45D22A0-DCA7-665F-E3DA-A4CFC2809988}"/>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23D80539-D96E-174E-EC68-16C96936D455}"/>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F081FDD5-FDD5-219B-E708-EA00FE900484}"/>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7E48363B-282E-B79F-D2BA-A428B1035446}"/>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01587EA4-3143-914B-0878-BED3AE43AF0E}"/>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61C64B0B-0A31-9EB1-DDCE-A1ED0CF4E773}"/>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B594C8EA-8D98-D1DE-1B50-3DEABBB70F2D}"/>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8D010045-5B01-78EB-90F7-A69910BC32EF}"/>
              </a:ext>
            </a:extLst>
          </p:cNvPr>
          <p:cNvPicPr>
            <a:picLocks noChangeAspect="1"/>
          </p:cNvPicPr>
          <p:nvPr/>
        </p:nvPicPr>
        <p:blipFill>
          <a:blip r:embed="rId5"/>
          <a:stretch>
            <a:fillRect/>
          </a:stretch>
        </p:blipFill>
        <p:spPr>
          <a:xfrm>
            <a:off x="4869176" y="2217419"/>
            <a:ext cx="8" cy="1"/>
          </a:xfrm>
          <a:prstGeom prst="rect">
            <a:avLst/>
          </a:prstGeom>
        </p:spPr>
      </p:pic>
      <p:pic>
        <p:nvPicPr>
          <p:cNvPr id="25" name="Imagen 24">
            <a:extLst>
              <a:ext uri="{FF2B5EF4-FFF2-40B4-BE49-F238E27FC236}">
                <a16:creationId xmlns:a16="http://schemas.microsoft.com/office/drawing/2014/main" id="{AABD4350-E9F3-5414-35B8-5AAF0D15695A}"/>
              </a:ext>
            </a:extLst>
          </p:cNvPr>
          <p:cNvPicPr>
            <a:picLocks noChangeAspect="1"/>
          </p:cNvPicPr>
          <p:nvPr/>
        </p:nvPicPr>
        <p:blipFill>
          <a:blip r:embed="rId2"/>
          <a:stretch>
            <a:fillRect/>
          </a:stretch>
        </p:blipFill>
        <p:spPr>
          <a:xfrm>
            <a:off x="5897871" y="2523109"/>
            <a:ext cx="17" cy="13"/>
          </a:xfrm>
          <a:prstGeom prst="rect">
            <a:avLst/>
          </a:prstGeom>
        </p:spPr>
      </p:pic>
      <p:pic>
        <p:nvPicPr>
          <p:cNvPr id="26" name="Imagen 25">
            <a:extLst>
              <a:ext uri="{FF2B5EF4-FFF2-40B4-BE49-F238E27FC236}">
                <a16:creationId xmlns:a16="http://schemas.microsoft.com/office/drawing/2014/main" id="{045A4F39-016D-9F4B-5ED5-7842B17B5943}"/>
              </a:ext>
            </a:extLst>
          </p:cNvPr>
          <p:cNvPicPr>
            <a:picLocks noChangeAspect="1"/>
          </p:cNvPicPr>
          <p:nvPr/>
        </p:nvPicPr>
        <p:blipFill>
          <a:blip r:embed="rId3"/>
          <a:stretch>
            <a:fillRect/>
          </a:stretch>
        </p:blipFill>
        <p:spPr>
          <a:xfrm>
            <a:off x="5896381" y="2521535"/>
            <a:ext cx="2997" cy="3161"/>
          </a:xfrm>
          <a:prstGeom prst="rect">
            <a:avLst/>
          </a:prstGeom>
        </p:spPr>
      </p:pic>
      <p:pic>
        <p:nvPicPr>
          <p:cNvPr id="120" name="Imagen 119">
            <a:extLst>
              <a:ext uri="{FF2B5EF4-FFF2-40B4-BE49-F238E27FC236}">
                <a16:creationId xmlns:a16="http://schemas.microsoft.com/office/drawing/2014/main" id="{89CE4763-5D53-29AE-643C-DC229E100341}"/>
              </a:ext>
            </a:extLst>
          </p:cNvPr>
          <p:cNvPicPr>
            <a:picLocks noChangeAspect="1"/>
          </p:cNvPicPr>
          <p:nvPr/>
        </p:nvPicPr>
        <p:blipFill>
          <a:blip r:embed="rId4"/>
          <a:stretch>
            <a:fillRect/>
          </a:stretch>
        </p:blipFill>
        <p:spPr>
          <a:xfrm>
            <a:off x="5897875" y="2523115"/>
            <a:ext cx="9" cy="2"/>
          </a:xfrm>
          <a:prstGeom prst="rect">
            <a:avLst/>
          </a:prstGeom>
        </p:spPr>
      </p:pic>
      <p:pic>
        <p:nvPicPr>
          <p:cNvPr id="121" name="Imagen 120">
            <a:extLst>
              <a:ext uri="{FF2B5EF4-FFF2-40B4-BE49-F238E27FC236}">
                <a16:creationId xmlns:a16="http://schemas.microsoft.com/office/drawing/2014/main" id="{97890181-48E0-FB60-2FF0-E9E3E8644E37}"/>
              </a:ext>
            </a:extLst>
          </p:cNvPr>
          <p:cNvPicPr>
            <a:picLocks noChangeAspect="1"/>
          </p:cNvPicPr>
          <p:nvPr/>
        </p:nvPicPr>
        <p:blipFill>
          <a:blip r:embed="rId5"/>
          <a:stretch>
            <a:fillRect/>
          </a:stretch>
        </p:blipFill>
        <p:spPr>
          <a:xfrm>
            <a:off x="5897876" y="2523115"/>
            <a:ext cx="8" cy="1"/>
          </a:xfrm>
          <a:prstGeom prst="rect">
            <a:avLst/>
          </a:prstGeom>
        </p:spPr>
      </p:pic>
      <p:sp>
        <p:nvSpPr>
          <p:cNvPr id="122" name="CuadroTexto 121">
            <a:extLst>
              <a:ext uri="{FF2B5EF4-FFF2-40B4-BE49-F238E27FC236}">
                <a16:creationId xmlns:a16="http://schemas.microsoft.com/office/drawing/2014/main" id="{BB04E588-3710-077D-77D9-CE4027F39873}"/>
              </a:ext>
            </a:extLst>
          </p:cNvPr>
          <p:cNvSpPr txBox="1"/>
          <p:nvPr/>
        </p:nvSpPr>
        <p:spPr>
          <a:xfrm>
            <a:off x="309640" y="719228"/>
            <a:ext cx="8626852" cy="1785104"/>
          </a:xfrm>
          <a:prstGeom prst="rect">
            <a:avLst/>
          </a:prstGeom>
          <a:noFill/>
        </p:spPr>
        <p:txBody>
          <a:bodyPr wrap="square">
            <a:spAutoFit/>
          </a:bodyPr>
          <a:lstStyle/>
          <a:p>
            <a:pPr algn="just"/>
            <a:r>
              <a:rPr lang="es-ES" sz="2200" dirty="0" err="1">
                <a:latin typeface="+mj-lt"/>
              </a:rPr>
              <a:t>We</a:t>
            </a:r>
            <a:r>
              <a:rPr lang="es-ES" sz="2200" dirty="0">
                <a:latin typeface="+mj-lt"/>
              </a:rPr>
              <a:t> </a:t>
            </a:r>
            <a:r>
              <a:rPr lang="es-ES" sz="2200" dirty="0" err="1">
                <a:latin typeface="+mj-lt"/>
              </a:rPr>
              <a:t>just</a:t>
            </a:r>
            <a:r>
              <a:rPr lang="es-ES" sz="2200" dirty="0">
                <a:latin typeface="+mj-lt"/>
              </a:rPr>
              <a:t> </a:t>
            </a:r>
            <a:r>
              <a:rPr lang="es-ES" sz="2200" dirty="0" err="1">
                <a:latin typeface="+mj-lt"/>
              </a:rPr>
              <a:t>learned</a:t>
            </a:r>
            <a:r>
              <a:rPr lang="es-ES" sz="2200" dirty="0">
                <a:latin typeface="+mj-lt"/>
              </a:rPr>
              <a:t> </a:t>
            </a:r>
            <a:r>
              <a:rPr lang="es-ES" sz="2200" dirty="0" err="1">
                <a:latin typeface="+mj-lt"/>
              </a:rPr>
              <a:t>how</a:t>
            </a:r>
            <a:r>
              <a:rPr lang="es-ES" sz="2200" dirty="0">
                <a:latin typeface="+mj-lt"/>
              </a:rPr>
              <a:t> forward </a:t>
            </a:r>
            <a:r>
              <a:rPr lang="es-ES" sz="2200" dirty="0" err="1">
                <a:latin typeface="+mj-lt"/>
              </a:rPr>
              <a:t>propagation</a:t>
            </a:r>
            <a:r>
              <a:rPr lang="es-ES" sz="2200" dirty="0">
                <a:latin typeface="+mj-lt"/>
              </a:rPr>
              <a:t> </a:t>
            </a:r>
            <a:r>
              <a:rPr lang="es-ES" sz="2200" dirty="0" err="1">
                <a:latin typeface="+mj-lt"/>
              </a:rPr>
              <a:t>works</a:t>
            </a:r>
            <a:r>
              <a:rPr lang="es-ES" sz="2200" dirty="0">
                <a:latin typeface="+mj-lt"/>
              </a:rPr>
              <a:t> in </a:t>
            </a:r>
            <a:r>
              <a:rPr lang="es-ES" sz="2200" dirty="0" err="1">
                <a:latin typeface="+mj-lt"/>
              </a:rPr>
              <a:t>RNNs</a:t>
            </a:r>
            <a:r>
              <a:rPr lang="es-ES" sz="2200" dirty="0">
                <a:latin typeface="+mj-lt"/>
              </a:rPr>
              <a:t> and </a:t>
            </a:r>
            <a:r>
              <a:rPr lang="es-ES" sz="2200" dirty="0" err="1">
                <a:latin typeface="+mj-lt"/>
              </a:rPr>
              <a:t>how</a:t>
            </a:r>
            <a:r>
              <a:rPr lang="es-ES" sz="2200" dirty="0">
                <a:latin typeface="+mj-lt"/>
              </a:rPr>
              <a:t> </a:t>
            </a:r>
            <a:r>
              <a:rPr lang="es-ES" sz="2200" dirty="0" err="1">
                <a:latin typeface="+mj-lt"/>
              </a:rPr>
              <a:t>it</a:t>
            </a:r>
            <a:r>
              <a:rPr lang="es-ES" sz="2200" dirty="0">
                <a:latin typeface="+mj-lt"/>
              </a:rPr>
              <a:t> </a:t>
            </a:r>
            <a:r>
              <a:rPr lang="es-ES" sz="2200" dirty="0" err="1">
                <a:latin typeface="+mj-lt"/>
              </a:rPr>
              <a:t>predicts</a:t>
            </a:r>
            <a:r>
              <a:rPr lang="es-ES" sz="2200" dirty="0">
                <a:latin typeface="+mj-lt"/>
              </a:rPr>
              <a:t> </a:t>
            </a:r>
            <a:r>
              <a:rPr lang="es-ES" sz="2200" dirty="0" err="1">
                <a:latin typeface="+mj-lt"/>
              </a:rPr>
              <a:t>the</a:t>
            </a:r>
            <a:r>
              <a:rPr lang="es-ES" sz="2200" dirty="0">
                <a:latin typeface="+mj-lt"/>
              </a:rPr>
              <a:t> output. </a:t>
            </a:r>
            <a:r>
              <a:rPr lang="es-ES" sz="2200" dirty="0" err="1">
                <a:latin typeface="+mj-lt"/>
              </a:rPr>
              <a:t>Now</a:t>
            </a:r>
            <a:r>
              <a:rPr lang="es-ES" sz="2200" dirty="0">
                <a:latin typeface="+mj-lt"/>
              </a:rPr>
              <a:t>, </a:t>
            </a:r>
            <a:r>
              <a:rPr lang="es-ES" sz="2200" dirty="0" err="1">
                <a:latin typeface="+mj-lt"/>
              </a:rPr>
              <a:t>we</a:t>
            </a:r>
            <a:r>
              <a:rPr lang="es-ES" sz="2200" dirty="0">
                <a:latin typeface="+mj-lt"/>
              </a:rPr>
              <a:t> compute </a:t>
            </a:r>
            <a:r>
              <a:rPr lang="es-ES" sz="2200" dirty="0" err="1">
                <a:latin typeface="+mj-lt"/>
              </a:rPr>
              <a:t>the</a:t>
            </a:r>
            <a:r>
              <a:rPr lang="es-ES" sz="2200" dirty="0">
                <a:latin typeface="+mj-lt"/>
              </a:rPr>
              <a:t> </a:t>
            </a:r>
            <a:r>
              <a:rPr lang="es-ES" sz="2200" dirty="0" err="1">
                <a:latin typeface="+mj-lt"/>
              </a:rPr>
              <a:t>loss</a:t>
            </a:r>
            <a:r>
              <a:rPr lang="es-ES" sz="2200" dirty="0">
                <a:latin typeface="+mj-lt"/>
              </a:rPr>
              <a:t>, </a:t>
            </a:r>
            <a:r>
              <a:rPr lang="es-ES" sz="2200" b="1" i="1" dirty="0">
                <a:latin typeface="+mj-lt"/>
              </a:rPr>
              <a:t>L</a:t>
            </a:r>
            <a:r>
              <a:rPr lang="es-ES" sz="2200" dirty="0">
                <a:latin typeface="+mj-lt"/>
              </a:rPr>
              <a:t> , at </a:t>
            </a:r>
            <a:r>
              <a:rPr lang="es-ES" sz="2200" dirty="0" err="1">
                <a:latin typeface="+mj-lt"/>
              </a:rPr>
              <a:t>each</a:t>
            </a:r>
            <a:r>
              <a:rPr lang="es-ES" sz="2200" dirty="0">
                <a:latin typeface="+mj-lt"/>
              </a:rPr>
              <a:t> time step, </a:t>
            </a:r>
            <a:r>
              <a:rPr lang="es-ES" sz="2200" b="1" i="1" dirty="0">
                <a:latin typeface="+mj-lt"/>
              </a:rPr>
              <a:t>t</a:t>
            </a:r>
            <a:r>
              <a:rPr lang="es-ES" sz="2200" dirty="0">
                <a:latin typeface="+mj-lt"/>
              </a:rPr>
              <a:t>, </a:t>
            </a:r>
            <a:r>
              <a:rPr lang="es-ES" sz="2200" dirty="0" err="1">
                <a:latin typeface="+mj-lt"/>
              </a:rPr>
              <a:t>to</a:t>
            </a:r>
            <a:r>
              <a:rPr lang="es-ES" sz="2200" dirty="0">
                <a:latin typeface="+mj-lt"/>
              </a:rPr>
              <a:t> determine </a:t>
            </a:r>
            <a:r>
              <a:rPr lang="es-ES" sz="2200" dirty="0" err="1">
                <a:latin typeface="+mj-lt"/>
              </a:rPr>
              <a:t>how</a:t>
            </a:r>
            <a:r>
              <a:rPr lang="es-ES" sz="2200" dirty="0">
                <a:latin typeface="+mj-lt"/>
              </a:rPr>
              <a:t> </a:t>
            </a:r>
            <a:r>
              <a:rPr lang="es-ES" sz="2200" dirty="0" err="1">
                <a:latin typeface="+mj-lt"/>
              </a:rPr>
              <a:t>well</a:t>
            </a:r>
            <a:r>
              <a:rPr lang="es-ES" sz="2200" dirty="0">
                <a:latin typeface="+mj-lt"/>
              </a:rPr>
              <a:t> </a:t>
            </a:r>
            <a:r>
              <a:rPr lang="es-ES" sz="2200" dirty="0" err="1">
                <a:latin typeface="+mj-lt"/>
              </a:rPr>
              <a:t>the</a:t>
            </a:r>
            <a:r>
              <a:rPr lang="es-ES" sz="2200" dirty="0">
                <a:latin typeface="+mj-lt"/>
              </a:rPr>
              <a:t> RNN has </a:t>
            </a:r>
            <a:r>
              <a:rPr lang="es-ES" sz="2200" dirty="0" err="1">
                <a:latin typeface="+mj-lt"/>
              </a:rPr>
              <a:t>predicted</a:t>
            </a:r>
            <a:r>
              <a:rPr lang="es-ES" sz="2200" dirty="0">
                <a:latin typeface="+mj-lt"/>
              </a:rPr>
              <a:t> </a:t>
            </a:r>
            <a:r>
              <a:rPr lang="es-ES" sz="2200" dirty="0" err="1">
                <a:latin typeface="+mj-lt"/>
              </a:rPr>
              <a:t>the</a:t>
            </a:r>
            <a:r>
              <a:rPr lang="es-ES" sz="2200" dirty="0">
                <a:latin typeface="+mj-lt"/>
              </a:rPr>
              <a:t> output. </a:t>
            </a:r>
            <a:r>
              <a:rPr lang="es-ES" sz="2200" dirty="0" err="1">
                <a:latin typeface="+mj-lt"/>
              </a:rPr>
              <a:t>We</a:t>
            </a:r>
            <a:r>
              <a:rPr lang="es-ES" sz="2200" dirty="0">
                <a:latin typeface="+mj-lt"/>
              </a:rPr>
              <a:t> use </a:t>
            </a:r>
            <a:r>
              <a:rPr lang="es-ES" sz="2200" dirty="0" err="1">
                <a:latin typeface="+mj-lt"/>
              </a:rPr>
              <a:t>the</a:t>
            </a:r>
            <a:r>
              <a:rPr lang="es-ES" sz="2200" dirty="0">
                <a:latin typeface="+mj-lt"/>
              </a:rPr>
              <a:t> </a:t>
            </a:r>
            <a:r>
              <a:rPr lang="es-ES" sz="2200" dirty="0" err="1">
                <a:latin typeface="+mj-lt"/>
              </a:rPr>
              <a:t>cross-entropy</a:t>
            </a:r>
            <a:r>
              <a:rPr lang="es-ES" sz="2200" dirty="0">
                <a:latin typeface="+mj-lt"/>
              </a:rPr>
              <a:t> </a:t>
            </a:r>
            <a:r>
              <a:rPr lang="es-ES" sz="2200" dirty="0" err="1">
                <a:latin typeface="+mj-lt"/>
              </a:rPr>
              <a:t>loss</a:t>
            </a:r>
            <a:r>
              <a:rPr lang="es-ES" sz="2200" dirty="0">
                <a:latin typeface="+mj-lt"/>
              </a:rPr>
              <a:t> as </a:t>
            </a:r>
            <a:r>
              <a:rPr lang="es-ES" sz="2200" dirty="0" err="1">
                <a:latin typeface="+mj-lt"/>
              </a:rPr>
              <a:t>our</a:t>
            </a:r>
            <a:r>
              <a:rPr lang="es-ES" sz="2200" dirty="0">
                <a:latin typeface="+mj-lt"/>
              </a:rPr>
              <a:t> </a:t>
            </a:r>
            <a:r>
              <a:rPr lang="es-ES" sz="2200" dirty="0" err="1">
                <a:latin typeface="+mj-lt"/>
              </a:rPr>
              <a:t>loss</a:t>
            </a:r>
            <a:r>
              <a:rPr lang="es-ES" sz="2200" dirty="0">
                <a:latin typeface="+mj-lt"/>
              </a:rPr>
              <a:t> </a:t>
            </a:r>
            <a:r>
              <a:rPr lang="es-ES" sz="2200" dirty="0" err="1">
                <a:latin typeface="+mj-lt"/>
              </a:rPr>
              <a:t>function</a:t>
            </a:r>
            <a:r>
              <a:rPr lang="es-ES" sz="2200" dirty="0">
                <a:latin typeface="+mj-lt"/>
              </a:rPr>
              <a:t>. </a:t>
            </a:r>
            <a:r>
              <a:rPr lang="es-ES" sz="2200" dirty="0" err="1">
                <a:latin typeface="+mj-lt"/>
              </a:rPr>
              <a:t>The</a:t>
            </a:r>
            <a:r>
              <a:rPr lang="es-ES" sz="2200" dirty="0">
                <a:latin typeface="+mj-lt"/>
              </a:rPr>
              <a:t> los </a:t>
            </a:r>
            <a:r>
              <a:rPr lang="es-ES" sz="2200" b="1" i="1" dirty="0">
                <a:latin typeface="+mj-lt"/>
              </a:rPr>
              <a:t>L</a:t>
            </a:r>
            <a:r>
              <a:rPr lang="es-ES" sz="2200" dirty="0">
                <a:latin typeface="+mj-lt"/>
              </a:rPr>
              <a:t> at a time step </a:t>
            </a:r>
            <a:r>
              <a:rPr lang="es-ES" sz="2200" b="1" dirty="0">
                <a:latin typeface="+mj-lt"/>
              </a:rPr>
              <a:t>t</a:t>
            </a:r>
            <a:r>
              <a:rPr lang="es-ES" sz="2200" dirty="0">
                <a:latin typeface="+mj-lt"/>
              </a:rPr>
              <a:t> can be </a:t>
            </a:r>
            <a:r>
              <a:rPr lang="es-ES" sz="2200" dirty="0" err="1">
                <a:latin typeface="+mj-lt"/>
              </a:rPr>
              <a:t>given</a:t>
            </a:r>
            <a:r>
              <a:rPr lang="es-ES" sz="2200" dirty="0">
                <a:latin typeface="+mj-lt"/>
              </a:rPr>
              <a:t> as </a:t>
            </a:r>
            <a:r>
              <a:rPr lang="es-ES" sz="2200" dirty="0" err="1">
                <a:latin typeface="+mj-lt"/>
              </a:rPr>
              <a:t>follows</a:t>
            </a:r>
            <a:r>
              <a:rPr lang="es-ES" sz="2200" dirty="0">
                <a:latin typeface="+mj-lt"/>
              </a:rPr>
              <a:t>:</a:t>
            </a:r>
          </a:p>
        </p:txBody>
      </p:sp>
      <p:pic>
        <p:nvPicPr>
          <p:cNvPr id="123" name="Imagen 122">
            <a:extLst>
              <a:ext uri="{FF2B5EF4-FFF2-40B4-BE49-F238E27FC236}">
                <a16:creationId xmlns:a16="http://schemas.microsoft.com/office/drawing/2014/main" id="{ADD6A919-5EBA-2D0C-F9D6-94A1756AF16F}"/>
              </a:ext>
            </a:extLst>
          </p:cNvPr>
          <p:cNvPicPr>
            <a:picLocks noChangeAspect="1"/>
          </p:cNvPicPr>
          <p:nvPr/>
        </p:nvPicPr>
        <p:blipFill>
          <a:blip r:embed="rId6"/>
          <a:stretch>
            <a:fillRect/>
          </a:stretch>
        </p:blipFill>
        <p:spPr>
          <a:xfrm>
            <a:off x="3364182" y="2390404"/>
            <a:ext cx="2152650" cy="447675"/>
          </a:xfrm>
          <a:prstGeom prst="rect">
            <a:avLst/>
          </a:prstGeom>
        </p:spPr>
      </p:pic>
      <p:sp>
        <p:nvSpPr>
          <p:cNvPr id="124" name="CuadroTexto 123">
            <a:extLst>
              <a:ext uri="{FF2B5EF4-FFF2-40B4-BE49-F238E27FC236}">
                <a16:creationId xmlns:a16="http://schemas.microsoft.com/office/drawing/2014/main" id="{4F9EDAEA-A17B-A8D3-3495-226C11C27EB5}"/>
              </a:ext>
            </a:extLst>
          </p:cNvPr>
          <p:cNvSpPr txBox="1"/>
          <p:nvPr/>
        </p:nvSpPr>
        <p:spPr>
          <a:xfrm>
            <a:off x="315632" y="3050530"/>
            <a:ext cx="8620860" cy="769441"/>
          </a:xfrm>
          <a:prstGeom prst="rect">
            <a:avLst/>
          </a:prstGeom>
          <a:noFill/>
        </p:spPr>
        <p:txBody>
          <a:bodyPr wrap="square">
            <a:spAutoFit/>
          </a:bodyPr>
          <a:lstStyle/>
          <a:p>
            <a:r>
              <a:rPr lang="es-ES" sz="2200" dirty="0" err="1">
                <a:latin typeface="+mj-lt"/>
              </a:rPr>
              <a:t>The</a:t>
            </a:r>
            <a:r>
              <a:rPr lang="es-ES" sz="2200" dirty="0">
                <a:latin typeface="+mj-lt"/>
              </a:rPr>
              <a:t> final </a:t>
            </a:r>
            <a:r>
              <a:rPr lang="es-ES" sz="2200" dirty="0" err="1">
                <a:latin typeface="+mj-lt"/>
              </a:rPr>
              <a:t>loss</a:t>
            </a:r>
            <a:r>
              <a:rPr lang="es-ES" sz="2200" dirty="0">
                <a:latin typeface="+mj-lt"/>
              </a:rPr>
              <a:t> </a:t>
            </a:r>
            <a:r>
              <a:rPr lang="es-ES" sz="2200" dirty="0" err="1">
                <a:latin typeface="+mj-lt"/>
              </a:rPr>
              <a:t>is</a:t>
            </a:r>
            <a:r>
              <a:rPr lang="es-ES" sz="2200" dirty="0">
                <a:latin typeface="+mj-lt"/>
              </a:rPr>
              <a:t> a sum </a:t>
            </a:r>
            <a:r>
              <a:rPr lang="es-ES" sz="2200" dirty="0" err="1">
                <a:latin typeface="+mj-lt"/>
              </a:rPr>
              <a:t>of</a:t>
            </a:r>
            <a:r>
              <a:rPr lang="es-ES" sz="2200" dirty="0">
                <a:latin typeface="+mj-lt"/>
              </a:rPr>
              <a:t> </a:t>
            </a:r>
            <a:r>
              <a:rPr lang="es-ES" sz="2200" dirty="0" err="1">
                <a:latin typeface="+mj-lt"/>
              </a:rPr>
              <a:t>the</a:t>
            </a:r>
            <a:r>
              <a:rPr lang="es-ES" sz="2200" dirty="0">
                <a:latin typeface="+mj-lt"/>
              </a:rPr>
              <a:t> </a:t>
            </a:r>
            <a:r>
              <a:rPr lang="es-ES" sz="2200" dirty="0" err="1">
                <a:latin typeface="+mj-lt"/>
              </a:rPr>
              <a:t>loss</a:t>
            </a:r>
            <a:r>
              <a:rPr lang="es-ES" sz="2200" dirty="0">
                <a:latin typeface="+mj-lt"/>
              </a:rPr>
              <a:t> at </a:t>
            </a:r>
            <a:r>
              <a:rPr lang="es-ES" sz="2200" dirty="0" err="1">
                <a:latin typeface="+mj-lt"/>
              </a:rPr>
              <a:t>all</a:t>
            </a:r>
            <a:r>
              <a:rPr lang="es-ES" sz="2200" dirty="0">
                <a:latin typeface="+mj-lt"/>
              </a:rPr>
              <a:t> </a:t>
            </a:r>
            <a:r>
              <a:rPr lang="es-ES" sz="2200" dirty="0" err="1">
                <a:latin typeface="+mj-lt"/>
              </a:rPr>
              <a:t>the</a:t>
            </a:r>
            <a:r>
              <a:rPr lang="es-ES" sz="2200" dirty="0">
                <a:latin typeface="+mj-lt"/>
              </a:rPr>
              <a:t> time </a:t>
            </a:r>
            <a:r>
              <a:rPr lang="es-ES" sz="2200" dirty="0" err="1">
                <a:latin typeface="+mj-lt"/>
              </a:rPr>
              <a:t>steps</a:t>
            </a:r>
            <a:r>
              <a:rPr lang="es-ES" sz="2200" dirty="0">
                <a:latin typeface="+mj-lt"/>
              </a:rPr>
              <a:t>. </a:t>
            </a:r>
            <a:r>
              <a:rPr lang="es-ES" sz="2200" dirty="0" err="1">
                <a:latin typeface="+mj-lt"/>
              </a:rPr>
              <a:t>Suppose</a:t>
            </a:r>
            <a:r>
              <a:rPr lang="es-ES" sz="2200" dirty="0">
                <a:latin typeface="+mj-lt"/>
              </a:rPr>
              <a:t> </a:t>
            </a:r>
            <a:r>
              <a:rPr lang="es-ES" sz="2200" dirty="0" err="1">
                <a:latin typeface="+mj-lt"/>
              </a:rPr>
              <a:t>that</a:t>
            </a:r>
            <a:r>
              <a:rPr lang="es-ES" sz="2200" dirty="0">
                <a:latin typeface="+mj-lt"/>
              </a:rPr>
              <a:t> </a:t>
            </a:r>
            <a:r>
              <a:rPr lang="es-ES" sz="2200" dirty="0" err="1">
                <a:latin typeface="+mj-lt"/>
              </a:rPr>
              <a:t>we</a:t>
            </a:r>
            <a:r>
              <a:rPr lang="es-ES" sz="2200" dirty="0">
                <a:latin typeface="+mj-lt"/>
              </a:rPr>
              <a:t> </a:t>
            </a:r>
            <a:r>
              <a:rPr lang="es-ES" sz="2200" dirty="0" err="1">
                <a:latin typeface="+mj-lt"/>
              </a:rPr>
              <a:t>have</a:t>
            </a:r>
            <a:r>
              <a:rPr lang="es-ES" sz="2200" dirty="0">
                <a:latin typeface="+mj-lt"/>
              </a:rPr>
              <a:t> </a:t>
            </a:r>
            <a:r>
              <a:rPr lang="es-ES" sz="2200" b="1" i="1" dirty="0">
                <a:latin typeface="+mj-lt"/>
              </a:rPr>
              <a:t>T-1</a:t>
            </a:r>
            <a:r>
              <a:rPr lang="es-ES" sz="2200" dirty="0">
                <a:latin typeface="+mj-lt"/>
              </a:rPr>
              <a:t> </a:t>
            </a:r>
            <a:r>
              <a:rPr lang="es-ES" sz="2200" dirty="0" err="1">
                <a:latin typeface="+mj-lt"/>
              </a:rPr>
              <a:t>layers</a:t>
            </a:r>
            <a:r>
              <a:rPr lang="es-ES" sz="2200" dirty="0">
                <a:latin typeface="+mj-lt"/>
              </a:rPr>
              <a:t>; </a:t>
            </a:r>
            <a:r>
              <a:rPr lang="es-ES" sz="2200" dirty="0" err="1">
                <a:latin typeface="+mj-lt"/>
              </a:rPr>
              <a:t>then</a:t>
            </a:r>
            <a:r>
              <a:rPr lang="es-ES" sz="2200" dirty="0">
                <a:latin typeface="+mj-lt"/>
              </a:rPr>
              <a:t>, </a:t>
            </a:r>
            <a:r>
              <a:rPr lang="es-ES" sz="2200" dirty="0" err="1">
                <a:latin typeface="+mj-lt"/>
              </a:rPr>
              <a:t>the</a:t>
            </a:r>
            <a:r>
              <a:rPr lang="es-ES" sz="2200" dirty="0">
                <a:latin typeface="+mj-lt"/>
              </a:rPr>
              <a:t> final </a:t>
            </a:r>
            <a:r>
              <a:rPr lang="es-ES" sz="2200" dirty="0" err="1">
                <a:latin typeface="+mj-lt"/>
              </a:rPr>
              <a:t>loss</a:t>
            </a:r>
            <a:r>
              <a:rPr lang="es-ES" sz="2200" dirty="0">
                <a:latin typeface="+mj-lt"/>
              </a:rPr>
              <a:t> can be </a:t>
            </a:r>
            <a:r>
              <a:rPr lang="es-ES" sz="2200" dirty="0" err="1">
                <a:latin typeface="+mj-lt"/>
              </a:rPr>
              <a:t>given</a:t>
            </a:r>
            <a:r>
              <a:rPr lang="es-ES" sz="2200" dirty="0">
                <a:latin typeface="+mj-lt"/>
              </a:rPr>
              <a:t> as </a:t>
            </a:r>
            <a:r>
              <a:rPr lang="es-ES" sz="2200" dirty="0" err="1">
                <a:latin typeface="+mj-lt"/>
              </a:rPr>
              <a:t>follows</a:t>
            </a:r>
            <a:r>
              <a:rPr lang="es-ES" sz="2200" dirty="0">
                <a:latin typeface="+mj-lt"/>
              </a:rPr>
              <a:t>:</a:t>
            </a:r>
          </a:p>
        </p:txBody>
      </p:sp>
      <p:pic>
        <p:nvPicPr>
          <p:cNvPr id="125" name="Imagen 124">
            <a:extLst>
              <a:ext uri="{FF2B5EF4-FFF2-40B4-BE49-F238E27FC236}">
                <a16:creationId xmlns:a16="http://schemas.microsoft.com/office/drawing/2014/main" id="{049B5679-718C-0DAF-D458-40C815BE14B6}"/>
              </a:ext>
            </a:extLst>
          </p:cNvPr>
          <p:cNvPicPr>
            <a:picLocks noChangeAspect="1"/>
          </p:cNvPicPr>
          <p:nvPr/>
        </p:nvPicPr>
        <p:blipFill>
          <a:blip r:embed="rId7"/>
          <a:stretch>
            <a:fillRect/>
          </a:stretch>
        </p:blipFill>
        <p:spPr>
          <a:xfrm>
            <a:off x="5897877" y="2523114"/>
            <a:ext cx="6" cy="4"/>
          </a:xfrm>
          <a:prstGeom prst="rect">
            <a:avLst/>
          </a:prstGeom>
        </p:spPr>
      </p:pic>
      <p:pic>
        <p:nvPicPr>
          <p:cNvPr id="126" name="Imagen 125">
            <a:extLst>
              <a:ext uri="{FF2B5EF4-FFF2-40B4-BE49-F238E27FC236}">
                <a16:creationId xmlns:a16="http://schemas.microsoft.com/office/drawing/2014/main" id="{36E9F674-8DE2-7F65-DC94-4FE6D457BE9B}"/>
              </a:ext>
            </a:extLst>
          </p:cNvPr>
          <p:cNvPicPr>
            <a:picLocks noChangeAspect="1"/>
          </p:cNvPicPr>
          <p:nvPr/>
        </p:nvPicPr>
        <p:blipFill>
          <a:blip r:embed="rId8"/>
          <a:stretch>
            <a:fillRect/>
          </a:stretch>
        </p:blipFill>
        <p:spPr>
          <a:xfrm>
            <a:off x="3409471" y="3896156"/>
            <a:ext cx="1762125" cy="1066800"/>
          </a:xfrm>
          <a:prstGeom prst="rect">
            <a:avLst/>
          </a:prstGeom>
        </p:spPr>
      </p:pic>
    </p:spTree>
    <p:extLst>
      <p:ext uri="{BB962C8B-B14F-4D97-AF65-F5344CB8AC3E}">
        <p14:creationId xmlns:p14="http://schemas.microsoft.com/office/powerpoint/2010/main" val="48735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F6C58-7AF3-742E-C269-5F3508BDBB11}"/>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2C9ABE22-5087-D181-D6D2-641ABA4BE086}"/>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D1EA2A03-E5CE-E523-2125-BECF353C1507}"/>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08155C69-FD8B-4EC2-C327-82D3C5541390}"/>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F708C64B-06BC-E6C7-005E-8C5C45A18C4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07518F60-95F3-3D6F-AAA7-716CFA4F4AAD}"/>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137D463B-7EC0-7856-6D0E-917BB6D94C43}"/>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38198AC3-7CB3-A506-4C8D-F401A448A904}"/>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76FD5B27-4213-22F3-2EC7-A59935153103}"/>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3925FDAC-98DA-3838-0A1E-8A5AF88A74B6}"/>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7278C25C-7B54-8D02-589D-BFEA13DC60BD}"/>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421273AE-11EA-F077-67C3-0DF502256313}"/>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A1C18705-5F5F-B991-02A8-EB2A3D6B3E5E}"/>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AD34A666-8992-1A57-1410-F6BF59FC5C00}"/>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60AC61A4-40EE-6D75-A046-1A2BAF22D4E2}"/>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BB681BC0-A464-7DA9-5CA4-19EE41BD010F}"/>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A6242ACC-A86F-135C-0EB5-CB0FE85D2F3C}"/>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B76C90DB-BE71-D687-288E-A621B3DAAD9F}"/>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9B562B6E-E539-FDD5-FF85-95C623BF9C54}"/>
              </a:ext>
            </a:extLst>
          </p:cNvPr>
          <p:cNvPicPr>
            <a:picLocks noChangeAspect="1"/>
          </p:cNvPicPr>
          <p:nvPr/>
        </p:nvPicPr>
        <p:blipFill>
          <a:blip r:embed="rId5"/>
          <a:stretch>
            <a:fillRect/>
          </a:stretch>
        </p:blipFill>
        <p:spPr>
          <a:xfrm>
            <a:off x="4869176" y="2217419"/>
            <a:ext cx="8" cy="1"/>
          </a:xfrm>
          <a:prstGeom prst="rect">
            <a:avLst/>
          </a:prstGeom>
        </p:spPr>
      </p:pic>
      <p:pic>
        <p:nvPicPr>
          <p:cNvPr id="25" name="Imagen 24">
            <a:extLst>
              <a:ext uri="{FF2B5EF4-FFF2-40B4-BE49-F238E27FC236}">
                <a16:creationId xmlns:a16="http://schemas.microsoft.com/office/drawing/2014/main" id="{B087F13A-5FBF-A04E-8EB6-CB793248C872}"/>
              </a:ext>
            </a:extLst>
          </p:cNvPr>
          <p:cNvPicPr>
            <a:picLocks noChangeAspect="1"/>
          </p:cNvPicPr>
          <p:nvPr/>
        </p:nvPicPr>
        <p:blipFill>
          <a:blip r:embed="rId2"/>
          <a:stretch>
            <a:fillRect/>
          </a:stretch>
        </p:blipFill>
        <p:spPr>
          <a:xfrm>
            <a:off x="5897871" y="2523109"/>
            <a:ext cx="17" cy="13"/>
          </a:xfrm>
          <a:prstGeom prst="rect">
            <a:avLst/>
          </a:prstGeom>
        </p:spPr>
      </p:pic>
      <p:pic>
        <p:nvPicPr>
          <p:cNvPr id="26" name="Imagen 25">
            <a:extLst>
              <a:ext uri="{FF2B5EF4-FFF2-40B4-BE49-F238E27FC236}">
                <a16:creationId xmlns:a16="http://schemas.microsoft.com/office/drawing/2014/main" id="{796DEC9B-77AC-622B-50E1-0CF0E2D21647}"/>
              </a:ext>
            </a:extLst>
          </p:cNvPr>
          <p:cNvPicPr>
            <a:picLocks noChangeAspect="1"/>
          </p:cNvPicPr>
          <p:nvPr/>
        </p:nvPicPr>
        <p:blipFill>
          <a:blip r:embed="rId3"/>
          <a:stretch>
            <a:fillRect/>
          </a:stretch>
        </p:blipFill>
        <p:spPr>
          <a:xfrm>
            <a:off x="5896381" y="2521535"/>
            <a:ext cx="2997" cy="3161"/>
          </a:xfrm>
          <a:prstGeom prst="rect">
            <a:avLst/>
          </a:prstGeom>
        </p:spPr>
      </p:pic>
      <p:pic>
        <p:nvPicPr>
          <p:cNvPr id="120" name="Imagen 119">
            <a:extLst>
              <a:ext uri="{FF2B5EF4-FFF2-40B4-BE49-F238E27FC236}">
                <a16:creationId xmlns:a16="http://schemas.microsoft.com/office/drawing/2014/main" id="{7BB02CB7-9B79-0E55-811A-D0A599C1F5F6}"/>
              </a:ext>
            </a:extLst>
          </p:cNvPr>
          <p:cNvPicPr>
            <a:picLocks noChangeAspect="1"/>
          </p:cNvPicPr>
          <p:nvPr/>
        </p:nvPicPr>
        <p:blipFill>
          <a:blip r:embed="rId4"/>
          <a:stretch>
            <a:fillRect/>
          </a:stretch>
        </p:blipFill>
        <p:spPr>
          <a:xfrm>
            <a:off x="5897875" y="2523115"/>
            <a:ext cx="9" cy="2"/>
          </a:xfrm>
          <a:prstGeom prst="rect">
            <a:avLst/>
          </a:prstGeom>
        </p:spPr>
      </p:pic>
      <p:pic>
        <p:nvPicPr>
          <p:cNvPr id="121" name="Imagen 120">
            <a:extLst>
              <a:ext uri="{FF2B5EF4-FFF2-40B4-BE49-F238E27FC236}">
                <a16:creationId xmlns:a16="http://schemas.microsoft.com/office/drawing/2014/main" id="{758173EF-18ED-946E-7250-574601771317}"/>
              </a:ext>
            </a:extLst>
          </p:cNvPr>
          <p:cNvPicPr>
            <a:picLocks noChangeAspect="1"/>
          </p:cNvPicPr>
          <p:nvPr/>
        </p:nvPicPr>
        <p:blipFill>
          <a:blip r:embed="rId5"/>
          <a:stretch>
            <a:fillRect/>
          </a:stretch>
        </p:blipFill>
        <p:spPr>
          <a:xfrm>
            <a:off x="5897876" y="2523115"/>
            <a:ext cx="8" cy="1"/>
          </a:xfrm>
          <a:prstGeom prst="rect">
            <a:avLst/>
          </a:prstGeom>
        </p:spPr>
      </p:pic>
      <p:pic>
        <p:nvPicPr>
          <p:cNvPr id="125" name="Imagen 124">
            <a:extLst>
              <a:ext uri="{FF2B5EF4-FFF2-40B4-BE49-F238E27FC236}">
                <a16:creationId xmlns:a16="http://schemas.microsoft.com/office/drawing/2014/main" id="{C8D18FB2-278E-5CAF-1D1A-1212437A3352}"/>
              </a:ext>
            </a:extLst>
          </p:cNvPr>
          <p:cNvPicPr>
            <a:picLocks noChangeAspect="1"/>
          </p:cNvPicPr>
          <p:nvPr/>
        </p:nvPicPr>
        <p:blipFill>
          <a:blip r:embed="rId6"/>
          <a:stretch>
            <a:fillRect/>
          </a:stretch>
        </p:blipFill>
        <p:spPr>
          <a:xfrm>
            <a:off x="5897877" y="2523114"/>
            <a:ext cx="6" cy="4"/>
          </a:xfrm>
          <a:prstGeom prst="rect">
            <a:avLst/>
          </a:prstGeom>
        </p:spPr>
      </p:pic>
      <p:pic>
        <p:nvPicPr>
          <p:cNvPr id="18" name="Imagen 17">
            <a:extLst>
              <a:ext uri="{FF2B5EF4-FFF2-40B4-BE49-F238E27FC236}">
                <a16:creationId xmlns:a16="http://schemas.microsoft.com/office/drawing/2014/main" id="{0AF69C2A-99C0-752B-4A53-CC5C551844EC}"/>
              </a:ext>
            </a:extLst>
          </p:cNvPr>
          <p:cNvPicPr>
            <a:picLocks noChangeAspect="1"/>
          </p:cNvPicPr>
          <p:nvPr/>
        </p:nvPicPr>
        <p:blipFill>
          <a:blip r:embed="rId7"/>
          <a:stretch>
            <a:fillRect/>
          </a:stretch>
        </p:blipFill>
        <p:spPr>
          <a:xfrm>
            <a:off x="2227717" y="516879"/>
            <a:ext cx="4844166" cy="4414542"/>
          </a:xfrm>
          <a:prstGeom prst="rect">
            <a:avLst/>
          </a:prstGeom>
        </p:spPr>
      </p:pic>
    </p:spTree>
    <p:extLst>
      <p:ext uri="{BB962C8B-B14F-4D97-AF65-F5344CB8AC3E}">
        <p14:creationId xmlns:p14="http://schemas.microsoft.com/office/powerpoint/2010/main" val="2091333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BE11-8582-9AB7-1303-3D5BF9C3D55F}"/>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F496ACBA-76F2-B7BC-A505-D99F78170BB3}"/>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B7D029B-DEFC-760B-30C9-A3EBAFFA825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BA4DABDF-C52C-DB71-8750-61E3C66CCA5F}"/>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8A767A6E-ED5B-F0A3-34AB-C7B1A62B17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F3D69D0-246C-4B66-EF12-3C710A2FCA02}"/>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FBE60305-F4D2-0DB4-DA4B-D0E1D435FD81}"/>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C711B4D1-04DE-9253-4ED6-70E0DF20B50C}"/>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89A745A7-8C14-488A-4C0F-B87EB69E7B73}"/>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FCBC2436-36D4-A68F-D970-D025B9DDFE0F}"/>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56CFA117-EEF3-D87F-5FDF-44A44E77848D}"/>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F31D4ED7-60DD-9F2C-2BC9-8D562438F1DE}"/>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467D32D9-ACA6-0323-CA0B-55E108EC547A}"/>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B65C463B-6539-071B-86A6-6882985D2BE1}"/>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E3BAD955-476C-7E8D-93AC-27510AA5F4CF}"/>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8C137ED5-4379-55AD-F58C-6A1F6E062DF9}"/>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CAC4B541-E708-AF4B-69D5-22FD51C8BA97}"/>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C115BD99-E3DE-7126-5625-EED43C77C931}"/>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A21E6D20-6C0F-9EDB-795D-71A0DD10F949}"/>
              </a:ext>
            </a:extLst>
          </p:cNvPr>
          <p:cNvPicPr>
            <a:picLocks noChangeAspect="1"/>
          </p:cNvPicPr>
          <p:nvPr/>
        </p:nvPicPr>
        <p:blipFill>
          <a:blip r:embed="rId5"/>
          <a:stretch>
            <a:fillRect/>
          </a:stretch>
        </p:blipFill>
        <p:spPr>
          <a:xfrm>
            <a:off x="4869176" y="2217419"/>
            <a:ext cx="8" cy="1"/>
          </a:xfrm>
          <a:prstGeom prst="rect">
            <a:avLst/>
          </a:prstGeom>
        </p:spPr>
      </p:pic>
      <p:pic>
        <p:nvPicPr>
          <p:cNvPr id="25" name="Imagen 24">
            <a:extLst>
              <a:ext uri="{FF2B5EF4-FFF2-40B4-BE49-F238E27FC236}">
                <a16:creationId xmlns:a16="http://schemas.microsoft.com/office/drawing/2014/main" id="{FF2CA8A1-3081-1841-E6F8-F0416D8CD327}"/>
              </a:ext>
            </a:extLst>
          </p:cNvPr>
          <p:cNvPicPr>
            <a:picLocks noChangeAspect="1"/>
          </p:cNvPicPr>
          <p:nvPr/>
        </p:nvPicPr>
        <p:blipFill>
          <a:blip r:embed="rId2"/>
          <a:stretch>
            <a:fillRect/>
          </a:stretch>
        </p:blipFill>
        <p:spPr>
          <a:xfrm>
            <a:off x="5897871" y="2523109"/>
            <a:ext cx="17" cy="13"/>
          </a:xfrm>
          <a:prstGeom prst="rect">
            <a:avLst/>
          </a:prstGeom>
        </p:spPr>
      </p:pic>
      <p:pic>
        <p:nvPicPr>
          <p:cNvPr id="26" name="Imagen 25">
            <a:extLst>
              <a:ext uri="{FF2B5EF4-FFF2-40B4-BE49-F238E27FC236}">
                <a16:creationId xmlns:a16="http://schemas.microsoft.com/office/drawing/2014/main" id="{FB95D636-199A-875A-C508-F56D22B0B1D5}"/>
              </a:ext>
            </a:extLst>
          </p:cNvPr>
          <p:cNvPicPr>
            <a:picLocks noChangeAspect="1"/>
          </p:cNvPicPr>
          <p:nvPr/>
        </p:nvPicPr>
        <p:blipFill>
          <a:blip r:embed="rId3"/>
          <a:stretch>
            <a:fillRect/>
          </a:stretch>
        </p:blipFill>
        <p:spPr>
          <a:xfrm>
            <a:off x="5896381" y="2521535"/>
            <a:ext cx="2997" cy="3161"/>
          </a:xfrm>
          <a:prstGeom prst="rect">
            <a:avLst/>
          </a:prstGeom>
        </p:spPr>
      </p:pic>
      <p:pic>
        <p:nvPicPr>
          <p:cNvPr id="120" name="Imagen 119">
            <a:extLst>
              <a:ext uri="{FF2B5EF4-FFF2-40B4-BE49-F238E27FC236}">
                <a16:creationId xmlns:a16="http://schemas.microsoft.com/office/drawing/2014/main" id="{C0A284C4-4F5F-AFE3-9429-D8E4C51D01FE}"/>
              </a:ext>
            </a:extLst>
          </p:cNvPr>
          <p:cNvPicPr>
            <a:picLocks noChangeAspect="1"/>
          </p:cNvPicPr>
          <p:nvPr/>
        </p:nvPicPr>
        <p:blipFill>
          <a:blip r:embed="rId4"/>
          <a:stretch>
            <a:fillRect/>
          </a:stretch>
        </p:blipFill>
        <p:spPr>
          <a:xfrm>
            <a:off x="5897875" y="2523115"/>
            <a:ext cx="9" cy="2"/>
          </a:xfrm>
          <a:prstGeom prst="rect">
            <a:avLst/>
          </a:prstGeom>
        </p:spPr>
      </p:pic>
      <p:pic>
        <p:nvPicPr>
          <p:cNvPr id="121" name="Imagen 120">
            <a:extLst>
              <a:ext uri="{FF2B5EF4-FFF2-40B4-BE49-F238E27FC236}">
                <a16:creationId xmlns:a16="http://schemas.microsoft.com/office/drawing/2014/main" id="{D0DB1542-6DE9-7EF6-254D-922F1E0D4F13}"/>
              </a:ext>
            </a:extLst>
          </p:cNvPr>
          <p:cNvPicPr>
            <a:picLocks noChangeAspect="1"/>
          </p:cNvPicPr>
          <p:nvPr/>
        </p:nvPicPr>
        <p:blipFill>
          <a:blip r:embed="rId5"/>
          <a:stretch>
            <a:fillRect/>
          </a:stretch>
        </p:blipFill>
        <p:spPr>
          <a:xfrm>
            <a:off x="5897876" y="2523115"/>
            <a:ext cx="8" cy="1"/>
          </a:xfrm>
          <a:prstGeom prst="rect">
            <a:avLst/>
          </a:prstGeom>
        </p:spPr>
      </p:pic>
      <p:pic>
        <p:nvPicPr>
          <p:cNvPr id="125" name="Imagen 124">
            <a:extLst>
              <a:ext uri="{FF2B5EF4-FFF2-40B4-BE49-F238E27FC236}">
                <a16:creationId xmlns:a16="http://schemas.microsoft.com/office/drawing/2014/main" id="{B30871F0-2C6A-C506-BFD5-3B1BD486ED0A}"/>
              </a:ext>
            </a:extLst>
          </p:cNvPr>
          <p:cNvPicPr>
            <a:picLocks noChangeAspect="1"/>
          </p:cNvPicPr>
          <p:nvPr/>
        </p:nvPicPr>
        <p:blipFill>
          <a:blip r:embed="rId6"/>
          <a:stretch>
            <a:fillRect/>
          </a:stretch>
        </p:blipFill>
        <p:spPr>
          <a:xfrm>
            <a:off x="5897877" y="2523114"/>
            <a:ext cx="6" cy="4"/>
          </a:xfrm>
          <a:prstGeom prst="rect">
            <a:avLst/>
          </a:prstGeom>
        </p:spPr>
      </p:pic>
      <p:pic>
        <p:nvPicPr>
          <p:cNvPr id="19" name="Imagen 18">
            <a:extLst>
              <a:ext uri="{FF2B5EF4-FFF2-40B4-BE49-F238E27FC236}">
                <a16:creationId xmlns:a16="http://schemas.microsoft.com/office/drawing/2014/main" id="{1F04EADC-1C88-0574-3B20-AAAC298F1243}"/>
              </a:ext>
            </a:extLst>
          </p:cNvPr>
          <p:cNvPicPr>
            <a:picLocks noChangeAspect="1"/>
          </p:cNvPicPr>
          <p:nvPr/>
        </p:nvPicPr>
        <p:blipFill>
          <a:blip r:embed="rId2"/>
          <a:stretch>
            <a:fillRect/>
          </a:stretch>
        </p:blipFill>
        <p:spPr>
          <a:xfrm>
            <a:off x="5890251" y="3002639"/>
            <a:ext cx="17" cy="13"/>
          </a:xfrm>
          <a:prstGeom prst="rect">
            <a:avLst/>
          </a:prstGeom>
        </p:spPr>
      </p:pic>
      <p:pic>
        <p:nvPicPr>
          <p:cNvPr id="21" name="Imagen 20">
            <a:extLst>
              <a:ext uri="{FF2B5EF4-FFF2-40B4-BE49-F238E27FC236}">
                <a16:creationId xmlns:a16="http://schemas.microsoft.com/office/drawing/2014/main" id="{4F594598-6FAC-E1C4-1B30-2D2F36CCC147}"/>
              </a:ext>
            </a:extLst>
          </p:cNvPr>
          <p:cNvPicPr>
            <a:picLocks noChangeAspect="1"/>
          </p:cNvPicPr>
          <p:nvPr/>
        </p:nvPicPr>
        <p:blipFill>
          <a:blip r:embed="rId3"/>
          <a:stretch>
            <a:fillRect/>
          </a:stretch>
        </p:blipFill>
        <p:spPr>
          <a:xfrm>
            <a:off x="5888761" y="3001065"/>
            <a:ext cx="2997" cy="3161"/>
          </a:xfrm>
          <a:prstGeom prst="rect">
            <a:avLst/>
          </a:prstGeom>
        </p:spPr>
      </p:pic>
      <p:pic>
        <p:nvPicPr>
          <p:cNvPr id="22" name="Imagen 21">
            <a:extLst>
              <a:ext uri="{FF2B5EF4-FFF2-40B4-BE49-F238E27FC236}">
                <a16:creationId xmlns:a16="http://schemas.microsoft.com/office/drawing/2014/main" id="{ABBFE1C3-1DE5-7604-0C5D-78F580F9C43C}"/>
              </a:ext>
            </a:extLst>
          </p:cNvPr>
          <p:cNvPicPr>
            <a:picLocks noChangeAspect="1"/>
          </p:cNvPicPr>
          <p:nvPr/>
        </p:nvPicPr>
        <p:blipFill>
          <a:blip r:embed="rId4"/>
          <a:stretch>
            <a:fillRect/>
          </a:stretch>
        </p:blipFill>
        <p:spPr>
          <a:xfrm>
            <a:off x="5890255" y="3002645"/>
            <a:ext cx="9" cy="2"/>
          </a:xfrm>
          <a:prstGeom prst="rect">
            <a:avLst/>
          </a:prstGeom>
        </p:spPr>
      </p:pic>
      <p:pic>
        <p:nvPicPr>
          <p:cNvPr id="24" name="Imagen 23">
            <a:extLst>
              <a:ext uri="{FF2B5EF4-FFF2-40B4-BE49-F238E27FC236}">
                <a16:creationId xmlns:a16="http://schemas.microsoft.com/office/drawing/2014/main" id="{7C3E1864-B9A6-58B6-5CB2-09FB79478E40}"/>
              </a:ext>
            </a:extLst>
          </p:cNvPr>
          <p:cNvPicPr>
            <a:picLocks noChangeAspect="1"/>
          </p:cNvPicPr>
          <p:nvPr/>
        </p:nvPicPr>
        <p:blipFill>
          <a:blip r:embed="rId5"/>
          <a:stretch>
            <a:fillRect/>
          </a:stretch>
        </p:blipFill>
        <p:spPr>
          <a:xfrm>
            <a:off x="5890256" y="3002645"/>
            <a:ext cx="8" cy="1"/>
          </a:xfrm>
          <a:prstGeom prst="rect">
            <a:avLst/>
          </a:prstGeom>
        </p:spPr>
      </p:pic>
      <p:pic>
        <p:nvPicPr>
          <p:cNvPr id="27" name="Imagen 26">
            <a:extLst>
              <a:ext uri="{FF2B5EF4-FFF2-40B4-BE49-F238E27FC236}">
                <a16:creationId xmlns:a16="http://schemas.microsoft.com/office/drawing/2014/main" id="{01E877C6-BEB5-0D87-1743-2FBA7E7F3519}"/>
              </a:ext>
            </a:extLst>
          </p:cNvPr>
          <p:cNvPicPr>
            <a:picLocks noChangeAspect="1"/>
          </p:cNvPicPr>
          <p:nvPr/>
        </p:nvPicPr>
        <p:blipFill>
          <a:blip r:embed="rId7"/>
          <a:stretch>
            <a:fillRect/>
          </a:stretch>
        </p:blipFill>
        <p:spPr>
          <a:xfrm>
            <a:off x="5890258" y="740614"/>
            <a:ext cx="3" cy="4524064"/>
          </a:xfrm>
          <a:prstGeom prst="rect">
            <a:avLst/>
          </a:prstGeom>
        </p:spPr>
      </p:pic>
      <p:pic>
        <p:nvPicPr>
          <p:cNvPr id="28" name="Imagen 27">
            <a:extLst>
              <a:ext uri="{FF2B5EF4-FFF2-40B4-BE49-F238E27FC236}">
                <a16:creationId xmlns:a16="http://schemas.microsoft.com/office/drawing/2014/main" id="{2D494A88-146C-A80C-FEBD-BA695C05702C}"/>
              </a:ext>
            </a:extLst>
          </p:cNvPr>
          <p:cNvPicPr>
            <a:picLocks noChangeAspect="1"/>
          </p:cNvPicPr>
          <p:nvPr/>
        </p:nvPicPr>
        <p:blipFill>
          <a:blip r:embed="rId6"/>
          <a:stretch>
            <a:fillRect/>
          </a:stretch>
        </p:blipFill>
        <p:spPr>
          <a:xfrm>
            <a:off x="5890257" y="3002644"/>
            <a:ext cx="6" cy="4"/>
          </a:xfrm>
          <a:prstGeom prst="rect">
            <a:avLst/>
          </a:prstGeom>
        </p:spPr>
      </p:pic>
      <p:sp>
        <p:nvSpPr>
          <p:cNvPr id="29" name="CuadroTexto 28">
            <a:extLst>
              <a:ext uri="{FF2B5EF4-FFF2-40B4-BE49-F238E27FC236}">
                <a16:creationId xmlns:a16="http://schemas.microsoft.com/office/drawing/2014/main" id="{498D8317-3DA8-FE2F-701F-4EACB08A0ABD}"/>
              </a:ext>
            </a:extLst>
          </p:cNvPr>
          <p:cNvSpPr txBox="1"/>
          <p:nvPr/>
        </p:nvSpPr>
        <p:spPr>
          <a:xfrm>
            <a:off x="308116" y="682625"/>
            <a:ext cx="5323055" cy="4093428"/>
          </a:xfrm>
          <a:prstGeom prst="rect">
            <a:avLst/>
          </a:prstGeom>
          <a:noFill/>
        </p:spPr>
        <p:txBody>
          <a:bodyPr wrap="square">
            <a:spAutoFit/>
          </a:bodyPr>
          <a:lstStyle/>
          <a:p>
            <a:pPr algn="just"/>
            <a:r>
              <a:rPr lang="es-ES" sz="2000" dirty="0" err="1">
                <a:latin typeface="+mj-lt"/>
              </a:rPr>
              <a:t>We</a:t>
            </a:r>
            <a:r>
              <a:rPr lang="es-ES" sz="2000" dirty="0">
                <a:latin typeface="+mj-lt"/>
              </a:rPr>
              <a:t> </a:t>
            </a:r>
            <a:r>
              <a:rPr lang="es-ES" sz="2000" dirty="0" err="1">
                <a:latin typeface="+mj-lt"/>
              </a:rPr>
              <a:t>computed</a:t>
            </a:r>
            <a:r>
              <a:rPr lang="es-ES" sz="2000" dirty="0">
                <a:latin typeface="+mj-lt"/>
              </a:rPr>
              <a:t> </a:t>
            </a:r>
            <a:r>
              <a:rPr lang="es-ES" sz="2000" dirty="0" err="1">
                <a:latin typeface="+mj-lt"/>
              </a:rPr>
              <a:t>the</a:t>
            </a:r>
            <a:r>
              <a:rPr lang="es-ES" sz="2000" dirty="0">
                <a:latin typeface="+mj-lt"/>
              </a:rPr>
              <a:t> </a:t>
            </a:r>
            <a:r>
              <a:rPr lang="es-ES" sz="2000" dirty="0" err="1">
                <a:latin typeface="+mj-lt"/>
              </a:rPr>
              <a:t>loss</a:t>
            </a:r>
            <a:r>
              <a:rPr lang="es-ES" sz="2000" dirty="0">
                <a:latin typeface="+mj-lt"/>
              </a:rPr>
              <a:t>, </a:t>
            </a:r>
            <a:r>
              <a:rPr lang="es-ES" sz="2000" dirty="0" err="1">
                <a:latin typeface="+mj-lt"/>
              </a:rPr>
              <a:t>now</a:t>
            </a:r>
            <a:r>
              <a:rPr lang="es-ES" sz="2000" dirty="0">
                <a:latin typeface="+mj-lt"/>
              </a:rPr>
              <a:t> </a:t>
            </a:r>
            <a:r>
              <a:rPr lang="es-ES" sz="2000" dirty="0" err="1">
                <a:latin typeface="+mj-lt"/>
              </a:rPr>
              <a:t>our</a:t>
            </a:r>
            <a:r>
              <a:rPr lang="es-ES" sz="2000" dirty="0">
                <a:latin typeface="+mj-lt"/>
              </a:rPr>
              <a:t> </a:t>
            </a:r>
            <a:r>
              <a:rPr lang="es-ES" sz="2000" dirty="0" err="1">
                <a:latin typeface="+mj-lt"/>
              </a:rPr>
              <a:t>goal</a:t>
            </a:r>
            <a:r>
              <a:rPr lang="es-ES" sz="2000" dirty="0">
                <a:latin typeface="+mj-lt"/>
              </a:rPr>
              <a:t> </a:t>
            </a:r>
            <a:r>
              <a:rPr lang="es-ES" sz="2000" dirty="0" err="1">
                <a:latin typeface="+mj-lt"/>
              </a:rPr>
              <a:t>is</a:t>
            </a:r>
            <a:r>
              <a:rPr lang="es-ES" sz="2000" dirty="0">
                <a:latin typeface="+mj-lt"/>
              </a:rPr>
              <a:t> </a:t>
            </a:r>
            <a:r>
              <a:rPr lang="es-ES" sz="2000" dirty="0" err="1">
                <a:latin typeface="+mj-lt"/>
              </a:rPr>
              <a:t>to</a:t>
            </a:r>
            <a:r>
              <a:rPr lang="es-ES" sz="2000" dirty="0">
                <a:latin typeface="+mj-lt"/>
              </a:rPr>
              <a:t> </a:t>
            </a:r>
            <a:r>
              <a:rPr lang="es-ES" sz="2000" dirty="0" err="1">
                <a:latin typeface="+mj-lt"/>
              </a:rPr>
              <a:t>minimize</a:t>
            </a:r>
            <a:r>
              <a:rPr lang="es-ES" sz="2000" dirty="0">
                <a:latin typeface="+mj-lt"/>
              </a:rPr>
              <a:t> </a:t>
            </a:r>
            <a:r>
              <a:rPr lang="es-ES" sz="2000" dirty="0" err="1">
                <a:latin typeface="+mj-lt"/>
              </a:rPr>
              <a:t>the</a:t>
            </a:r>
            <a:r>
              <a:rPr lang="es-ES" sz="2000" dirty="0">
                <a:latin typeface="+mj-lt"/>
              </a:rPr>
              <a:t> </a:t>
            </a:r>
            <a:r>
              <a:rPr lang="es-ES" sz="2000" dirty="0" err="1">
                <a:latin typeface="+mj-lt"/>
              </a:rPr>
              <a:t>loss</a:t>
            </a:r>
            <a:r>
              <a:rPr lang="es-ES" sz="2000" dirty="0">
                <a:latin typeface="+mj-lt"/>
              </a:rPr>
              <a:t>. </a:t>
            </a:r>
            <a:r>
              <a:rPr lang="es-ES" sz="2000" dirty="0" err="1">
                <a:latin typeface="+mj-lt"/>
              </a:rPr>
              <a:t>How</a:t>
            </a:r>
            <a:r>
              <a:rPr lang="es-ES" sz="2000" dirty="0">
                <a:latin typeface="+mj-lt"/>
              </a:rPr>
              <a:t> can </a:t>
            </a:r>
            <a:r>
              <a:rPr lang="es-ES" sz="2000" dirty="0" err="1">
                <a:latin typeface="+mj-lt"/>
              </a:rPr>
              <a:t>we</a:t>
            </a:r>
            <a:r>
              <a:rPr lang="es-ES" sz="2000" dirty="0">
                <a:latin typeface="+mj-lt"/>
              </a:rPr>
              <a:t> </a:t>
            </a:r>
            <a:r>
              <a:rPr lang="es-ES" sz="2000" dirty="0" err="1">
                <a:latin typeface="+mj-lt"/>
              </a:rPr>
              <a:t>minimize</a:t>
            </a:r>
            <a:r>
              <a:rPr lang="es-ES" sz="2000" dirty="0">
                <a:latin typeface="+mj-lt"/>
              </a:rPr>
              <a:t> </a:t>
            </a:r>
            <a:r>
              <a:rPr lang="es-ES" sz="2000" dirty="0" err="1">
                <a:latin typeface="+mj-lt"/>
              </a:rPr>
              <a:t>the</a:t>
            </a:r>
            <a:r>
              <a:rPr lang="es-ES" sz="2000" dirty="0">
                <a:latin typeface="+mj-lt"/>
              </a:rPr>
              <a:t> </a:t>
            </a:r>
            <a:r>
              <a:rPr lang="es-ES" sz="2000" dirty="0" err="1">
                <a:latin typeface="+mj-lt"/>
              </a:rPr>
              <a:t>loss</a:t>
            </a:r>
            <a:r>
              <a:rPr lang="es-ES" sz="2000" dirty="0">
                <a:latin typeface="+mj-lt"/>
              </a:rPr>
              <a:t>? </a:t>
            </a:r>
            <a:r>
              <a:rPr lang="es-ES" sz="2000" dirty="0" err="1">
                <a:latin typeface="+mj-lt"/>
              </a:rPr>
              <a:t>We</a:t>
            </a:r>
            <a:r>
              <a:rPr lang="es-ES" sz="2000" dirty="0">
                <a:latin typeface="+mj-lt"/>
              </a:rPr>
              <a:t> can </a:t>
            </a:r>
            <a:r>
              <a:rPr lang="es-ES" sz="2000" dirty="0" err="1">
                <a:latin typeface="+mj-lt"/>
              </a:rPr>
              <a:t>minimize</a:t>
            </a:r>
            <a:r>
              <a:rPr lang="es-ES" sz="2000" dirty="0">
                <a:latin typeface="+mj-lt"/>
              </a:rPr>
              <a:t> </a:t>
            </a:r>
            <a:r>
              <a:rPr lang="es-ES" sz="2000" dirty="0" err="1">
                <a:latin typeface="+mj-lt"/>
              </a:rPr>
              <a:t>the</a:t>
            </a:r>
            <a:r>
              <a:rPr lang="es-ES" sz="2000" dirty="0">
                <a:latin typeface="+mj-lt"/>
              </a:rPr>
              <a:t> </a:t>
            </a:r>
            <a:r>
              <a:rPr lang="es-ES" sz="2000" dirty="0" err="1">
                <a:latin typeface="+mj-lt"/>
              </a:rPr>
              <a:t>loss</a:t>
            </a:r>
            <a:r>
              <a:rPr lang="es-ES" sz="2000" dirty="0">
                <a:latin typeface="+mj-lt"/>
              </a:rPr>
              <a:t> </a:t>
            </a:r>
            <a:r>
              <a:rPr lang="es-ES" sz="2000" dirty="0" err="1">
                <a:latin typeface="+mj-lt"/>
              </a:rPr>
              <a:t>by</a:t>
            </a:r>
            <a:r>
              <a:rPr lang="es-ES" sz="2000" dirty="0">
                <a:latin typeface="+mj-lt"/>
              </a:rPr>
              <a:t> </a:t>
            </a:r>
            <a:r>
              <a:rPr lang="es-ES" sz="2000" dirty="0" err="1">
                <a:latin typeface="+mj-lt"/>
              </a:rPr>
              <a:t>finding</a:t>
            </a:r>
            <a:r>
              <a:rPr lang="es-ES" sz="2000" dirty="0">
                <a:latin typeface="+mj-lt"/>
              </a:rPr>
              <a:t> </a:t>
            </a:r>
            <a:r>
              <a:rPr lang="es-ES" sz="2000" dirty="0" err="1">
                <a:latin typeface="+mj-lt"/>
              </a:rPr>
              <a:t>the</a:t>
            </a:r>
            <a:r>
              <a:rPr lang="es-ES" sz="2000" dirty="0">
                <a:latin typeface="+mj-lt"/>
              </a:rPr>
              <a:t> </a:t>
            </a:r>
            <a:r>
              <a:rPr lang="es-ES" sz="2000" dirty="0" err="1">
                <a:latin typeface="+mj-lt"/>
              </a:rPr>
              <a:t>optimal</a:t>
            </a:r>
            <a:r>
              <a:rPr lang="es-ES" sz="2000" dirty="0">
                <a:latin typeface="+mj-lt"/>
              </a:rPr>
              <a:t> </a:t>
            </a:r>
            <a:r>
              <a:rPr lang="es-ES" sz="2000" dirty="0" err="1">
                <a:latin typeface="+mj-lt"/>
              </a:rPr>
              <a:t>weights</a:t>
            </a:r>
            <a:r>
              <a:rPr lang="es-ES" sz="2000" dirty="0">
                <a:latin typeface="+mj-lt"/>
              </a:rPr>
              <a:t> </a:t>
            </a:r>
            <a:r>
              <a:rPr lang="es-ES" sz="2000" dirty="0" err="1">
                <a:latin typeface="+mj-lt"/>
              </a:rPr>
              <a:t>of</a:t>
            </a:r>
            <a:r>
              <a:rPr lang="es-ES" sz="2000" dirty="0">
                <a:latin typeface="+mj-lt"/>
              </a:rPr>
              <a:t> </a:t>
            </a:r>
            <a:r>
              <a:rPr lang="es-ES" sz="2000" dirty="0" err="1">
                <a:latin typeface="+mj-lt"/>
              </a:rPr>
              <a:t>the</a:t>
            </a:r>
            <a:r>
              <a:rPr lang="es-ES" sz="2000" dirty="0">
                <a:latin typeface="+mj-lt"/>
              </a:rPr>
              <a:t> RNN. As </a:t>
            </a:r>
            <a:r>
              <a:rPr lang="es-ES" sz="2000" dirty="0" err="1">
                <a:latin typeface="+mj-lt"/>
              </a:rPr>
              <a:t>we</a:t>
            </a:r>
            <a:r>
              <a:rPr lang="es-ES" sz="2000" dirty="0">
                <a:latin typeface="+mj-lt"/>
              </a:rPr>
              <a:t> </a:t>
            </a:r>
            <a:r>
              <a:rPr lang="es-ES" sz="2000" dirty="0" err="1">
                <a:latin typeface="+mj-lt"/>
              </a:rPr>
              <a:t>learned</a:t>
            </a:r>
            <a:r>
              <a:rPr lang="es-ES" sz="2000" dirty="0">
                <a:latin typeface="+mj-lt"/>
              </a:rPr>
              <a:t>, </a:t>
            </a:r>
            <a:r>
              <a:rPr lang="es-ES" sz="2000" dirty="0" err="1">
                <a:latin typeface="+mj-lt"/>
              </a:rPr>
              <a:t>we</a:t>
            </a:r>
            <a:r>
              <a:rPr lang="es-ES" sz="2000" dirty="0">
                <a:latin typeface="+mj-lt"/>
              </a:rPr>
              <a:t> </a:t>
            </a:r>
            <a:r>
              <a:rPr lang="es-ES" sz="2000" dirty="0" err="1">
                <a:latin typeface="+mj-lt"/>
              </a:rPr>
              <a:t>have</a:t>
            </a:r>
            <a:r>
              <a:rPr lang="es-ES" sz="2000" dirty="0">
                <a:latin typeface="+mj-lt"/>
              </a:rPr>
              <a:t> </a:t>
            </a:r>
            <a:r>
              <a:rPr lang="es-ES" sz="2000" dirty="0" err="1">
                <a:latin typeface="+mj-lt"/>
              </a:rPr>
              <a:t>three</a:t>
            </a:r>
            <a:r>
              <a:rPr lang="es-ES" sz="2000" dirty="0">
                <a:latin typeface="+mj-lt"/>
              </a:rPr>
              <a:t> </a:t>
            </a:r>
            <a:r>
              <a:rPr lang="es-ES" sz="2000" dirty="0" err="1">
                <a:latin typeface="+mj-lt"/>
              </a:rPr>
              <a:t>weights</a:t>
            </a:r>
            <a:r>
              <a:rPr lang="es-ES" sz="2000" dirty="0">
                <a:latin typeface="+mj-lt"/>
              </a:rPr>
              <a:t> in </a:t>
            </a:r>
            <a:r>
              <a:rPr lang="es-ES" sz="2000" dirty="0" err="1">
                <a:latin typeface="+mj-lt"/>
              </a:rPr>
              <a:t>RNNs</a:t>
            </a:r>
            <a:r>
              <a:rPr lang="es-ES" sz="2000" dirty="0">
                <a:latin typeface="+mj-lt"/>
              </a:rPr>
              <a:t>: input </a:t>
            </a:r>
            <a:r>
              <a:rPr lang="es-ES" sz="2000" dirty="0" err="1">
                <a:latin typeface="+mj-lt"/>
              </a:rPr>
              <a:t>to</a:t>
            </a:r>
            <a:r>
              <a:rPr lang="es-ES" sz="2000" dirty="0">
                <a:latin typeface="+mj-lt"/>
              </a:rPr>
              <a:t> </a:t>
            </a:r>
            <a:r>
              <a:rPr lang="es-ES" sz="2000" dirty="0" err="1">
                <a:latin typeface="+mj-lt"/>
              </a:rPr>
              <a:t>hidden</a:t>
            </a:r>
            <a:r>
              <a:rPr lang="es-ES" sz="2000" dirty="0">
                <a:latin typeface="+mj-lt"/>
              </a:rPr>
              <a:t>, </a:t>
            </a:r>
            <a:r>
              <a:rPr lang="es-ES" sz="2000" b="1" i="1" dirty="0">
                <a:latin typeface="+mj-lt"/>
              </a:rPr>
              <a:t>U</a:t>
            </a:r>
            <a:r>
              <a:rPr lang="es-ES" sz="2000" dirty="0">
                <a:latin typeface="+mj-lt"/>
              </a:rPr>
              <a:t>, </a:t>
            </a:r>
            <a:r>
              <a:rPr lang="es-ES" sz="2000" dirty="0" err="1">
                <a:latin typeface="+mj-lt"/>
              </a:rPr>
              <a:t>hidden</a:t>
            </a:r>
            <a:r>
              <a:rPr lang="es-ES" sz="2000" dirty="0">
                <a:latin typeface="+mj-lt"/>
              </a:rPr>
              <a:t> </a:t>
            </a:r>
            <a:r>
              <a:rPr lang="es-ES" sz="2000" dirty="0" err="1">
                <a:latin typeface="+mj-lt"/>
              </a:rPr>
              <a:t>to</a:t>
            </a:r>
            <a:r>
              <a:rPr lang="es-ES" sz="2000" dirty="0">
                <a:latin typeface="+mj-lt"/>
              </a:rPr>
              <a:t> </a:t>
            </a:r>
            <a:r>
              <a:rPr lang="es-ES" sz="2000" dirty="0" err="1">
                <a:latin typeface="+mj-lt"/>
              </a:rPr>
              <a:t>hidden</a:t>
            </a:r>
            <a:r>
              <a:rPr lang="es-ES" sz="2000" dirty="0">
                <a:latin typeface="+mj-lt"/>
              </a:rPr>
              <a:t>, </a:t>
            </a:r>
            <a:r>
              <a:rPr lang="es-ES" sz="2000" b="1" i="1" dirty="0">
                <a:latin typeface="+mj-lt"/>
              </a:rPr>
              <a:t>W</a:t>
            </a:r>
            <a:r>
              <a:rPr lang="es-ES" sz="2000" dirty="0">
                <a:latin typeface="+mj-lt"/>
              </a:rPr>
              <a:t>, and </a:t>
            </a:r>
            <a:r>
              <a:rPr lang="es-ES" sz="2000" dirty="0" err="1">
                <a:latin typeface="+mj-lt"/>
              </a:rPr>
              <a:t>hidden</a:t>
            </a:r>
            <a:r>
              <a:rPr lang="es-ES" sz="2000" dirty="0">
                <a:latin typeface="+mj-lt"/>
              </a:rPr>
              <a:t> </a:t>
            </a:r>
            <a:r>
              <a:rPr lang="es-ES" sz="2000" dirty="0" err="1">
                <a:latin typeface="+mj-lt"/>
              </a:rPr>
              <a:t>to</a:t>
            </a:r>
            <a:r>
              <a:rPr lang="es-ES" sz="2000" dirty="0">
                <a:latin typeface="+mj-lt"/>
              </a:rPr>
              <a:t> output, </a:t>
            </a:r>
            <a:r>
              <a:rPr lang="es-ES" sz="2000" b="1" i="1" dirty="0">
                <a:latin typeface="+mj-lt"/>
              </a:rPr>
              <a:t>V</a:t>
            </a:r>
            <a:r>
              <a:rPr lang="es-ES" sz="2000" dirty="0">
                <a:latin typeface="+mj-lt"/>
              </a:rPr>
              <a:t>. </a:t>
            </a:r>
            <a:r>
              <a:rPr lang="es-ES" sz="2000" dirty="0" err="1">
                <a:latin typeface="+mj-lt"/>
              </a:rPr>
              <a:t>We</a:t>
            </a:r>
            <a:r>
              <a:rPr lang="es-ES" sz="2000" dirty="0">
                <a:latin typeface="+mj-lt"/>
              </a:rPr>
              <a:t> </a:t>
            </a:r>
            <a:r>
              <a:rPr lang="es-ES" sz="2000" dirty="0" err="1">
                <a:latin typeface="+mj-lt"/>
              </a:rPr>
              <a:t>need</a:t>
            </a:r>
            <a:r>
              <a:rPr lang="es-ES" sz="2000" dirty="0">
                <a:latin typeface="+mj-lt"/>
              </a:rPr>
              <a:t> </a:t>
            </a:r>
            <a:r>
              <a:rPr lang="es-ES" sz="2000" dirty="0" err="1">
                <a:latin typeface="+mj-lt"/>
              </a:rPr>
              <a:t>to</a:t>
            </a:r>
            <a:r>
              <a:rPr lang="es-ES" sz="2000" dirty="0">
                <a:latin typeface="+mj-lt"/>
              </a:rPr>
              <a:t> </a:t>
            </a:r>
            <a:r>
              <a:rPr lang="es-ES" sz="2000" dirty="0" err="1">
                <a:latin typeface="+mj-lt"/>
              </a:rPr>
              <a:t>find</a:t>
            </a:r>
            <a:r>
              <a:rPr lang="es-ES" sz="2000" dirty="0">
                <a:latin typeface="+mj-lt"/>
              </a:rPr>
              <a:t> </a:t>
            </a:r>
            <a:r>
              <a:rPr lang="es-ES" sz="2000" dirty="0" err="1">
                <a:latin typeface="+mj-lt"/>
              </a:rPr>
              <a:t>optimal</a:t>
            </a:r>
            <a:r>
              <a:rPr lang="es-ES" sz="2000" dirty="0">
                <a:latin typeface="+mj-lt"/>
              </a:rPr>
              <a:t> </a:t>
            </a:r>
            <a:r>
              <a:rPr lang="es-ES" sz="2000" dirty="0" err="1">
                <a:latin typeface="+mj-lt"/>
              </a:rPr>
              <a:t>values</a:t>
            </a:r>
            <a:r>
              <a:rPr lang="es-ES" sz="2000" dirty="0">
                <a:latin typeface="+mj-lt"/>
              </a:rPr>
              <a:t> </a:t>
            </a:r>
            <a:r>
              <a:rPr lang="es-ES" sz="2000" dirty="0" err="1">
                <a:latin typeface="+mj-lt"/>
              </a:rPr>
              <a:t>for</a:t>
            </a:r>
            <a:r>
              <a:rPr lang="es-ES" sz="2000" dirty="0">
                <a:latin typeface="+mj-lt"/>
              </a:rPr>
              <a:t> </a:t>
            </a:r>
            <a:r>
              <a:rPr lang="es-ES" sz="2000" dirty="0" err="1">
                <a:latin typeface="+mj-lt"/>
              </a:rPr>
              <a:t>all</a:t>
            </a:r>
            <a:r>
              <a:rPr lang="es-ES" sz="2000" dirty="0">
                <a:latin typeface="+mj-lt"/>
              </a:rPr>
              <a:t> </a:t>
            </a:r>
            <a:r>
              <a:rPr lang="es-ES" sz="2000" dirty="0" err="1">
                <a:latin typeface="+mj-lt"/>
              </a:rPr>
              <a:t>of</a:t>
            </a:r>
            <a:r>
              <a:rPr lang="es-ES" sz="2000" dirty="0">
                <a:latin typeface="+mj-lt"/>
              </a:rPr>
              <a:t> </a:t>
            </a:r>
            <a:r>
              <a:rPr lang="es-ES" sz="2000" dirty="0" err="1">
                <a:latin typeface="+mj-lt"/>
              </a:rPr>
              <a:t>these</a:t>
            </a:r>
            <a:r>
              <a:rPr lang="es-ES" sz="2000" dirty="0">
                <a:latin typeface="+mj-lt"/>
              </a:rPr>
              <a:t> </a:t>
            </a:r>
            <a:r>
              <a:rPr lang="es-ES" sz="2000" dirty="0" err="1">
                <a:latin typeface="+mj-lt"/>
              </a:rPr>
              <a:t>three</a:t>
            </a:r>
            <a:r>
              <a:rPr lang="es-ES" sz="2000" dirty="0">
                <a:latin typeface="+mj-lt"/>
              </a:rPr>
              <a:t> </a:t>
            </a:r>
            <a:r>
              <a:rPr lang="es-ES" sz="2000" dirty="0" err="1">
                <a:latin typeface="+mj-lt"/>
              </a:rPr>
              <a:t>weights</a:t>
            </a:r>
            <a:r>
              <a:rPr lang="es-ES" sz="2000" dirty="0">
                <a:latin typeface="+mj-lt"/>
              </a:rPr>
              <a:t> </a:t>
            </a:r>
            <a:r>
              <a:rPr lang="es-ES" sz="2000" dirty="0" err="1">
                <a:latin typeface="+mj-lt"/>
              </a:rPr>
              <a:t>to</a:t>
            </a:r>
            <a:r>
              <a:rPr lang="es-ES" sz="2000" dirty="0">
                <a:latin typeface="+mj-lt"/>
              </a:rPr>
              <a:t> </a:t>
            </a:r>
            <a:r>
              <a:rPr lang="es-ES" sz="2000" dirty="0" err="1">
                <a:latin typeface="+mj-lt"/>
              </a:rPr>
              <a:t>minimize</a:t>
            </a:r>
            <a:r>
              <a:rPr lang="es-ES" sz="2000" dirty="0">
                <a:latin typeface="+mj-lt"/>
              </a:rPr>
              <a:t> </a:t>
            </a:r>
            <a:r>
              <a:rPr lang="es-ES" sz="2000" dirty="0" err="1">
                <a:latin typeface="+mj-lt"/>
              </a:rPr>
              <a:t>the</a:t>
            </a:r>
            <a:r>
              <a:rPr lang="es-ES" sz="2000" dirty="0">
                <a:latin typeface="+mj-lt"/>
              </a:rPr>
              <a:t> </a:t>
            </a:r>
            <a:r>
              <a:rPr lang="es-ES" sz="2000" dirty="0" err="1">
                <a:latin typeface="+mj-lt"/>
              </a:rPr>
              <a:t>loss</a:t>
            </a:r>
            <a:r>
              <a:rPr lang="es-ES" sz="2000" dirty="0">
                <a:latin typeface="+mj-lt"/>
              </a:rPr>
              <a:t>. </a:t>
            </a:r>
            <a:r>
              <a:rPr lang="es-ES" sz="2000" dirty="0" err="1">
                <a:latin typeface="+mj-lt"/>
              </a:rPr>
              <a:t>We</a:t>
            </a:r>
            <a:r>
              <a:rPr lang="es-ES" sz="2000" dirty="0">
                <a:latin typeface="+mj-lt"/>
              </a:rPr>
              <a:t> can use </a:t>
            </a:r>
            <a:r>
              <a:rPr lang="es-ES" sz="2000" dirty="0" err="1">
                <a:latin typeface="+mj-lt"/>
              </a:rPr>
              <a:t>our</a:t>
            </a:r>
            <a:r>
              <a:rPr lang="es-ES" sz="2000" dirty="0">
                <a:latin typeface="+mj-lt"/>
              </a:rPr>
              <a:t> favorite </a:t>
            </a:r>
            <a:r>
              <a:rPr lang="es-ES" sz="2000" dirty="0" err="1">
                <a:latin typeface="+mj-lt"/>
              </a:rPr>
              <a:t>gradient</a:t>
            </a:r>
            <a:r>
              <a:rPr lang="es-ES" sz="2000" dirty="0">
                <a:latin typeface="+mj-lt"/>
              </a:rPr>
              <a:t> </a:t>
            </a:r>
            <a:r>
              <a:rPr lang="es-ES" sz="2000" dirty="0" err="1">
                <a:latin typeface="+mj-lt"/>
              </a:rPr>
              <a:t>descent</a:t>
            </a:r>
            <a:r>
              <a:rPr lang="es-ES" sz="2000" dirty="0">
                <a:latin typeface="+mj-lt"/>
              </a:rPr>
              <a:t> </a:t>
            </a:r>
            <a:r>
              <a:rPr lang="es-ES" sz="2000" dirty="0" err="1">
                <a:latin typeface="+mj-lt"/>
              </a:rPr>
              <a:t>algorithm</a:t>
            </a:r>
            <a:r>
              <a:rPr lang="es-ES" sz="2000" dirty="0">
                <a:latin typeface="+mj-lt"/>
              </a:rPr>
              <a:t> </a:t>
            </a:r>
            <a:r>
              <a:rPr lang="es-ES" sz="2000" dirty="0" err="1">
                <a:latin typeface="+mj-lt"/>
              </a:rPr>
              <a:t>to</a:t>
            </a:r>
            <a:r>
              <a:rPr lang="es-ES" sz="2000" dirty="0">
                <a:latin typeface="+mj-lt"/>
              </a:rPr>
              <a:t> </a:t>
            </a:r>
            <a:r>
              <a:rPr lang="es-ES" sz="2000" dirty="0" err="1">
                <a:latin typeface="+mj-lt"/>
              </a:rPr>
              <a:t>find</a:t>
            </a:r>
            <a:r>
              <a:rPr lang="es-ES" sz="2000" dirty="0">
                <a:latin typeface="+mj-lt"/>
              </a:rPr>
              <a:t> </a:t>
            </a:r>
            <a:r>
              <a:rPr lang="es-ES" sz="2000" dirty="0" err="1">
                <a:latin typeface="+mj-lt"/>
              </a:rPr>
              <a:t>the</a:t>
            </a:r>
            <a:r>
              <a:rPr lang="es-ES" sz="2000" dirty="0">
                <a:latin typeface="+mj-lt"/>
              </a:rPr>
              <a:t> </a:t>
            </a:r>
            <a:r>
              <a:rPr lang="es-ES" sz="2000" dirty="0" err="1">
                <a:latin typeface="+mj-lt"/>
              </a:rPr>
              <a:t>optimal</a:t>
            </a:r>
            <a:r>
              <a:rPr lang="es-ES" sz="2000" dirty="0">
                <a:latin typeface="+mj-lt"/>
              </a:rPr>
              <a:t> </a:t>
            </a:r>
            <a:r>
              <a:rPr lang="es-ES" sz="2000" dirty="0" err="1">
                <a:latin typeface="+mj-lt"/>
              </a:rPr>
              <a:t>weights</a:t>
            </a:r>
            <a:r>
              <a:rPr lang="es-ES" sz="2000" dirty="0">
                <a:latin typeface="+mj-lt"/>
              </a:rPr>
              <a:t>. </a:t>
            </a:r>
            <a:r>
              <a:rPr lang="es-ES" sz="2000" dirty="0" err="1">
                <a:latin typeface="+mj-lt"/>
              </a:rPr>
              <a:t>We</a:t>
            </a:r>
            <a:r>
              <a:rPr lang="es-ES" sz="2000" dirty="0">
                <a:latin typeface="+mj-lt"/>
              </a:rPr>
              <a:t> </a:t>
            </a:r>
            <a:r>
              <a:rPr lang="es-ES" sz="2000" dirty="0" err="1">
                <a:latin typeface="+mj-lt"/>
              </a:rPr>
              <a:t>begin</a:t>
            </a:r>
            <a:r>
              <a:rPr lang="es-ES" sz="2000" dirty="0">
                <a:latin typeface="+mj-lt"/>
              </a:rPr>
              <a:t> </a:t>
            </a:r>
            <a:r>
              <a:rPr lang="es-ES" sz="2000" dirty="0" err="1">
                <a:latin typeface="+mj-lt"/>
              </a:rPr>
              <a:t>by</a:t>
            </a:r>
            <a:r>
              <a:rPr lang="es-ES" sz="2000" dirty="0">
                <a:latin typeface="+mj-lt"/>
              </a:rPr>
              <a:t> </a:t>
            </a:r>
            <a:r>
              <a:rPr lang="es-ES" sz="2000" dirty="0" err="1">
                <a:latin typeface="+mj-lt"/>
              </a:rPr>
              <a:t>calculating</a:t>
            </a:r>
            <a:r>
              <a:rPr lang="es-ES" sz="2000" dirty="0">
                <a:latin typeface="+mj-lt"/>
              </a:rPr>
              <a:t> </a:t>
            </a:r>
            <a:r>
              <a:rPr lang="es-ES" sz="2000" dirty="0" err="1">
                <a:latin typeface="+mj-lt"/>
              </a:rPr>
              <a:t>the</a:t>
            </a:r>
            <a:r>
              <a:rPr lang="es-ES" sz="2000" dirty="0">
                <a:latin typeface="+mj-lt"/>
              </a:rPr>
              <a:t> </a:t>
            </a:r>
            <a:r>
              <a:rPr lang="es-ES" sz="2000" dirty="0" err="1">
                <a:latin typeface="+mj-lt"/>
              </a:rPr>
              <a:t>gradients</a:t>
            </a:r>
            <a:r>
              <a:rPr lang="es-ES" sz="2000" dirty="0">
                <a:latin typeface="+mj-lt"/>
              </a:rPr>
              <a:t> </a:t>
            </a:r>
            <a:r>
              <a:rPr lang="es-ES" sz="2000" dirty="0" err="1">
                <a:latin typeface="+mj-lt"/>
              </a:rPr>
              <a:t>of</a:t>
            </a:r>
            <a:r>
              <a:rPr lang="es-ES" sz="2000" dirty="0">
                <a:latin typeface="+mj-lt"/>
              </a:rPr>
              <a:t> </a:t>
            </a:r>
            <a:r>
              <a:rPr lang="es-ES" sz="2000" dirty="0" err="1">
                <a:latin typeface="+mj-lt"/>
              </a:rPr>
              <a:t>the</a:t>
            </a:r>
            <a:r>
              <a:rPr lang="es-ES" sz="2000" dirty="0">
                <a:latin typeface="+mj-lt"/>
              </a:rPr>
              <a:t> </a:t>
            </a:r>
            <a:r>
              <a:rPr lang="es-ES" sz="2000" dirty="0" err="1">
                <a:latin typeface="+mj-lt"/>
              </a:rPr>
              <a:t>loss</a:t>
            </a:r>
            <a:r>
              <a:rPr lang="es-ES" sz="2000" dirty="0">
                <a:latin typeface="+mj-lt"/>
              </a:rPr>
              <a:t> </a:t>
            </a:r>
            <a:r>
              <a:rPr lang="es-ES" sz="2000" dirty="0" err="1">
                <a:latin typeface="+mj-lt"/>
              </a:rPr>
              <a:t>function</a:t>
            </a:r>
            <a:r>
              <a:rPr lang="es-ES" sz="2000" dirty="0">
                <a:latin typeface="+mj-lt"/>
              </a:rPr>
              <a:t> </a:t>
            </a:r>
            <a:r>
              <a:rPr lang="es-ES" sz="2000" dirty="0" err="1">
                <a:latin typeface="+mj-lt"/>
              </a:rPr>
              <a:t>with</a:t>
            </a:r>
            <a:r>
              <a:rPr lang="es-ES" sz="2000" dirty="0">
                <a:latin typeface="+mj-lt"/>
              </a:rPr>
              <a:t> </a:t>
            </a:r>
            <a:r>
              <a:rPr lang="es-ES" sz="2000" dirty="0" err="1">
                <a:latin typeface="+mj-lt"/>
              </a:rPr>
              <a:t>respect</a:t>
            </a:r>
            <a:r>
              <a:rPr lang="es-ES" sz="2000" dirty="0">
                <a:latin typeface="+mj-lt"/>
              </a:rPr>
              <a:t> </a:t>
            </a:r>
            <a:r>
              <a:rPr lang="es-ES" sz="2000" dirty="0" err="1">
                <a:latin typeface="+mj-lt"/>
              </a:rPr>
              <a:t>to</a:t>
            </a:r>
            <a:r>
              <a:rPr lang="es-ES" sz="2000" dirty="0">
                <a:latin typeface="+mj-lt"/>
              </a:rPr>
              <a:t> </a:t>
            </a:r>
            <a:r>
              <a:rPr lang="es-ES" sz="2000" dirty="0" err="1">
                <a:latin typeface="+mj-lt"/>
              </a:rPr>
              <a:t>all</a:t>
            </a:r>
            <a:r>
              <a:rPr lang="es-ES" sz="2000" dirty="0">
                <a:latin typeface="+mj-lt"/>
              </a:rPr>
              <a:t> </a:t>
            </a:r>
            <a:r>
              <a:rPr lang="es-ES" sz="2000" dirty="0" err="1">
                <a:latin typeface="+mj-lt"/>
              </a:rPr>
              <a:t>the</a:t>
            </a:r>
            <a:r>
              <a:rPr lang="es-ES" sz="2000" dirty="0">
                <a:latin typeface="+mj-lt"/>
              </a:rPr>
              <a:t> </a:t>
            </a:r>
            <a:r>
              <a:rPr lang="es-ES" sz="2000" dirty="0" err="1">
                <a:latin typeface="+mj-lt"/>
              </a:rPr>
              <a:t>weights</a:t>
            </a:r>
            <a:r>
              <a:rPr lang="es-ES" sz="2000" dirty="0">
                <a:latin typeface="+mj-lt"/>
              </a:rPr>
              <a:t>; </a:t>
            </a:r>
            <a:r>
              <a:rPr lang="es-ES" sz="2000" dirty="0" err="1">
                <a:latin typeface="+mj-lt"/>
              </a:rPr>
              <a:t>then</a:t>
            </a:r>
            <a:r>
              <a:rPr lang="es-ES" sz="2000" dirty="0">
                <a:latin typeface="+mj-lt"/>
              </a:rPr>
              <a:t>, </a:t>
            </a:r>
            <a:r>
              <a:rPr lang="es-ES" sz="2000" dirty="0" err="1">
                <a:latin typeface="+mj-lt"/>
              </a:rPr>
              <a:t>we</a:t>
            </a:r>
            <a:r>
              <a:rPr lang="es-ES" sz="2000" dirty="0">
                <a:latin typeface="+mj-lt"/>
              </a:rPr>
              <a:t> </a:t>
            </a:r>
            <a:r>
              <a:rPr lang="es-ES" sz="2000" dirty="0" err="1">
                <a:latin typeface="+mj-lt"/>
              </a:rPr>
              <a:t>update</a:t>
            </a:r>
            <a:r>
              <a:rPr lang="es-ES" sz="2000" dirty="0">
                <a:latin typeface="+mj-lt"/>
              </a:rPr>
              <a:t> </a:t>
            </a:r>
            <a:r>
              <a:rPr lang="es-ES" sz="2000" dirty="0" err="1">
                <a:latin typeface="+mj-lt"/>
              </a:rPr>
              <a:t>the</a:t>
            </a:r>
            <a:r>
              <a:rPr lang="es-ES" sz="2000" dirty="0">
                <a:latin typeface="+mj-lt"/>
              </a:rPr>
              <a:t> </a:t>
            </a:r>
            <a:r>
              <a:rPr lang="es-ES" sz="2000" dirty="0" err="1">
                <a:latin typeface="+mj-lt"/>
              </a:rPr>
              <a:t>weights</a:t>
            </a:r>
            <a:r>
              <a:rPr lang="es-ES" sz="2000" dirty="0">
                <a:latin typeface="+mj-lt"/>
              </a:rPr>
              <a:t> </a:t>
            </a:r>
            <a:r>
              <a:rPr lang="es-ES" sz="2000" dirty="0" err="1">
                <a:latin typeface="+mj-lt"/>
              </a:rPr>
              <a:t>according</a:t>
            </a:r>
            <a:r>
              <a:rPr lang="es-ES" sz="2000" dirty="0">
                <a:latin typeface="+mj-lt"/>
              </a:rPr>
              <a:t> </a:t>
            </a:r>
            <a:r>
              <a:rPr lang="es-ES" sz="2000" dirty="0" err="1">
                <a:latin typeface="+mj-lt"/>
              </a:rPr>
              <a:t>to</a:t>
            </a:r>
            <a:r>
              <a:rPr lang="es-ES" sz="2000" dirty="0">
                <a:latin typeface="+mj-lt"/>
              </a:rPr>
              <a:t> </a:t>
            </a:r>
            <a:r>
              <a:rPr lang="es-ES" sz="2000" dirty="0" err="1">
                <a:latin typeface="+mj-lt"/>
              </a:rPr>
              <a:t>the</a:t>
            </a:r>
            <a:r>
              <a:rPr lang="es-ES" sz="2000" dirty="0">
                <a:latin typeface="+mj-lt"/>
              </a:rPr>
              <a:t> </a:t>
            </a:r>
            <a:r>
              <a:rPr lang="es-ES" sz="2000" dirty="0" err="1">
                <a:latin typeface="+mj-lt"/>
              </a:rPr>
              <a:t>weight</a:t>
            </a:r>
            <a:r>
              <a:rPr lang="es-ES" sz="2000" dirty="0">
                <a:latin typeface="+mj-lt"/>
              </a:rPr>
              <a:t> </a:t>
            </a:r>
            <a:r>
              <a:rPr lang="es-ES" sz="2000" dirty="0" err="1">
                <a:latin typeface="+mj-lt"/>
              </a:rPr>
              <a:t>update</a:t>
            </a:r>
            <a:r>
              <a:rPr lang="es-ES" sz="2000" dirty="0">
                <a:latin typeface="+mj-lt"/>
              </a:rPr>
              <a:t> rule as </a:t>
            </a:r>
            <a:r>
              <a:rPr lang="es-ES" sz="2000" dirty="0" err="1">
                <a:latin typeface="+mj-lt"/>
              </a:rPr>
              <a:t>follows</a:t>
            </a:r>
            <a:r>
              <a:rPr lang="es-ES" sz="2000" dirty="0">
                <a:latin typeface="+mj-lt"/>
              </a:rPr>
              <a:t>:</a:t>
            </a:r>
          </a:p>
        </p:txBody>
      </p:sp>
      <p:pic>
        <p:nvPicPr>
          <p:cNvPr id="30" name="Imagen 29">
            <a:extLst>
              <a:ext uri="{FF2B5EF4-FFF2-40B4-BE49-F238E27FC236}">
                <a16:creationId xmlns:a16="http://schemas.microsoft.com/office/drawing/2014/main" id="{E4A28C04-BCA8-3D28-D002-3A9F4704AD0A}"/>
              </a:ext>
            </a:extLst>
          </p:cNvPr>
          <p:cNvPicPr>
            <a:picLocks noChangeAspect="1"/>
          </p:cNvPicPr>
          <p:nvPr/>
        </p:nvPicPr>
        <p:blipFill>
          <a:blip r:embed="rId8"/>
          <a:stretch>
            <a:fillRect/>
          </a:stretch>
        </p:blipFill>
        <p:spPr>
          <a:xfrm>
            <a:off x="6094501" y="1290637"/>
            <a:ext cx="2324100" cy="2562225"/>
          </a:xfrm>
          <a:prstGeom prst="rect">
            <a:avLst/>
          </a:prstGeom>
        </p:spPr>
      </p:pic>
    </p:spTree>
    <p:extLst>
      <p:ext uri="{BB962C8B-B14F-4D97-AF65-F5344CB8AC3E}">
        <p14:creationId xmlns:p14="http://schemas.microsoft.com/office/powerpoint/2010/main" val="388467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B66D-1398-8F8C-CA51-6BFBDADF48E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491301E-912E-93B0-23E3-31E2DB9E555E}"/>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FA13A29-9587-05DC-3C85-5557450BDF7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56F9BEA4-A586-9D87-9502-C1BEED6CB12F}"/>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680F901A-2178-EC88-F56B-68FDAA9A48E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387C011C-B37E-09E7-F149-DD610E5D7479}"/>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0CE86359-0AEC-DB43-92EC-9F49805E49F6}"/>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0D9FFF81-A4E3-1448-2B6E-322395C5A03B}"/>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715F303E-197B-5C78-856C-3E5E938B8903}"/>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DB8C1EF8-FB31-8E37-AD8F-9085FD4F983C}"/>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DBF52F29-56EB-1560-5E09-A28B57D70CC7}"/>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DD88CD77-8C89-E4A7-FEDF-A2932A6CFC02}"/>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AD871C5C-89DD-5640-FB8B-D08956E6B478}"/>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2131A7E5-42EF-EAC4-8F49-A905B7C54E2E}"/>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3415CCC0-8FD9-3BB6-872D-20FE1B5AEB04}"/>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849AFF79-7150-A2A2-BDC3-DA2E4E5BF5A3}"/>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7EF07A4F-4E7A-17D4-F0FC-2DC2974B5D10}"/>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89963476-B40F-694F-28E5-0A0AEFF850DA}"/>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B0435529-5291-0214-2886-95B3A29C501B}"/>
              </a:ext>
            </a:extLst>
          </p:cNvPr>
          <p:cNvPicPr>
            <a:picLocks noChangeAspect="1"/>
          </p:cNvPicPr>
          <p:nvPr/>
        </p:nvPicPr>
        <p:blipFill>
          <a:blip r:embed="rId5"/>
          <a:stretch>
            <a:fillRect/>
          </a:stretch>
        </p:blipFill>
        <p:spPr>
          <a:xfrm>
            <a:off x="4869176" y="2217419"/>
            <a:ext cx="8" cy="1"/>
          </a:xfrm>
          <a:prstGeom prst="rect">
            <a:avLst/>
          </a:prstGeom>
        </p:spPr>
      </p:pic>
      <p:pic>
        <p:nvPicPr>
          <p:cNvPr id="25" name="Imagen 24">
            <a:extLst>
              <a:ext uri="{FF2B5EF4-FFF2-40B4-BE49-F238E27FC236}">
                <a16:creationId xmlns:a16="http://schemas.microsoft.com/office/drawing/2014/main" id="{29B83E51-EC7D-8474-C6EB-244EC56574DA}"/>
              </a:ext>
            </a:extLst>
          </p:cNvPr>
          <p:cNvPicPr>
            <a:picLocks noChangeAspect="1"/>
          </p:cNvPicPr>
          <p:nvPr/>
        </p:nvPicPr>
        <p:blipFill>
          <a:blip r:embed="rId2"/>
          <a:stretch>
            <a:fillRect/>
          </a:stretch>
        </p:blipFill>
        <p:spPr>
          <a:xfrm>
            <a:off x="5897871" y="2523109"/>
            <a:ext cx="17" cy="13"/>
          </a:xfrm>
          <a:prstGeom prst="rect">
            <a:avLst/>
          </a:prstGeom>
        </p:spPr>
      </p:pic>
      <p:pic>
        <p:nvPicPr>
          <p:cNvPr id="26" name="Imagen 25">
            <a:extLst>
              <a:ext uri="{FF2B5EF4-FFF2-40B4-BE49-F238E27FC236}">
                <a16:creationId xmlns:a16="http://schemas.microsoft.com/office/drawing/2014/main" id="{45C61772-BC8B-B1F2-D5CF-73C1301ED199}"/>
              </a:ext>
            </a:extLst>
          </p:cNvPr>
          <p:cNvPicPr>
            <a:picLocks noChangeAspect="1"/>
          </p:cNvPicPr>
          <p:nvPr/>
        </p:nvPicPr>
        <p:blipFill>
          <a:blip r:embed="rId3"/>
          <a:stretch>
            <a:fillRect/>
          </a:stretch>
        </p:blipFill>
        <p:spPr>
          <a:xfrm>
            <a:off x="5896381" y="2521535"/>
            <a:ext cx="2997" cy="3161"/>
          </a:xfrm>
          <a:prstGeom prst="rect">
            <a:avLst/>
          </a:prstGeom>
        </p:spPr>
      </p:pic>
      <p:pic>
        <p:nvPicPr>
          <p:cNvPr id="120" name="Imagen 119">
            <a:extLst>
              <a:ext uri="{FF2B5EF4-FFF2-40B4-BE49-F238E27FC236}">
                <a16:creationId xmlns:a16="http://schemas.microsoft.com/office/drawing/2014/main" id="{A95263AB-85A8-E979-052B-BEDF62213451}"/>
              </a:ext>
            </a:extLst>
          </p:cNvPr>
          <p:cNvPicPr>
            <a:picLocks noChangeAspect="1"/>
          </p:cNvPicPr>
          <p:nvPr/>
        </p:nvPicPr>
        <p:blipFill>
          <a:blip r:embed="rId4"/>
          <a:stretch>
            <a:fillRect/>
          </a:stretch>
        </p:blipFill>
        <p:spPr>
          <a:xfrm>
            <a:off x="5897875" y="2523115"/>
            <a:ext cx="9" cy="2"/>
          </a:xfrm>
          <a:prstGeom prst="rect">
            <a:avLst/>
          </a:prstGeom>
        </p:spPr>
      </p:pic>
      <p:pic>
        <p:nvPicPr>
          <p:cNvPr id="121" name="Imagen 120">
            <a:extLst>
              <a:ext uri="{FF2B5EF4-FFF2-40B4-BE49-F238E27FC236}">
                <a16:creationId xmlns:a16="http://schemas.microsoft.com/office/drawing/2014/main" id="{12282165-2C03-B46A-D7F0-1E783BBCDCA8}"/>
              </a:ext>
            </a:extLst>
          </p:cNvPr>
          <p:cNvPicPr>
            <a:picLocks noChangeAspect="1"/>
          </p:cNvPicPr>
          <p:nvPr/>
        </p:nvPicPr>
        <p:blipFill>
          <a:blip r:embed="rId5"/>
          <a:stretch>
            <a:fillRect/>
          </a:stretch>
        </p:blipFill>
        <p:spPr>
          <a:xfrm>
            <a:off x="5897876" y="2523115"/>
            <a:ext cx="8" cy="1"/>
          </a:xfrm>
          <a:prstGeom prst="rect">
            <a:avLst/>
          </a:prstGeom>
        </p:spPr>
      </p:pic>
      <p:pic>
        <p:nvPicPr>
          <p:cNvPr id="125" name="Imagen 124">
            <a:extLst>
              <a:ext uri="{FF2B5EF4-FFF2-40B4-BE49-F238E27FC236}">
                <a16:creationId xmlns:a16="http://schemas.microsoft.com/office/drawing/2014/main" id="{76EE585B-B07C-9537-1C8D-BF0A59CE9303}"/>
              </a:ext>
            </a:extLst>
          </p:cNvPr>
          <p:cNvPicPr>
            <a:picLocks noChangeAspect="1"/>
          </p:cNvPicPr>
          <p:nvPr/>
        </p:nvPicPr>
        <p:blipFill>
          <a:blip r:embed="rId6"/>
          <a:stretch>
            <a:fillRect/>
          </a:stretch>
        </p:blipFill>
        <p:spPr>
          <a:xfrm>
            <a:off x="5897877" y="2523114"/>
            <a:ext cx="6" cy="4"/>
          </a:xfrm>
          <a:prstGeom prst="rect">
            <a:avLst/>
          </a:prstGeom>
        </p:spPr>
      </p:pic>
      <p:pic>
        <p:nvPicPr>
          <p:cNvPr id="19" name="Imagen 18">
            <a:extLst>
              <a:ext uri="{FF2B5EF4-FFF2-40B4-BE49-F238E27FC236}">
                <a16:creationId xmlns:a16="http://schemas.microsoft.com/office/drawing/2014/main" id="{328D37B5-1AA8-6F75-F9CF-DD59D6224D17}"/>
              </a:ext>
            </a:extLst>
          </p:cNvPr>
          <p:cNvPicPr>
            <a:picLocks noChangeAspect="1"/>
          </p:cNvPicPr>
          <p:nvPr/>
        </p:nvPicPr>
        <p:blipFill>
          <a:blip r:embed="rId2"/>
          <a:stretch>
            <a:fillRect/>
          </a:stretch>
        </p:blipFill>
        <p:spPr>
          <a:xfrm>
            <a:off x="5890251" y="3002639"/>
            <a:ext cx="17" cy="13"/>
          </a:xfrm>
          <a:prstGeom prst="rect">
            <a:avLst/>
          </a:prstGeom>
        </p:spPr>
      </p:pic>
      <p:pic>
        <p:nvPicPr>
          <p:cNvPr id="21" name="Imagen 20">
            <a:extLst>
              <a:ext uri="{FF2B5EF4-FFF2-40B4-BE49-F238E27FC236}">
                <a16:creationId xmlns:a16="http://schemas.microsoft.com/office/drawing/2014/main" id="{66379D98-3CBA-E511-1A28-5A1D19264977}"/>
              </a:ext>
            </a:extLst>
          </p:cNvPr>
          <p:cNvPicPr>
            <a:picLocks noChangeAspect="1"/>
          </p:cNvPicPr>
          <p:nvPr/>
        </p:nvPicPr>
        <p:blipFill>
          <a:blip r:embed="rId3"/>
          <a:stretch>
            <a:fillRect/>
          </a:stretch>
        </p:blipFill>
        <p:spPr>
          <a:xfrm>
            <a:off x="5888761" y="3001065"/>
            <a:ext cx="2997" cy="3161"/>
          </a:xfrm>
          <a:prstGeom prst="rect">
            <a:avLst/>
          </a:prstGeom>
        </p:spPr>
      </p:pic>
      <p:pic>
        <p:nvPicPr>
          <p:cNvPr id="22" name="Imagen 21">
            <a:extLst>
              <a:ext uri="{FF2B5EF4-FFF2-40B4-BE49-F238E27FC236}">
                <a16:creationId xmlns:a16="http://schemas.microsoft.com/office/drawing/2014/main" id="{7D25EAC2-58BA-EF62-118E-175552B5F576}"/>
              </a:ext>
            </a:extLst>
          </p:cNvPr>
          <p:cNvPicPr>
            <a:picLocks noChangeAspect="1"/>
          </p:cNvPicPr>
          <p:nvPr/>
        </p:nvPicPr>
        <p:blipFill>
          <a:blip r:embed="rId4"/>
          <a:stretch>
            <a:fillRect/>
          </a:stretch>
        </p:blipFill>
        <p:spPr>
          <a:xfrm>
            <a:off x="5890255" y="3002645"/>
            <a:ext cx="9" cy="2"/>
          </a:xfrm>
          <a:prstGeom prst="rect">
            <a:avLst/>
          </a:prstGeom>
        </p:spPr>
      </p:pic>
      <p:pic>
        <p:nvPicPr>
          <p:cNvPr id="24" name="Imagen 23">
            <a:extLst>
              <a:ext uri="{FF2B5EF4-FFF2-40B4-BE49-F238E27FC236}">
                <a16:creationId xmlns:a16="http://schemas.microsoft.com/office/drawing/2014/main" id="{6B7938AF-EB3B-1CA8-A41F-5014310792BF}"/>
              </a:ext>
            </a:extLst>
          </p:cNvPr>
          <p:cNvPicPr>
            <a:picLocks noChangeAspect="1"/>
          </p:cNvPicPr>
          <p:nvPr/>
        </p:nvPicPr>
        <p:blipFill>
          <a:blip r:embed="rId5"/>
          <a:stretch>
            <a:fillRect/>
          </a:stretch>
        </p:blipFill>
        <p:spPr>
          <a:xfrm>
            <a:off x="5890256" y="3002645"/>
            <a:ext cx="8" cy="1"/>
          </a:xfrm>
          <a:prstGeom prst="rect">
            <a:avLst/>
          </a:prstGeom>
        </p:spPr>
      </p:pic>
      <p:pic>
        <p:nvPicPr>
          <p:cNvPr id="27" name="Imagen 26">
            <a:extLst>
              <a:ext uri="{FF2B5EF4-FFF2-40B4-BE49-F238E27FC236}">
                <a16:creationId xmlns:a16="http://schemas.microsoft.com/office/drawing/2014/main" id="{62CED640-B998-B22E-4F82-33CF87D1B159}"/>
              </a:ext>
            </a:extLst>
          </p:cNvPr>
          <p:cNvPicPr>
            <a:picLocks noChangeAspect="1"/>
          </p:cNvPicPr>
          <p:nvPr/>
        </p:nvPicPr>
        <p:blipFill>
          <a:blip r:embed="rId7"/>
          <a:stretch>
            <a:fillRect/>
          </a:stretch>
        </p:blipFill>
        <p:spPr>
          <a:xfrm>
            <a:off x="5890258" y="740614"/>
            <a:ext cx="3" cy="4524064"/>
          </a:xfrm>
          <a:prstGeom prst="rect">
            <a:avLst/>
          </a:prstGeom>
        </p:spPr>
      </p:pic>
      <p:pic>
        <p:nvPicPr>
          <p:cNvPr id="28" name="Imagen 27">
            <a:extLst>
              <a:ext uri="{FF2B5EF4-FFF2-40B4-BE49-F238E27FC236}">
                <a16:creationId xmlns:a16="http://schemas.microsoft.com/office/drawing/2014/main" id="{C6146679-C03C-5BB3-F594-4F27BFB5BA6B}"/>
              </a:ext>
            </a:extLst>
          </p:cNvPr>
          <p:cNvPicPr>
            <a:picLocks noChangeAspect="1"/>
          </p:cNvPicPr>
          <p:nvPr/>
        </p:nvPicPr>
        <p:blipFill>
          <a:blip r:embed="rId6"/>
          <a:stretch>
            <a:fillRect/>
          </a:stretch>
        </p:blipFill>
        <p:spPr>
          <a:xfrm>
            <a:off x="5890257" y="3002644"/>
            <a:ext cx="6" cy="4"/>
          </a:xfrm>
          <a:prstGeom prst="rect">
            <a:avLst/>
          </a:prstGeom>
        </p:spPr>
      </p:pic>
      <p:pic>
        <p:nvPicPr>
          <p:cNvPr id="18" name="Imagen 17">
            <a:extLst>
              <a:ext uri="{FF2B5EF4-FFF2-40B4-BE49-F238E27FC236}">
                <a16:creationId xmlns:a16="http://schemas.microsoft.com/office/drawing/2014/main" id="{D0647897-4857-D3F5-6521-A6C622D43073}"/>
              </a:ext>
            </a:extLst>
          </p:cNvPr>
          <p:cNvPicPr>
            <a:picLocks noChangeAspect="1"/>
          </p:cNvPicPr>
          <p:nvPr/>
        </p:nvPicPr>
        <p:blipFill>
          <a:blip r:embed="rId2"/>
          <a:stretch>
            <a:fillRect/>
          </a:stretch>
        </p:blipFill>
        <p:spPr>
          <a:xfrm>
            <a:off x="5623503" y="2612818"/>
            <a:ext cx="17" cy="13"/>
          </a:xfrm>
          <a:prstGeom prst="rect">
            <a:avLst/>
          </a:prstGeom>
        </p:spPr>
      </p:pic>
      <p:pic>
        <p:nvPicPr>
          <p:cNvPr id="31" name="Imagen 30">
            <a:extLst>
              <a:ext uri="{FF2B5EF4-FFF2-40B4-BE49-F238E27FC236}">
                <a16:creationId xmlns:a16="http://schemas.microsoft.com/office/drawing/2014/main" id="{3E3DFA05-805F-640B-9F65-39DA5108F803}"/>
              </a:ext>
            </a:extLst>
          </p:cNvPr>
          <p:cNvPicPr>
            <a:picLocks noChangeAspect="1"/>
          </p:cNvPicPr>
          <p:nvPr/>
        </p:nvPicPr>
        <p:blipFill>
          <a:blip r:embed="rId3"/>
          <a:stretch>
            <a:fillRect/>
          </a:stretch>
        </p:blipFill>
        <p:spPr>
          <a:xfrm>
            <a:off x="5622013" y="2611244"/>
            <a:ext cx="2997" cy="3161"/>
          </a:xfrm>
          <a:prstGeom prst="rect">
            <a:avLst/>
          </a:prstGeom>
        </p:spPr>
      </p:pic>
      <p:pic>
        <p:nvPicPr>
          <p:cNvPr id="32" name="Imagen 31">
            <a:extLst>
              <a:ext uri="{FF2B5EF4-FFF2-40B4-BE49-F238E27FC236}">
                <a16:creationId xmlns:a16="http://schemas.microsoft.com/office/drawing/2014/main" id="{2D94E90E-E648-2061-4A9F-534A4ECAB0E1}"/>
              </a:ext>
            </a:extLst>
          </p:cNvPr>
          <p:cNvPicPr>
            <a:picLocks noChangeAspect="1"/>
          </p:cNvPicPr>
          <p:nvPr/>
        </p:nvPicPr>
        <p:blipFill>
          <a:blip r:embed="rId4"/>
          <a:stretch>
            <a:fillRect/>
          </a:stretch>
        </p:blipFill>
        <p:spPr>
          <a:xfrm>
            <a:off x="5623507" y="2612824"/>
            <a:ext cx="9" cy="2"/>
          </a:xfrm>
          <a:prstGeom prst="rect">
            <a:avLst/>
          </a:prstGeom>
        </p:spPr>
      </p:pic>
      <p:pic>
        <p:nvPicPr>
          <p:cNvPr id="33" name="Imagen 32">
            <a:extLst>
              <a:ext uri="{FF2B5EF4-FFF2-40B4-BE49-F238E27FC236}">
                <a16:creationId xmlns:a16="http://schemas.microsoft.com/office/drawing/2014/main" id="{467E291F-7E14-17E3-709B-3A0A40774395}"/>
              </a:ext>
            </a:extLst>
          </p:cNvPr>
          <p:cNvPicPr>
            <a:picLocks noChangeAspect="1"/>
          </p:cNvPicPr>
          <p:nvPr/>
        </p:nvPicPr>
        <p:blipFill>
          <a:blip r:embed="rId5"/>
          <a:stretch>
            <a:fillRect/>
          </a:stretch>
        </p:blipFill>
        <p:spPr>
          <a:xfrm>
            <a:off x="5623508" y="2612824"/>
            <a:ext cx="8" cy="1"/>
          </a:xfrm>
          <a:prstGeom prst="rect">
            <a:avLst/>
          </a:prstGeom>
        </p:spPr>
      </p:pic>
      <p:pic>
        <p:nvPicPr>
          <p:cNvPr id="34" name="Imagen 33">
            <a:extLst>
              <a:ext uri="{FF2B5EF4-FFF2-40B4-BE49-F238E27FC236}">
                <a16:creationId xmlns:a16="http://schemas.microsoft.com/office/drawing/2014/main" id="{F26AE346-98FB-4F17-7CC1-F8532A511100}"/>
              </a:ext>
            </a:extLst>
          </p:cNvPr>
          <p:cNvPicPr>
            <a:picLocks noChangeAspect="1"/>
          </p:cNvPicPr>
          <p:nvPr/>
        </p:nvPicPr>
        <p:blipFill>
          <a:blip r:embed="rId6"/>
          <a:stretch>
            <a:fillRect/>
          </a:stretch>
        </p:blipFill>
        <p:spPr>
          <a:xfrm>
            <a:off x="5623509" y="2612823"/>
            <a:ext cx="6" cy="4"/>
          </a:xfrm>
          <a:prstGeom prst="rect">
            <a:avLst/>
          </a:prstGeom>
        </p:spPr>
      </p:pic>
      <p:sp>
        <p:nvSpPr>
          <p:cNvPr id="35" name="CuadroTexto 34">
            <a:extLst>
              <a:ext uri="{FF2B5EF4-FFF2-40B4-BE49-F238E27FC236}">
                <a16:creationId xmlns:a16="http://schemas.microsoft.com/office/drawing/2014/main" id="{1A62797D-1808-88A1-2A7C-97AE7C5E9E82}"/>
              </a:ext>
            </a:extLst>
          </p:cNvPr>
          <p:cNvSpPr txBox="1"/>
          <p:nvPr/>
        </p:nvSpPr>
        <p:spPr>
          <a:xfrm>
            <a:off x="137112" y="797945"/>
            <a:ext cx="10759440" cy="461665"/>
          </a:xfrm>
          <a:prstGeom prst="rect">
            <a:avLst/>
          </a:prstGeom>
          <a:noFill/>
        </p:spPr>
        <p:txBody>
          <a:bodyPr wrap="square">
            <a:spAutoFit/>
          </a:bodyPr>
          <a:lstStyle/>
          <a:p>
            <a:r>
              <a:rPr lang="es-ES" sz="2400" dirty="0">
                <a:latin typeface="+mj-lt"/>
              </a:rPr>
              <a:t>As </a:t>
            </a:r>
            <a:r>
              <a:rPr lang="es-ES" sz="2400" dirty="0" err="1">
                <a:latin typeface="+mj-lt"/>
              </a:rPr>
              <a:t>we</a:t>
            </a:r>
            <a:r>
              <a:rPr lang="es-ES" sz="2400" dirty="0">
                <a:latin typeface="+mj-lt"/>
              </a:rPr>
              <a:t> </a:t>
            </a:r>
            <a:r>
              <a:rPr lang="es-ES" sz="2400" dirty="0" err="1">
                <a:latin typeface="+mj-lt"/>
              </a:rPr>
              <a:t>have</a:t>
            </a:r>
            <a:r>
              <a:rPr lang="es-ES" sz="2400" dirty="0">
                <a:latin typeface="+mj-lt"/>
              </a:rPr>
              <a:t> </a:t>
            </a:r>
            <a:r>
              <a:rPr lang="es-ES" sz="2400" dirty="0" err="1">
                <a:latin typeface="+mj-lt"/>
              </a:rPr>
              <a:t>learned</a:t>
            </a:r>
            <a:r>
              <a:rPr lang="es-ES" sz="2400" dirty="0">
                <a:latin typeface="+mj-lt"/>
              </a:rPr>
              <a:t>, </a:t>
            </a:r>
            <a:r>
              <a:rPr lang="es-ES" sz="2400" dirty="0" err="1">
                <a:latin typeface="+mj-lt"/>
              </a:rPr>
              <a:t>the</a:t>
            </a:r>
            <a:r>
              <a:rPr lang="es-ES" sz="2400" dirty="0">
                <a:latin typeface="+mj-lt"/>
              </a:rPr>
              <a:t> </a:t>
            </a:r>
            <a:r>
              <a:rPr lang="es-ES" sz="2400" dirty="0" err="1">
                <a:latin typeface="+mj-lt"/>
              </a:rPr>
              <a:t>loss</a:t>
            </a:r>
            <a:r>
              <a:rPr lang="es-ES" sz="2400" dirty="0">
                <a:latin typeface="+mj-lt"/>
              </a:rPr>
              <a:t> </a:t>
            </a:r>
            <a:r>
              <a:rPr lang="es-ES" sz="2400" b="1" i="1" dirty="0">
                <a:latin typeface="+mj-lt"/>
              </a:rPr>
              <a:t>L</a:t>
            </a:r>
            <a:r>
              <a:rPr lang="es-ES" sz="2400" dirty="0">
                <a:latin typeface="+mj-lt"/>
              </a:rPr>
              <a:t> at a time step </a:t>
            </a:r>
            <a:r>
              <a:rPr lang="es-ES" sz="2400" b="1" i="1" dirty="0">
                <a:latin typeface="+mj-lt"/>
              </a:rPr>
              <a:t>t</a:t>
            </a:r>
            <a:r>
              <a:rPr lang="es-ES" sz="2400" dirty="0">
                <a:latin typeface="+mj-lt"/>
              </a:rPr>
              <a:t> can be </a:t>
            </a:r>
            <a:r>
              <a:rPr lang="es-ES" sz="2400" dirty="0" err="1">
                <a:latin typeface="+mj-lt"/>
              </a:rPr>
              <a:t>given</a:t>
            </a:r>
            <a:r>
              <a:rPr lang="es-ES" sz="2400" dirty="0">
                <a:latin typeface="+mj-lt"/>
              </a:rPr>
              <a:t> as </a:t>
            </a:r>
            <a:r>
              <a:rPr lang="es-ES" sz="2400" dirty="0" err="1">
                <a:latin typeface="+mj-lt"/>
              </a:rPr>
              <a:t>follows</a:t>
            </a:r>
            <a:r>
              <a:rPr lang="es-ES" sz="2400" dirty="0">
                <a:latin typeface="+mj-lt"/>
              </a:rPr>
              <a:t>:</a:t>
            </a:r>
          </a:p>
        </p:txBody>
      </p:sp>
      <p:pic>
        <p:nvPicPr>
          <p:cNvPr id="36" name="Imagen 35">
            <a:extLst>
              <a:ext uri="{FF2B5EF4-FFF2-40B4-BE49-F238E27FC236}">
                <a16:creationId xmlns:a16="http://schemas.microsoft.com/office/drawing/2014/main" id="{3DA17738-085D-33B8-C93E-AF050E3AF829}"/>
              </a:ext>
            </a:extLst>
          </p:cNvPr>
          <p:cNvPicPr>
            <a:picLocks noChangeAspect="1"/>
          </p:cNvPicPr>
          <p:nvPr/>
        </p:nvPicPr>
        <p:blipFill>
          <a:blip r:embed="rId8"/>
          <a:stretch>
            <a:fillRect/>
          </a:stretch>
        </p:blipFill>
        <p:spPr>
          <a:xfrm>
            <a:off x="3253743" y="1642839"/>
            <a:ext cx="2238375" cy="533400"/>
          </a:xfrm>
          <a:prstGeom prst="rect">
            <a:avLst/>
          </a:prstGeom>
        </p:spPr>
      </p:pic>
      <p:sp>
        <p:nvSpPr>
          <p:cNvPr id="37" name="CuadroTexto 36">
            <a:extLst>
              <a:ext uri="{FF2B5EF4-FFF2-40B4-BE49-F238E27FC236}">
                <a16:creationId xmlns:a16="http://schemas.microsoft.com/office/drawing/2014/main" id="{9BC63AAE-966B-B281-0001-46BEBFBDBBD4}"/>
              </a:ext>
            </a:extLst>
          </p:cNvPr>
          <p:cNvSpPr txBox="1"/>
          <p:nvPr/>
        </p:nvSpPr>
        <p:spPr>
          <a:xfrm>
            <a:off x="137112" y="2536140"/>
            <a:ext cx="7817205" cy="461665"/>
          </a:xfrm>
          <a:prstGeom prst="rect">
            <a:avLst/>
          </a:prstGeom>
          <a:noFill/>
        </p:spPr>
        <p:txBody>
          <a:bodyPr wrap="square">
            <a:spAutoFit/>
          </a:bodyPr>
          <a:lstStyle/>
          <a:p>
            <a:r>
              <a:rPr lang="es-ES" sz="2400" dirty="0" err="1">
                <a:latin typeface="+mj-lt"/>
              </a:rPr>
              <a:t>Thus</a:t>
            </a:r>
            <a:r>
              <a:rPr lang="es-ES" sz="2400" dirty="0">
                <a:latin typeface="+mj-lt"/>
              </a:rPr>
              <a:t>, </a:t>
            </a:r>
            <a:r>
              <a:rPr lang="es-ES" sz="2400" dirty="0" err="1">
                <a:latin typeface="+mj-lt"/>
              </a:rPr>
              <a:t>the</a:t>
            </a:r>
            <a:r>
              <a:rPr lang="es-ES" sz="2400" dirty="0">
                <a:latin typeface="+mj-lt"/>
              </a:rPr>
              <a:t> </a:t>
            </a:r>
            <a:r>
              <a:rPr lang="es-ES" sz="2400" dirty="0" err="1">
                <a:latin typeface="+mj-lt"/>
              </a:rPr>
              <a:t>gradient</a:t>
            </a:r>
            <a:r>
              <a:rPr lang="es-ES" sz="2400" dirty="0">
                <a:latin typeface="+mj-lt"/>
              </a:rPr>
              <a:t> </a:t>
            </a:r>
            <a:r>
              <a:rPr lang="es-ES" sz="2400" dirty="0" err="1">
                <a:latin typeface="+mj-lt"/>
              </a:rPr>
              <a:t>of</a:t>
            </a:r>
            <a:r>
              <a:rPr lang="es-ES" sz="2400" dirty="0">
                <a:latin typeface="+mj-lt"/>
              </a:rPr>
              <a:t> </a:t>
            </a:r>
            <a:r>
              <a:rPr lang="es-ES" sz="2400" dirty="0" err="1">
                <a:latin typeface="+mj-lt"/>
              </a:rPr>
              <a:t>the</a:t>
            </a:r>
            <a:r>
              <a:rPr lang="es-ES" sz="2400" dirty="0">
                <a:latin typeface="+mj-lt"/>
              </a:rPr>
              <a:t> los </a:t>
            </a:r>
            <a:r>
              <a:rPr lang="es-ES" sz="2400" b="1" i="1" dirty="0">
                <a:latin typeface="+mj-lt"/>
              </a:rPr>
              <a:t>L</a:t>
            </a:r>
            <a:r>
              <a:rPr lang="es-ES" sz="2400" dirty="0">
                <a:latin typeface="+mj-lt"/>
              </a:rPr>
              <a:t> </a:t>
            </a:r>
            <a:r>
              <a:rPr lang="es-ES" sz="2400" dirty="0" err="1">
                <a:latin typeface="+mj-lt"/>
              </a:rPr>
              <a:t>with</a:t>
            </a:r>
            <a:r>
              <a:rPr lang="es-ES" sz="2400" dirty="0">
                <a:latin typeface="+mj-lt"/>
              </a:rPr>
              <a:t> </a:t>
            </a:r>
            <a:r>
              <a:rPr lang="es-ES" sz="2400" dirty="0" err="1">
                <a:latin typeface="+mj-lt"/>
              </a:rPr>
              <a:t>respect</a:t>
            </a:r>
            <a:r>
              <a:rPr lang="es-ES" sz="2400" dirty="0">
                <a:latin typeface="+mj-lt"/>
              </a:rPr>
              <a:t> </a:t>
            </a:r>
            <a:r>
              <a:rPr lang="es-ES" sz="2400" dirty="0" err="1">
                <a:latin typeface="+mj-lt"/>
              </a:rPr>
              <a:t>to</a:t>
            </a:r>
            <a:r>
              <a:rPr lang="es-ES" sz="2400" dirty="0">
                <a:latin typeface="+mj-lt"/>
              </a:rPr>
              <a:t>       </a:t>
            </a:r>
            <a:r>
              <a:rPr lang="es-ES" sz="2400" dirty="0" err="1">
                <a:latin typeface="+mj-lt"/>
              </a:rPr>
              <a:t>becomes</a:t>
            </a:r>
            <a:r>
              <a:rPr lang="es-ES" sz="2400" dirty="0">
                <a:latin typeface="+mj-lt"/>
              </a:rPr>
              <a:t>:</a:t>
            </a:r>
          </a:p>
        </p:txBody>
      </p:sp>
      <p:pic>
        <p:nvPicPr>
          <p:cNvPr id="38" name="Imagen 37">
            <a:extLst>
              <a:ext uri="{FF2B5EF4-FFF2-40B4-BE49-F238E27FC236}">
                <a16:creationId xmlns:a16="http://schemas.microsoft.com/office/drawing/2014/main" id="{1F3733AC-A35C-90A1-37B5-B715A57AC8EF}"/>
              </a:ext>
            </a:extLst>
          </p:cNvPr>
          <p:cNvPicPr>
            <a:picLocks noChangeAspect="1"/>
          </p:cNvPicPr>
          <p:nvPr/>
        </p:nvPicPr>
        <p:blipFill>
          <a:blip r:embed="rId9"/>
          <a:stretch>
            <a:fillRect/>
          </a:stretch>
        </p:blipFill>
        <p:spPr>
          <a:xfrm>
            <a:off x="5815728" y="2512030"/>
            <a:ext cx="390525" cy="485775"/>
          </a:xfrm>
          <a:prstGeom prst="rect">
            <a:avLst/>
          </a:prstGeom>
        </p:spPr>
      </p:pic>
      <p:pic>
        <p:nvPicPr>
          <p:cNvPr id="39" name="Imagen 38">
            <a:extLst>
              <a:ext uri="{FF2B5EF4-FFF2-40B4-BE49-F238E27FC236}">
                <a16:creationId xmlns:a16="http://schemas.microsoft.com/office/drawing/2014/main" id="{7CB406A2-4664-11C0-9B05-8237FD875CDF}"/>
              </a:ext>
            </a:extLst>
          </p:cNvPr>
          <p:cNvPicPr>
            <a:picLocks noChangeAspect="1"/>
          </p:cNvPicPr>
          <p:nvPr/>
        </p:nvPicPr>
        <p:blipFill>
          <a:blip r:embed="rId10"/>
          <a:stretch>
            <a:fillRect/>
          </a:stretch>
        </p:blipFill>
        <p:spPr>
          <a:xfrm>
            <a:off x="3489011" y="3357706"/>
            <a:ext cx="1514475" cy="762000"/>
          </a:xfrm>
          <a:prstGeom prst="rect">
            <a:avLst/>
          </a:prstGeom>
        </p:spPr>
      </p:pic>
    </p:spTree>
    <p:extLst>
      <p:ext uri="{BB962C8B-B14F-4D97-AF65-F5344CB8AC3E}">
        <p14:creationId xmlns:p14="http://schemas.microsoft.com/office/powerpoint/2010/main" val="68390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AF26D-C8FE-3672-DEBD-773A0A2957AC}"/>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3B13284-7B28-9646-35F7-FE97D025F103}"/>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6C6CB265-B43F-1529-2953-7145B792556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AAE76797-7350-30A8-CBF8-DDABCC89410B}"/>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3987198A-41BC-61D5-22A7-42C2D6E9642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434B4493-974A-0795-BDAD-9B1BD41437DC}"/>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4E52F1B2-4398-BE1C-D2D2-AB8743481FCB}"/>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E761CF42-C57E-7F12-2F87-12F20D84851B}"/>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E57CA5BE-86CB-B1CF-BDFE-4DC982363748}"/>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5A88DE21-D05F-7D2E-C6DE-3DDE04F787C3}"/>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AEE1AC47-041E-01AE-F725-A02EF90FF9C3}"/>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F5EACA2A-1E3C-017E-612E-E7A02819DCF7}"/>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58FB56AB-AA99-F30A-1FB6-82388A2347D0}"/>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4974A5AB-FC0A-55E5-4E54-33E129980ED4}"/>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00EF70C8-524E-61DC-6109-AC3C380BBC44}"/>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2B5353B8-84CA-BB23-6DEF-42F907A5D5B0}"/>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F4254362-2D8A-19E8-C975-F0B018F9A6D5}"/>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10ED36F9-9B01-3237-422A-DA9DE8428456}"/>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1CFC8CC5-B335-9BA8-F2A7-88399AEA6171}"/>
              </a:ext>
            </a:extLst>
          </p:cNvPr>
          <p:cNvPicPr>
            <a:picLocks noChangeAspect="1"/>
          </p:cNvPicPr>
          <p:nvPr/>
        </p:nvPicPr>
        <p:blipFill>
          <a:blip r:embed="rId5"/>
          <a:stretch>
            <a:fillRect/>
          </a:stretch>
        </p:blipFill>
        <p:spPr>
          <a:xfrm>
            <a:off x="4869176" y="2217419"/>
            <a:ext cx="8" cy="1"/>
          </a:xfrm>
          <a:prstGeom prst="rect">
            <a:avLst/>
          </a:prstGeom>
        </p:spPr>
      </p:pic>
      <p:pic>
        <p:nvPicPr>
          <p:cNvPr id="25" name="Imagen 24">
            <a:extLst>
              <a:ext uri="{FF2B5EF4-FFF2-40B4-BE49-F238E27FC236}">
                <a16:creationId xmlns:a16="http://schemas.microsoft.com/office/drawing/2014/main" id="{477DF529-05B6-4414-A6A9-4144EA1DFE66}"/>
              </a:ext>
            </a:extLst>
          </p:cNvPr>
          <p:cNvPicPr>
            <a:picLocks noChangeAspect="1"/>
          </p:cNvPicPr>
          <p:nvPr/>
        </p:nvPicPr>
        <p:blipFill>
          <a:blip r:embed="rId2"/>
          <a:stretch>
            <a:fillRect/>
          </a:stretch>
        </p:blipFill>
        <p:spPr>
          <a:xfrm>
            <a:off x="5897871" y="2523109"/>
            <a:ext cx="17" cy="13"/>
          </a:xfrm>
          <a:prstGeom prst="rect">
            <a:avLst/>
          </a:prstGeom>
        </p:spPr>
      </p:pic>
      <p:pic>
        <p:nvPicPr>
          <p:cNvPr id="26" name="Imagen 25">
            <a:extLst>
              <a:ext uri="{FF2B5EF4-FFF2-40B4-BE49-F238E27FC236}">
                <a16:creationId xmlns:a16="http://schemas.microsoft.com/office/drawing/2014/main" id="{1F6CA5C6-C011-D5B9-77A0-299EBA82F6FC}"/>
              </a:ext>
            </a:extLst>
          </p:cNvPr>
          <p:cNvPicPr>
            <a:picLocks noChangeAspect="1"/>
          </p:cNvPicPr>
          <p:nvPr/>
        </p:nvPicPr>
        <p:blipFill>
          <a:blip r:embed="rId3"/>
          <a:stretch>
            <a:fillRect/>
          </a:stretch>
        </p:blipFill>
        <p:spPr>
          <a:xfrm>
            <a:off x="5896381" y="2521535"/>
            <a:ext cx="2997" cy="3161"/>
          </a:xfrm>
          <a:prstGeom prst="rect">
            <a:avLst/>
          </a:prstGeom>
        </p:spPr>
      </p:pic>
      <p:pic>
        <p:nvPicPr>
          <p:cNvPr id="120" name="Imagen 119">
            <a:extLst>
              <a:ext uri="{FF2B5EF4-FFF2-40B4-BE49-F238E27FC236}">
                <a16:creationId xmlns:a16="http://schemas.microsoft.com/office/drawing/2014/main" id="{C1B184F4-54C6-E1A7-2F0E-24DA2ABCFF91}"/>
              </a:ext>
            </a:extLst>
          </p:cNvPr>
          <p:cNvPicPr>
            <a:picLocks noChangeAspect="1"/>
          </p:cNvPicPr>
          <p:nvPr/>
        </p:nvPicPr>
        <p:blipFill>
          <a:blip r:embed="rId4"/>
          <a:stretch>
            <a:fillRect/>
          </a:stretch>
        </p:blipFill>
        <p:spPr>
          <a:xfrm>
            <a:off x="5897875" y="2523115"/>
            <a:ext cx="9" cy="2"/>
          </a:xfrm>
          <a:prstGeom prst="rect">
            <a:avLst/>
          </a:prstGeom>
        </p:spPr>
      </p:pic>
      <p:pic>
        <p:nvPicPr>
          <p:cNvPr id="121" name="Imagen 120">
            <a:extLst>
              <a:ext uri="{FF2B5EF4-FFF2-40B4-BE49-F238E27FC236}">
                <a16:creationId xmlns:a16="http://schemas.microsoft.com/office/drawing/2014/main" id="{5DCED8B3-76FB-26B0-241E-E65B6D25E751}"/>
              </a:ext>
            </a:extLst>
          </p:cNvPr>
          <p:cNvPicPr>
            <a:picLocks noChangeAspect="1"/>
          </p:cNvPicPr>
          <p:nvPr/>
        </p:nvPicPr>
        <p:blipFill>
          <a:blip r:embed="rId5"/>
          <a:stretch>
            <a:fillRect/>
          </a:stretch>
        </p:blipFill>
        <p:spPr>
          <a:xfrm>
            <a:off x="5897876" y="2523115"/>
            <a:ext cx="8" cy="1"/>
          </a:xfrm>
          <a:prstGeom prst="rect">
            <a:avLst/>
          </a:prstGeom>
        </p:spPr>
      </p:pic>
      <p:pic>
        <p:nvPicPr>
          <p:cNvPr id="125" name="Imagen 124">
            <a:extLst>
              <a:ext uri="{FF2B5EF4-FFF2-40B4-BE49-F238E27FC236}">
                <a16:creationId xmlns:a16="http://schemas.microsoft.com/office/drawing/2014/main" id="{A4AB8E99-ABA8-48EE-90DE-7E04004B0A1A}"/>
              </a:ext>
            </a:extLst>
          </p:cNvPr>
          <p:cNvPicPr>
            <a:picLocks noChangeAspect="1"/>
          </p:cNvPicPr>
          <p:nvPr/>
        </p:nvPicPr>
        <p:blipFill>
          <a:blip r:embed="rId6"/>
          <a:stretch>
            <a:fillRect/>
          </a:stretch>
        </p:blipFill>
        <p:spPr>
          <a:xfrm>
            <a:off x="5897877" y="2523114"/>
            <a:ext cx="6" cy="4"/>
          </a:xfrm>
          <a:prstGeom prst="rect">
            <a:avLst/>
          </a:prstGeom>
        </p:spPr>
      </p:pic>
      <p:pic>
        <p:nvPicPr>
          <p:cNvPr id="19" name="Imagen 18">
            <a:extLst>
              <a:ext uri="{FF2B5EF4-FFF2-40B4-BE49-F238E27FC236}">
                <a16:creationId xmlns:a16="http://schemas.microsoft.com/office/drawing/2014/main" id="{299A78F1-B75C-DF30-93C5-8DE299C35F82}"/>
              </a:ext>
            </a:extLst>
          </p:cNvPr>
          <p:cNvPicPr>
            <a:picLocks noChangeAspect="1"/>
          </p:cNvPicPr>
          <p:nvPr/>
        </p:nvPicPr>
        <p:blipFill>
          <a:blip r:embed="rId2"/>
          <a:stretch>
            <a:fillRect/>
          </a:stretch>
        </p:blipFill>
        <p:spPr>
          <a:xfrm>
            <a:off x="5890251" y="3002639"/>
            <a:ext cx="17" cy="13"/>
          </a:xfrm>
          <a:prstGeom prst="rect">
            <a:avLst/>
          </a:prstGeom>
        </p:spPr>
      </p:pic>
      <p:pic>
        <p:nvPicPr>
          <p:cNvPr id="21" name="Imagen 20">
            <a:extLst>
              <a:ext uri="{FF2B5EF4-FFF2-40B4-BE49-F238E27FC236}">
                <a16:creationId xmlns:a16="http://schemas.microsoft.com/office/drawing/2014/main" id="{B6E73BC0-5C30-1E1C-8DD9-6F0C4073A5A4}"/>
              </a:ext>
            </a:extLst>
          </p:cNvPr>
          <p:cNvPicPr>
            <a:picLocks noChangeAspect="1"/>
          </p:cNvPicPr>
          <p:nvPr/>
        </p:nvPicPr>
        <p:blipFill>
          <a:blip r:embed="rId3"/>
          <a:stretch>
            <a:fillRect/>
          </a:stretch>
        </p:blipFill>
        <p:spPr>
          <a:xfrm>
            <a:off x="5888761" y="3001065"/>
            <a:ext cx="2997" cy="3161"/>
          </a:xfrm>
          <a:prstGeom prst="rect">
            <a:avLst/>
          </a:prstGeom>
        </p:spPr>
      </p:pic>
      <p:pic>
        <p:nvPicPr>
          <p:cNvPr id="22" name="Imagen 21">
            <a:extLst>
              <a:ext uri="{FF2B5EF4-FFF2-40B4-BE49-F238E27FC236}">
                <a16:creationId xmlns:a16="http://schemas.microsoft.com/office/drawing/2014/main" id="{C6B849F8-3189-4D05-5FA5-010DB0B377E5}"/>
              </a:ext>
            </a:extLst>
          </p:cNvPr>
          <p:cNvPicPr>
            <a:picLocks noChangeAspect="1"/>
          </p:cNvPicPr>
          <p:nvPr/>
        </p:nvPicPr>
        <p:blipFill>
          <a:blip r:embed="rId4"/>
          <a:stretch>
            <a:fillRect/>
          </a:stretch>
        </p:blipFill>
        <p:spPr>
          <a:xfrm>
            <a:off x="5890255" y="3002645"/>
            <a:ext cx="9" cy="2"/>
          </a:xfrm>
          <a:prstGeom prst="rect">
            <a:avLst/>
          </a:prstGeom>
        </p:spPr>
      </p:pic>
      <p:pic>
        <p:nvPicPr>
          <p:cNvPr id="24" name="Imagen 23">
            <a:extLst>
              <a:ext uri="{FF2B5EF4-FFF2-40B4-BE49-F238E27FC236}">
                <a16:creationId xmlns:a16="http://schemas.microsoft.com/office/drawing/2014/main" id="{15D6C252-5AC6-81D9-B6A6-EA3B062CEB04}"/>
              </a:ext>
            </a:extLst>
          </p:cNvPr>
          <p:cNvPicPr>
            <a:picLocks noChangeAspect="1"/>
          </p:cNvPicPr>
          <p:nvPr/>
        </p:nvPicPr>
        <p:blipFill>
          <a:blip r:embed="rId5"/>
          <a:stretch>
            <a:fillRect/>
          </a:stretch>
        </p:blipFill>
        <p:spPr>
          <a:xfrm>
            <a:off x="5890256" y="3002645"/>
            <a:ext cx="8" cy="1"/>
          </a:xfrm>
          <a:prstGeom prst="rect">
            <a:avLst/>
          </a:prstGeom>
        </p:spPr>
      </p:pic>
      <p:pic>
        <p:nvPicPr>
          <p:cNvPr id="27" name="Imagen 26">
            <a:extLst>
              <a:ext uri="{FF2B5EF4-FFF2-40B4-BE49-F238E27FC236}">
                <a16:creationId xmlns:a16="http://schemas.microsoft.com/office/drawing/2014/main" id="{21301C07-9F8D-BE03-4820-A680BD442A73}"/>
              </a:ext>
            </a:extLst>
          </p:cNvPr>
          <p:cNvPicPr>
            <a:picLocks noChangeAspect="1"/>
          </p:cNvPicPr>
          <p:nvPr/>
        </p:nvPicPr>
        <p:blipFill>
          <a:blip r:embed="rId7"/>
          <a:stretch>
            <a:fillRect/>
          </a:stretch>
        </p:blipFill>
        <p:spPr>
          <a:xfrm>
            <a:off x="5890258" y="740614"/>
            <a:ext cx="3" cy="4524064"/>
          </a:xfrm>
          <a:prstGeom prst="rect">
            <a:avLst/>
          </a:prstGeom>
        </p:spPr>
      </p:pic>
      <p:pic>
        <p:nvPicPr>
          <p:cNvPr id="28" name="Imagen 27">
            <a:extLst>
              <a:ext uri="{FF2B5EF4-FFF2-40B4-BE49-F238E27FC236}">
                <a16:creationId xmlns:a16="http://schemas.microsoft.com/office/drawing/2014/main" id="{F92E8C77-7149-BDC4-4673-D83D749DD1CE}"/>
              </a:ext>
            </a:extLst>
          </p:cNvPr>
          <p:cNvPicPr>
            <a:picLocks noChangeAspect="1"/>
          </p:cNvPicPr>
          <p:nvPr/>
        </p:nvPicPr>
        <p:blipFill>
          <a:blip r:embed="rId6"/>
          <a:stretch>
            <a:fillRect/>
          </a:stretch>
        </p:blipFill>
        <p:spPr>
          <a:xfrm>
            <a:off x="5890257" y="3002644"/>
            <a:ext cx="6" cy="4"/>
          </a:xfrm>
          <a:prstGeom prst="rect">
            <a:avLst/>
          </a:prstGeom>
        </p:spPr>
      </p:pic>
      <p:pic>
        <p:nvPicPr>
          <p:cNvPr id="18" name="Imagen 17">
            <a:extLst>
              <a:ext uri="{FF2B5EF4-FFF2-40B4-BE49-F238E27FC236}">
                <a16:creationId xmlns:a16="http://schemas.microsoft.com/office/drawing/2014/main" id="{76B975C5-C810-6897-A138-5377DEA4A2D4}"/>
              </a:ext>
            </a:extLst>
          </p:cNvPr>
          <p:cNvPicPr>
            <a:picLocks noChangeAspect="1"/>
          </p:cNvPicPr>
          <p:nvPr/>
        </p:nvPicPr>
        <p:blipFill>
          <a:blip r:embed="rId2"/>
          <a:stretch>
            <a:fillRect/>
          </a:stretch>
        </p:blipFill>
        <p:spPr>
          <a:xfrm>
            <a:off x="5623503" y="2612818"/>
            <a:ext cx="17" cy="13"/>
          </a:xfrm>
          <a:prstGeom prst="rect">
            <a:avLst/>
          </a:prstGeom>
        </p:spPr>
      </p:pic>
      <p:pic>
        <p:nvPicPr>
          <p:cNvPr id="31" name="Imagen 30">
            <a:extLst>
              <a:ext uri="{FF2B5EF4-FFF2-40B4-BE49-F238E27FC236}">
                <a16:creationId xmlns:a16="http://schemas.microsoft.com/office/drawing/2014/main" id="{1AAA3961-3B85-506F-1D3C-AC4F416083F0}"/>
              </a:ext>
            </a:extLst>
          </p:cNvPr>
          <p:cNvPicPr>
            <a:picLocks noChangeAspect="1"/>
          </p:cNvPicPr>
          <p:nvPr/>
        </p:nvPicPr>
        <p:blipFill>
          <a:blip r:embed="rId3"/>
          <a:stretch>
            <a:fillRect/>
          </a:stretch>
        </p:blipFill>
        <p:spPr>
          <a:xfrm>
            <a:off x="5622013" y="2611244"/>
            <a:ext cx="2997" cy="3161"/>
          </a:xfrm>
          <a:prstGeom prst="rect">
            <a:avLst/>
          </a:prstGeom>
        </p:spPr>
      </p:pic>
      <p:pic>
        <p:nvPicPr>
          <p:cNvPr id="32" name="Imagen 31">
            <a:extLst>
              <a:ext uri="{FF2B5EF4-FFF2-40B4-BE49-F238E27FC236}">
                <a16:creationId xmlns:a16="http://schemas.microsoft.com/office/drawing/2014/main" id="{E4C2207A-F584-244F-42CF-971112D534BA}"/>
              </a:ext>
            </a:extLst>
          </p:cNvPr>
          <p:cNvPicPr>
            <a:picLocks noChangeAspect="1"/>
          </p:cNvPicPr>
          <p:nvPr/>
        </p:nvPicPr>
        <p:blipFill>
          <a:blip r:embed="rId4"/>
          <a:stretch>
            <a:fillRect/>
          </a:stretch>
        </p:blipFill>
        <p:spPr>
          <a:xfrm>
            <a:off x="5623507" y="2612824"/>
            <a:ext cx="9" cy="2"/>
          </a:xfrm>
          <a:prstGeom prst="rect">
            <a:avLst/>
          </a:prstGeom>
        </p:spPr>
      </p:pic>
      <p:pic>
        <p:nvPicPr>
          <p:cNvPr id="33" name="Imagen 32">
            <a:extLst>
              <a:ext uri="{FF2B5EF4-FFF2-40B4-BE49-F238E27FC236}">
                <a16:creationId xmlns:a16="http://schemas.microsoft.com/office/drawing/2014/main" id="{B7D8DFEE-B467-604F-1E9B-95EC6F07CBE3}"/>
              </a:ext>
            </a:extLst>
          </p:cNvPr>
          <p:cNvPicPr>
            <a:picLocks noChangeAspect="1"/>
          </p:cNvPicPr>
          <p:nvPr/>
        </p:nvPicPr>
        <p:blipFill>
          <a:blip r:embed="rId5"/>
          <a:stretch>
            <a:fillRect/>
          </a:stretch>
        </p:blipFill>
        <p:spPr>
          <a:xfrm>
            <a:off x="5623508" y="2612824"/>
            <a:ext cx="8" cy="1"/>
          </a:xfrm>
          <a:prstGeom prst="rect">
            <a:avLst/>
          </a:prstGeom>
        </p:spPr>
      </p:pic>
      <p:pic>
        <p:nvPicPr>
          <p:cNvPr id="34" name="Imagen 33">
            <a:extLst>
              <a:ext uri="{FF2B5EF4-FFF2-40B4-BE49-F238E27FC236}">
                <a16:creationId xmlns:a16="http://schemas.microsoft.com/office/drawing/2014/main" id="{E7424066-345F-27B7-3C95-9C8BB2FCD916}"/>
              </a:ext>
            </a:extLst>
          </p:cNvPr>
          <p:cNvPicPr>
            <a:picLocks noChangeAspect="1"/>
          </p:cNvPicPr>
          <p:nvPr/>
        </p:nvPicPr>
        <p:blipFill>
          <a:blip r:embed="rId6"/>
          <a:stretch>
            <a:fillRect/>
          </a:stretch>
        </p:blipFill>
        <p:spPr>
          <a:xfrm>
            <a:off x="5623509" y="2612823"/>
            <a:ext cx="6" cy="4"/>
          </a:xfrm>
          <a:prstGeom prst="rect">
            <a:avLst/>
          </a:prstGeom>
        </p:spPr>
      </p:pic>
      <p:sp>
        <p:nvSpPr>
          <p:cNvPr id="29" name="CuadroTexto 28">
            <a:extLst>
              <a:ext uri="{FF2B5EF4-FFF2-40B4-BE49-F238E27FC236}">
                <a16:creationId xmlns:a16="http://schemas.microsoft.com/office/drawing/2014/main" id="{7B720B75-182D-7F24-13F3-3FD32938A3A7}"/>
              </a:ext>
            </a:extLst>
          </p:cNvPr>
          <p:cNvSpPr txBox="1"/>
          <p:nvPr/>
        </p:nvSpPr>
        <p:spPr>
          <a:xfrm>
            <a:off x="517431" y="652912"/>
            <a:ext cx="8649686" cy="461665"/>
          </a:xfrm>
          <a:prstGeom prst="rect">
            <a:avLst/>
          </a:prstGeom>
          <a:noFill/>
        </p:spPr>
        <p:txBody>
          <a:bodyPr wrap="square">
            <a:spAutoFit/>
          </a:bodyPr>
          <a:lstStyle/>
          <a:p>
            <a:r>
              <a:rPr lang="es-ES" sz="2400" dirty="0" err="1">
                <a:latin typeface="+mj-lt"/>
              </a:rPr>
              <a:t>First</a:t>
            </a:r>
            <a:r>
              <a:rPr lang="es-ES" sz="2400" dirty="0">
                <a:latin typeface="+mj-lt"/>
              </a:rPr>
              <a:t>, </a:t>
            </a:r>
            <a:r>
              <a:rPr lang="es-ES" sz="2400" dirty="0" err="1">
                <a:latin typeface="+mj-lt"/>
              </a:rPr>
              <a:t>let's</a:t>
            </a:r>
            <a:r>
              <a:rPr lang="es-ES" sz="2400" dirty="0">
                <a:latin typeface="+mj-lt"/>
              </a:rPr>
              <a:t> </a:t>
            </a:r>
            <a:r>
              <a:rPr lang="es-ES" sz="2400" dirty="0" err="1">
                <a:latin typeface="+mj-lt"/>
              </a:rPr>
              <a:t>recap</a:t>
            </a:r>
            <a:r>
              <a:rPr lang="es-ES" sz="2400" dirty="0">
                <a:latin typeface="+mj-lt"/>
              </a:rPr>
              <a:t> </a:t>
            </a:r>
            <a:r>
              <a:rPr lang="es-ES" sz="2400" dirty="0" err="1">
                <a:latin typeface="+mj-lt"/>
              </a:rPr>
              <a:t>the</a:t>
            </a:r>
            <a:r>
              <a:rPr lang="es-ES" sz="2400" dirty="0">
                <a:latin typeface="+mj-lt"/>
              </a:rPr>
              <a:t> </a:t>
            </a:r>
            <a:r>
              <a:rPr lang="es-ES" sz="2400" dirty="0" err="1">
                <a:latin typeface="+mj-lt"/>
              </a:rPr>
              <a:t>steps</a:t>
            </a:r>
            <a:r>
              <a:rPr lang="es-ES" sz="2400" dirty="0">
                <a:latin typeface="+mj-lt"/>
              </a:rPr>
              <a:t> </a:t>
            </a:r>
            <a:r>
              <a:rPr lang="es-ES" sz="2400" dirty="0" err="1">
                <a:latin typeface="+mj-lt"/>
              </a:rPr>
              <a:t>involved</a:t>
            </a:r>
            <a:r>
              <a:rPr lang="es-ES" sz="2400" dirty="0">
                <a:latin typeface="+mj-lt"/>
              </a:rPr>
              <a:t> in </a:t>
            </a:r>
            <a:r>
              <a:rPr lang="es-ES" sz="2400" dirty="0" err="1">
                <a:latin typeface="+mj-lt"/>
              </a:rPr>
              <a:t>the</a:t>
            </a:r>
            <a:r>
              <a:rPr lang="es-ES" sz="2400" dirty="0">
                <a:latin typeface="+mj-lt"/>
              </a:rPr>
              <a:t> forward </a:t>
            </a:r>
            <a:r>
              <a:rPr lang="es-ES" sz="2400" dirty="0" err="1">
                <a:latin typeface="+mj-lt"/>
              </a:rPr>
              <a:t>propagation</a:t>
            </a:r>
            <a:r>
              <a:rPr lang="es-ES" sz="2400" dirty="0">
                <a:latin typeface="+mj-lt"/>
              </a:rPr>
              <a:t>:</a:t>
            </a:r>
          </a:p>
        </p:txBody>
      </p:sp>
      <p:pic>
        <p:nvPicPr>
          <p:cNvPr id="30" name="Imagen 29">
            <a:extLst>
              <a:ext uri="{FF2B5EF4-FFF2-40B4-BE49-F238E27FC236}">
                <a16:creationId xmlns:a16="http://schemas.microsoft.com/office/drawing/2014/main" id="{2F83E794-5E31-D990-92DF-525AB934D024}"/>
              </a:ext>
            </a:extLst>
          </p:cNvPr>
          <p:cNvPicPr>
            <a:picLocks noChangeAspect="1"/>
          </p:cNvPicPr>
          <p:nvPr/>
        </p:nvPicPr>
        <p:blipFill>
          <a:blip r:embed="rId8"/>
          <a:stretch>
            <a:fillRect/>
          </a:stretch>
        </p:blipFill>
        <p:spPr>
          <a:xfrm>
            <a:off x="2724150" y="1509712"/>
            <a:ext cx="3695700" cy="2124075"/>
          </a:xfrm>
          <a:prstGeom prst="rect">
            <a:avLst/>
          </a:prstGeom>
        </p:spPr>
      </p:pic>
    </p:spTree>
    <p:extLst>
      <p:ext uri="{BB962C8B-B14F-4D97-AF65-F5344CB8AC3E}">
        <p14:creationId xmlns:p14="http://schemas.microsoft.com/office/powerpoint/2010/main" val="146828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E1D0-D8B9-E22B-419A-25D559701C8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8F3DFBC-F22E-E808-629F-420CD8BBCD66}"/>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ACB2752F-C90C-5DB7-BD48-466F807A06F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7CB2A95C-AE44-A690-E503-8476562077DF}"/>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E210EB61-ABC9-D016-D5B0-78D148B67E1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9445B57-DC32-ACEF-5035-BBDE02A9CF53}"/>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22FB55D8-20C5-6749-848F-EF66FD3D1097}"/>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CBB60C5E-AFFE-B99C-2807-586E81D34B11}"/>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C300BE7D-5101-E434-7FA2-FFF0EF1848DB}"/>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7AECADE5-A281-F906-948F-8B27FCD5CBB8}"/>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CD9BB2CB-E25E-EBE6-8C5E-861FE32EC75E}"/>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CC94EF5A-8A96-8A4D-780D-E318351D2AAC}"/>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CF99D8FA-353D-2A80-0122-D16059F1FA38}"/>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047ADD7C-73E6-E369-0C67-BE567A7A7351}"/>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59F2418D-ADF1-196A-7596-BD89FA732071}"/>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D7959B16-D614-94EC-13FB-5AE85569D269}"/>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1F54570C-1400-FD74-F33A-72F2DDD7547D}"/>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30DC8872-D445-9B85-FA66-5349229E97EA}"/>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9482CFF1-DAB6-FABF-2BFF-432231FD7630}"/>
              </a:ext>
            </a:extLst>
          </p:cNvPr>
          <p:cNvPicPr>
            <a:picLocks noChangeAspect="1"/>
          </p:cNvPicPr>
          <p:nvPr/>
        </p:nvPicPr>
        <p:blipFill>
          <a:blip r:embed="rId5"/>
          <a:stretch>
            <a:fillRect/>
          </a:stretch>
        </p:blipFill>
        <p:spPr>
          <a:xfrm>
            <a:off x="4869176" y="2217419"/>
            <a:ext cx="8" cy="1"/>
          </a:xfrm>
          <a:prstGeom prst="rect">
            <a:avLst/>
          </a:prstGeom>
        </p:spPr>
      </p:pic>
      <p:pic>
        <p:nvPicPr>
          <p:cNvPr id="25" name="Imagen 24">
            <a:extLst>
              <a:ext uri="{FF2B5EF4-FFF2-40B4-BE49-F238E27FC236}">
                <a16:creationId xmlns:a16="http://schemas.microsoft.com/office/drawing/2014/main" id="{ECF2516D-4D91-628E-2434-C7ABE23B0B6D}"/>
              </a:ext>
            </a:extLst>
          </p:cNvPr>
          <p:cNvPicPr>
            <a:picLocks noChangeAspect="1"/>
          </p:cNvPicPr>
          <p:nvPr/>
        </p:nvPicPr>
        <p:blipFill>
          <a:blip r:embed="rId2"/>
          <a:stretch>
            <a:fillRect/>
          </a:stretch>
        </p:blipFill>
        <p:spPr>
          <a:xfrm>
            <a:off x="5897871" y="2523109"/>
            <a:ext cx="17" cy="13"/>
          </a:xfrm>
          <a:prstGeom prst="rect">
            <a:avLst/>
          </a:prstGeom>
        </p:spPr>
      </p:pic>
      <p:pic>
        <p:nvPicPr>
          <p:cNvPr id="26" name="Imagen 25">
            <a:extLst>
              <a:ext uri="{FF2B5EF4-FFF2-40B4-BE49-F238E27FC236}">
                <a16:creationId xmlns:a16="http://schemas.microsoft.com/office/drawing/2014/main" id="{3AFC087B-D806-E7E3-88E6-9D9868A455AE}"/>
              </a:ext>
            </a:extLst>
          </p:cNvPr>
          <p:cNvPicPr>
            <a:picLocks noChangeAspect="1"/>
          </p:cNvPicPr>
          <p:nvPr/>
        </p:nvPicPr>
        <p:blipFill>
          <a:blip r:embed="rId3"/>
          <a:stretch>
            <a:fillRect/>
          </a:stretch>
        </p:blipFill>
        <p:spPr>
          <a:xfrm>
            <a:off x="5896381" y="2521535"/>
            <a:ext cx="2997" cy="3161"/>
          </a:xfrm>
          <a:prstGeom prst="rect">
            <a:avLst/>
          </a:prstGeom>
        </p:spPr>
      </p:pic>
      <p:pic>
        <p:nvPicPr>
          <p:cNvPr id="120" name="Imagen 119">
            <a:extLst>
              <a:ext uri="{FF2B5EF4-FFF2-40B4-BE49-F238E27FC236}">
                <a16:creationId xmlns:a16="http://schemas.microsoft.com/office/drawing/2014/main" id="{7B52D8F5-ADC7-DE29-984E-4A0493E5208B}"/>
              </a:ext>
            </a:extLst>
          </p:cNvPr>
          <p:cNvPicPr>
            <a:picLocks noChangeAspect="1"/>
          </p:cNvPicPr>
          <p:nvPr/>
        </p:nvPicPr>
        <p:blipFill>
          <a:blip r:embed="rId4"/>
          <a:stretch>
            <a:fillRect/>
          </a:stretch>
        </p:blipFill>
        <p:spPr>
          <a:xfrm>
            <a:off x="5897875" y="2523115"/>
            <a:ext cx="9" cy="2"/>
          </a:xfrm>
          <a:prstGeom prst="rect">
            <a:avLst/>
          </a:prstGeom>
        </p:spPr>
      </p:pic>
      <p:pic>
        <p:nvPicPr>
          <p:cNvPr id="121" name="Imagen 120">
            <a:extLst>
              <a:ext uri="{FF2B5EF4-FFF2-40B4-BE49-F238E27FC236}">
                <a16:creationId xmlns:a16="http://schemas.microsoft.com/office/drawing/2014/main" id="{7B659761-FB36-0F36-1402-4699683687FA}"/>
              </a:ext>
            </a:extLst>
          </p:cNvPr>
          <p:cNvPicPr>
            <a:picLocks noChangeAspect="1"/>
          </p:cNvPicPr>
          <p:nvPr/>
        </p:nvPicPr>
        <p:blipFill>
          <a:blip r:embed="rId5"/>
          <a:stretch>
            <a:fillRect/>
          </a:stretch>
        </p:blipFill>
        <p:spPr>
          <a:xfrm>
            <a:off x="5897876" y="2523115"/>
            <a:ext cx="8" cy="1"/>
          </a:xfrm>
          <a:prstGeom prst="rect">
            <a:avLst/>
          </a:prstGeom>
        </p:spPr>
      </p:pic>
      <p:pic>
        <p:nvPicPr>
          <p:cNvPr id="125" name="Imagen 124">
            <a:extLst>
              <a:ext uri="{FF2B5EF4-FFF2-40B4-BE49-F238E27FC236}">
                <a16:creationId xmlns:a16="http://schemas.microsoft.com/office/drawing/2014/main" id="{54C37335-393C-0C80-94C0-663D067F65CC}"/>
              </a:ext>
            </a:extLst>
          </p:cNvPr>
          <p:cNvPicPr>
            <a:picLocks noChangeAspect="1"/>
          </p:cNvPicPr>
          <p:nvPr/>
        </p:nvPicPr>
        <p:blipFill>
          <a:blip r:embed="rId6"/>
          <a:stretch>
            <a:fillRect/>
          </a:stretch>
        </p:blipFill>
        <p:spPr>
          <a:xfrm>
            <a:off x="5897877" y="2523114"/>
            <a:ext cx="6" cy="4"/>
          </a:xfrm>
          <a:prstGeom prst="rect">
            <a:avLst/>
          </a:prstGeom>
        </p:spPr>
      </p:pic>
      <p:pic>
        <p:nvPicPr>
          <p:cNvPr id="19" name="Imagen 18">
            <a:extLst>
              <a:ext uri="{FF2B5EF4-FFF2-40B4-BE49-F238E27FC236}">
                <a16:creationId xmlns:a16="http://schemas.microsoft.com/office/drawing/2014/main" id="{3887322E-C099-6808-E528-82B8AB0E9384}"/>
              </a:ext>
            </a:extLst>
          </p:cNvPr>
          <p:cNvPicPr>
            <a:picLocks noChangeAspect="1"/>
          </p:cNvPicPr>
          <p:nvPr/>
        </p:nvPicPr>
        <p:blipFill>
          <a:blip r:embed="rId2"/>
          <a:stretch>
            <a:fillRect/>
          </a:stretch>
        </p:blipFill>
        <p:spPr>
          <a:xfrm>
            <a:off x="5890251" y="3002639"/>
            <a:ext cx="17" cy="13"/>
          </a:xfrm>
          <a:prstGeom prst="rect">
            <a:avLst/>
          </a:prstGeom>
        </p:spPr>
      </p:pic>
      <p:pic>
        <p:nvPicPr>
          <p:cNvPr id="21" name="Imagen 20">
            <a:extLst>
              <a:ext uri="{FF2B5EF4-FFF2-40B4-BE49-F238E27FC236}">
                <a16:creationId xmlns:a16="http://schemas.microsoft.com/office/drawing/2014/main" id="{612085D1-EECB-14F2-5D4D-A1A874048B63}"/>
              </a:ext>
            </a:extLst>
          </p:cNvPr>
          <p:cNvPicPr>
            <a:picLocks noChangeAspect="1"/>
          </p:cNvPicPr>
          <p:nvPr/>
        </p:nvPicPr>
        <p:blipFill>
          <a:blip r:embed="rId3"/>
          <a:stretch>
            <a:fillRect/>
          </a:stretch>
        </p:blipFill>
        <p:spPr>
          <a:xfrm>
            <a:off x="5888761" y="3001065"/>
            <a:ext cx="2997" cy="3161"/>
          </a:xfrm>
          <a:prstGeom prst="rect">
            <a:avLst/>
          </a:prstGeom>
        </p:spPr>
      </p:pic>
      <p:pic>
        <p:nvPicPr>
          <p:cNvPr id="22" name="Imagen 21">
            <a:extLst>
              <a:ext uri="{FF2B5EF4-FFF2-40B4-BE49-F238E27FC236}">
                <a16:creationId xmlns:a16="http://schemas.microsoft.com/office/drawing/2014/main" id="{C71728FD-DF0F-2228-8616-43FDE88C9EC3}"/>
              </a:ext>
            </a:extLst>
          </p:cNvPr>
          <p:cNvPicPr>
            <a:picLocks noChangeAspect="1"/>
          </p:cNvPicPr>
          <p:nvPr/>
        </p:nvPicPr>
        <p:blipFill>
          <a:blip r:embed="rId4"/>
          <a:stretch>
            <a:fillRect/>
          </a:stretch>
        </p:blipFill>
        <p:spPr>
          <a:xfrm>
            <a:off x="5890255" y="3002645"/>
            <a:ext cx="9" cy="2"/>
          </a:xfrm>
          <a:prstGeom prst="rect">
            <a:avLst/>
          </a:prstGeom>
        </p:spPr>
      </p:pic>
      <p:pic>
        <p:nvPicPr>
          <p:cNvPr id="24" name="Imagen 23">
            <a:extLst>
              <a:ext uri="{FF2B5EF4-FFF2-40B4-BE49-F238E27FC236}">
                <a16:creationId xmlns:a16="http://schemas.microsoft.com/office/drawing/2014/main" id="{E49E0B63-E01B-1A71-AE43-EEE5DB53BE38}"/>
              </a:ext>
            </a:extLst>
          </p:cNvPr>
          <p:cNvPicPr>
            <a:picLocks noChangeAspect="1"/>
          </p:cNvPicPr>
          <p:nvPr/>
        </p:nvPicPr>
        <p:blipFill>
          <a:blip r:embed="rId5"/>
          <a:stretch>
            <a:fillRect/>
          </a:stretch>
        </p:blipFill>
        <p:spPr>
          <a:xfrm>
            <a:off x="5890256" y="3002645"/>
            <a:ext cx="8" cy="1"/>
          </a:xfrm>
          <a:prstGeom prst="rect">
            <a:avLst/>
          </a:prstGeom>
        </p:spPr>
      </p:pic>
      <p:pic>
        <p:nvPicPr>
          <p:cNvPr id="27" name="Imagen 26">
            <a:extLst>
              <a:ext uri="{FF2B5EF4-FFF2-40B4-BE49-F238E27FC236}">
                <a16:creationId xmlns:a16="http://schemas.microsoft.com/office/drawing/2014/main" id="{98BA6F25-D5FF-C28D-57B2-1B0384EAFAA2}"/>
              </a:ext>
            </a:extLst>
          </p:cNvPr>
          <p:cNvPicPr>
            <a:picLocks noChangeAspect="1"/>
          </p:cNvPicPr>
          <p:nvPr/>
        </p:nvPicPr>
        <p:blipFill>
          <a:blip r:embed="rId7"/>
          <a:stretch>
            <a:fillRect/>
          </a:stretch>
        </p:blipFill>
        <p:spPr>
          <a:xfrm>
            <a:off x="5890258" y="740614"/>
            <a:ext cx="3" cy="4524064"/>
          </a:xfrm>
          <a:prstGeom prst="rect">
            <a:avLst/>
          </a:prstGeom>
        </p:spPr>
      </p:pic>
      <p:pic>
        <p:nvPicPr>
          <p:cNvPr id="28" name="Imagen 27">
            <a:extLst>
              <a:ext uri="{FF2B5EF4-FFF2-40B4-BE49-F238E27FC236}">
                <a16:creationId xmlns:a16="http://schemas.microsoft.com/office/drawing/2014/main" id="{916F8E2C-DDA8-EA56-9ACD-C4A5F6E1BD29}"/>
              </a:ext>
            </a:extLst>
          </p:cNvPr>
          <p:cNvPicPr>
            <a:picLocks noChangeAspect="1"/>
          </p:cNvPicPr>
          <p:nvPr/>
        </p:nvPicPr>
        <p:blipFill>
          <a:blip r:embed="rId6"/>
          <a:stretch>
            <a:fillRect/>
          </a:stretch>
        </p:blipFill>
        <p:spPr>
          <a:xfrm>
            <a:off x="5890257" y="3002644"/>
            <a:ext cx="6" cy="4"/>
          </a:xfrm>
          <a:prstGeom prst="rect">
            <a:avLst/>
          </a:prstGeom>
        </p:spPr>
      </p:pic>
      <p:pic>
        <p:nvPicPr>
          <p:cNvPr id="18" name="Imagen 17">
            <a:extLst>
              <a:ext uri="{FF2B5EF4-FFF2-40B4-BE49-F238E27FC236}">
                <a16:creationId xmlns:a16="http://schemas.microsoft.com/office/drawing/2014/main" id="{A5299718-1DA5-6D1A-B66E-8236E0D220B1}"/>
              </a:ext>
            </a:extLst>
          </p:cNvPr>
          <p:cNvPicPr>
            <a:picLocks noChangeAspect="1"/>
          </p:cNvPicPr>
          <p:nvPr/>
        </p:nvPicPr>
        <p:blipFill>
          <a:blip r:embed="rId2"/>
          <a:stretch>
            <a:fillRect/>
          </a:stretch>
        </p:blipFill>
        <p:spPr>
          <a:xfrm>
            <a:off x="5623503" y="2612818"/>
            <a:ext cx="17" cy="13"/>
          </a:xfrm>
          <a:prstGeom prst="rect">
            <a:avLst/>
          </a:prstGeom>
        </p:spPr>
      </p:pic>
      <p:pic>
        <p:nvPicPr>
          <p:cNvPr id="31" name="Imagen 30">
            <a:extLst>
              <a:ext uri="{FF2B5EF4-FFF2-40B4-BE49-F238E27FC236}">
                <a16:creationId xmlns:a16="http://schemas.microsoft.com/office/drawing/2014/main" id="{2ECB1C43-9204-0083-D214-CE1C3812252F}"/>
              </a:ext>
            </a:extLst>
          </p:cNvPr>
          <p:cNvPicPr>
            <a:picLocks noChangeAspect="1"/>
          </p:cNvPicPr>
          <p:nvPr/>
        </p:nvPicPr>
        <p:blipFill>
          <a:blip r:embed="rId3"/>
          <a:stretch>
            <a:fillRect/>
          </a:stretch>
        </p:blipFill>
        <p:spPr>
          <a:xfrm>
            <a:off x="5622013" y="2611244"/>
            <a:ext cx="2997" cy="3161"/>
          </a:xfrm>
          <a:prstGeom prst="rect">
            <a:avLst/>
          </a:prstGeom>
        </p:spPr>
      </p:pic>
      <p:pic>
        <p:nvPicPr>
          <p:cNvPr id="32" name="Imagen 31">
            <a:extLst>
              <a:ext uri="{FF2B5EF4-FFF2-40B4-BE49-F238E27FC236}">
                <a16:creationId xmlns:a16="http://schemas.microsoft.com/office/drawing/2014/main" id="{124AA089-708A-5F06-3F19-D93AE14CB7B1}"/>
              </a:ext>
            </a:extLst>
          </p:cNvPr>
          <p:cNvPicPr>
            <a:picLocks noChangeAspect="1"/>
          </p:cNvPicPr>
          <p:nvPr/>
        </p:nvPicPr>
        <p:blipFill>
          <a:blip r:embed="rId4"/>
          <a:stretch>
            <a:fillRect/>
          </a:stretch>
        </p:blipFill>
        <p:spPr>
          <a:xfrm>
            <a:off x="5623507" y="2612824"/>
            <a:ext cx="9" cy="2"/>
          </a:xfrm>
          <a:prstGeom prst="rect">
            <a:avLst/>
          </a:prstGeom>
        </p:spPr>
      </p:pic>
      <p:pic>
        <p:nvPicPr>
          <p:cNvPr id="33" name="Imagen 32">
            <a:extLst>
              <a:ext uri="{FF2B5EF4-FFF2-40B4-BE49-F238E27FC236}">
                <a16:creationId xmlns:a16="http://schemas.microsoft.com/office/drawing/2014/main" id="{1E9C4D67-3374-2534-8398-C55722D3699A}"/>
              </a:ext>
            </a:extLst>
          </p:cNvPr>
          <p:cNvPicPr>
            <a:picLocks noChangeAspect="1"/>
          </p:cNvPicPr>
          <p:nvPr/>
        </p:nvPicPr>
        <p:blipFill>
          <a:blip r:embed="rId5"/>
          <a:stretch>
            <a:fillRect/>
          </a:stretch>
        </p:blipFill>
        <p:spPr>
          <a:xfrm>
            <a:off x="5623508" y="2612824"/>
            <a:ext cx="8" cy="1"/>
          </a:xfrm>
          <a:prstGeom prst="rect">
            <a:avLst/>
          </a:prstGeom>
        </p:spPr>
      </p:pic>
      <p:pic>
        <p:nvPicPr>
          <p:cNvPr id="34" name="Imagen 33">
            <a:extLst>
              <a:ext uri="{FF2B5EF4-FFF2-40B4-BE49-F238E27FC236}">
                <a16:creationId xmlns:a16="http://schemas.microsoft.com/office/drawing/2014/main" id="{16B912D7-C8F5-D5C7-7629-3A64CA402D96}"/>
              </a:ext>
            </a:extLst>
          </p:cNvPr>
          <p:cNvPicPr>
            <a:picLocks noChangeAspect="1"/>
          </p:cNvPicPr>
          <p:nvPr/>
        </p:nvPicPr>
        <p:blipFill>
          <a:blip r:embed="rId6"/>
          <a:stretch>
            <a:fillRect/>
          </a:stretch>
        </p:blipFill>
        <p:spPr>
          <a:xfrm>
            <a:off x="5623509" y="2612823"/>
            <a:ext cx="6" cy="4"/>
          </a:xfrm>
          <a:prstGeom prst="rect">
            <a:avLst/>
          </a:prstGeom>
        </p:spPr>
      </p:pic>
      <p:sp>
        <p:nvSpPr>
          <p:cNvPr id="35" name="CuadroTexto 34">
            <a:extLst>
              <a:ext uri="{FF2B5EF4-FFF2-40B4-BE49-F238E27FC236}">
                <a16:creationId xmlns:a16="http://schemas.microsoft.com/office/drawing/2014/main" id="{7055CA29-A1B4-A5A4-AB63-63183255A61F}"/>
              </a:ext>
            </a:extLst>
          </p:cNvPr>
          <p:cNvSpPr txBox="1"/>
          <p:nvPr/>
        </p:nvSpPr>
        <p:spPr>
          <a:xfrm>
            <a:off x="439180" y="740614"/>
            <a:ext cx="8497312" cy="830997"/>
          </a:xfrm>
          <a:prstGeom prst="rect">
            <a:avLst/>
          </a:prstGeom>
          <a:noFill/>
        </p:spPr>
        <p:txBody>
          <a:bodyPr wrap="square">
            <a:spAutoFit/>
          </a:bodyPr>
          <a:lstStyle/>
          <a:p>
            <a:r>
              <a:rPr lang="es-ES" sz="2400" dirty="0" err="1">
                <a:latin typeface="+mj-lt"/>
              </a:rPr>
              <a:t>Let's</a:t>
            </a:r>
            <a:r>
              <a:rPr lang="es-ES" sz="2400" dirty="0">
                <a:latin typeface="+mj-lt"/>
              </a:rPr>
              <a:t> </a:t>
            </a:r>
            <a:r>
              <a:rPr lang="es-ES" sz="2400" dirty="0" err="1">
                <a:latin typeface="+mj-lt"/>
              </a:rPr>
              <a:t>suppose</a:t>
            </a:r>
            <a:r>
              <a:rPr lang="es-ES" sz="2400" dirty="0">
                <a:latin typeface="+mj-lt"/>
              </a:rPr>
              <a:t> </a:t>
            </a:r>
            <a:r>
              <a:rPr lang="es-ES" sz="2400" dirty="0" err="1">
                <a:latin typeface="+mj-lt"/>
              </a:rPr>
              <a:t>that</a:t>
            </a:r>
            <a:r>
              <a:rPr lang="es-ES" sz="2400" dirty="0">
                <a:latin typeface="+mj-lt"/>
              </a:rPr>
              <a:t>                  , and </a:t>
            </a:r>
            <a:r>
              <a:rPr lang="es-ES" sz="2400" dirty="0" err="1">
                <a:latin typeface="+mj-lt"/>
              </a:rPr>
              <a:t>substituting</a:t>
            </a:r>
            <a:r>
              <a:rPr lang="es-ES" sz="2400" dirty="0">
                <a:latin typeface="+mj-lt"/>
              </a:rPr>
              <a:t> </a:t>
            </a:r>
            <a:r>
              <a:rPr lang="es-ES" sz="2400" dirty="0" err="1">
                <a:latin typeface="+mj-lt"/>
              </a:rPr>
              <a:t>this</a:t>
            </a:r>
            <a:r>
              <a:rPr lang="es-ES" sz="2400" dirty="0">
                <a:latin typeface="+mj-lt"/>
              </a:rPr>
              <a:t> </a:t>
            </a:r>
            <a:r>
              <a:rPr lang="es-ES" sz="2400" dirty="0" err="1">
                <a:latin typeface="+mj-lt"/>
              </a:rPr>
              <a:t>into</a:t>
            </a:r>
            <a:r>
              <a:rPr lang="es-ES" sz="2400" dirty="0">
                <a:latin typeface="+mj-lt"/>
              </a:rPr>
              <a:t> </a:t>
            </a:r>
            <a:r>
              <a:rPr lang="es-ES" sz="2400" dirty="0" err="1">
                <a:latin typeface="+mj-lt"/>
              </a:rPr>
              <a:t>the</a:t>
            </a:r>
            <a:r>
              <a:rPr lang="es-ES" sz="2400" dirty="0">
                <a:latin typeface="+mj-lt"/>
              </a:rPr>
              <a:t> </a:t>
            </a:r>
            <a:r>
              <a:rPr lang="es-ES" sz="2400" dirty="0" err="1">
                <a:latin typeface="+mj-lt"/>
              </a:rPr>
              <a:t>previous</a:t>
            </a:r>
            <a:r>
              <a:rPr lang="es-ES" sz="2400" dirty="0">
                <a:latin typeface="+mj-lt"/>
              </a:rPr>
              <a:t> </a:t>
            </a:r>
            <a:r>
              <a:rPr lang="es-ES" sz="2400" dirty="0" err="1">
                <a:latin typeface="+mj-lt"/>
              </a:rPr>
              <a:t>equation</a:t>
            </a:r>
            <a:r>
              <a:rPr lang="es-ES" sz="2400" dirty="0">
                <a:latin typeface="+mj-lt"/>
              </a:rPr>
              <a:t>, </a:t>
            </a:r>
            <a:r>
              <a:rPr lang="es-ES" sz="2400" dirty="0" err="1">
                <a:latin typeface="+mj-lt"/>
              </a:rPr>
              <a:t>we</a:t>
            </a:r>
            <a:r>
              <a:rPr lang="es-ES" sz="2400" dirty="0">
                <a:latin typeface="+mj-lt"/>
              </a:rPr>
              <a:t> can </a:t>
            </a:r>
            <a:r>
              <a:rPr lang="es-ES" sz="2400" dirty="0" err="1">
                <a:latin typeface="+mj-lt"/>
              </a:rPr>
              <a:t>rewrite</a:t>
            </a:r>
            <a:r>
              <a:rPr lang="es-ES" sz="2400" dirty="0">
                <a:latin typeface="+mj-lt"/>
              </a:rPr>
              <a:t> </a:t>
            </a:r>
            <a:r>
              <a:rPr lang="es-ES" sz="2400" dirty="0" err="1">
                <a:latin typeface="+mj-lt"/>
              </a:rPr>
              <a:t>the</a:t>
            </a:r>
            <a:r>
              <a:rPr lang="es-ES" sz="2400" dirty="0">
                <a:latin typeface="+mj-lt"/>
              </a:rPr>
              <a:t> </a:t>
            </a:r>
            <a:r>
              <a:rPr lang="es-ES" sz="2400" dirty="0" err="1">
                <a:latin typeface="+mj-lt"/>
              </a:rPr>
              <a:t>preceding</a:t>
            </a:r>
            <a:r>
              <a:rPr lang="es-ES" sz="2400" dirty="0">
                <a:latin typeface="+mj-lt"/>
              </a:rPr>
              <a:t> </a:t>
            </a:r>
            <a:r>
              <a:rPr lang="es-ES" sz="2400" dirty="0" err="1">
                <a:latin typeface="+mj-lt"/>
              </a:rPr>
              <a:t>steps</a:t>
            </a:r>
            <a:r>
              <a:rPr lang="es-ES" sz="2400" dirty="0">
                <a:latin typeface="+mj-lt"/>
              </a:rPr>
              <a:t> as </a:t>
            </a:r>
            <a:r>
              <a:rPr lang="es-ES" sz="2400" dirty="0" err="1">
                <a:latin typeface="+mj-lt"/>
              </a:rPr>
              <a:t>follows</a:t>
            </a:r>
            <a:r>
              <a:rPr lang="es-ES" sz="2400" dirty="0">
                <a:latin typeface="+mj-lt"/>
              </a:rPr>
              <a:t>:</a:t>
            </a:r>
          </a:p>
        </p:txBody>
      </p:sp>
      <p:pic>
        <p:nvPicPr>
          <p:cNvPr id="36" name="Imagen 35">
            <a:extLst>
              <a:ext uri="{FF2B5EF4-FFF2-40B4-BE49-F238E27FC236}">
                <a16:creationId xmlns:a16="http://schemas.microsoft.com/office/drawing/2014/main" id="{EFBE61D3-CC8B-64B5-6A19-5017AF6BA7C0}"/>
              </a:ext>
            </a:extLst>
          </p:cNvPr>
          <p:cNvPicPr>
            <a:picLocks noChangeAspect="1"/>
          </p:cNvPicPr>
          <p:nvPr/>
        </p:nvPicPr>
        <p:blipFill>
          <a:blip r:embed="rId8"/>
          <a:stretch>
            <a:fillRect/>
          </a:stretch>
        </p:blipFill>
        <p:spPr>
          <a:xfrm>
            <a:off x="2905755" y="822323"/>
            <a:ext cx="1007432" cy="275413"/>
          </a:xfrm>
          <a:prstGeom prst="rect">
            <a:avLst/>
          </a:prstGeom>
        </p:spPr>
      </p:pic>
      <p:pic>
        <p:nvPicPr>
          <p:cNvPr id="37" name="Imagen 36">
            <a:extLst>
              <a:ext uri="{FF2B5EF4-FFF2-40B4-BE49-F238E27FC236}">
                <a16:creationId xmlns:a16="http://schemas.microsoft.com/office/drawing/2014/main" id="{8F9DC7F9-B8A4-2AC6-9FF4-66A18DC0806F}"/>
              </a:ext>
            </a:extLst>
          </p:cNvPr>
          <p:cNvPicPr>
            <a:picLocks noChangeAspect="1"/>
          </p:cNvPicPr>
          <p:nvPr/>
        </p:nvPicPr>
        <p:blipFill>
          <a:blip r:embed="rId9"/>
          <a:stretch>
            <a:fillRect/>
          </a:stretch>
        </p:blipFill>
        <p:spPr>
          <a:xfrm>
            <a:off x="2753131" y="2091908"/>
            <a:ext cx="3143250" cy="1885950"/>
          </a:xfrm>
          <a:prstGeom prst="rect">
            <a:avLst/>
          </a:prstGeom>
        </p:spPr>
      </p:pic>
    </p:spTree>
    <p:extLst>
      <p:ext uri="{BB962C8B-B14F-4D97-AF65-F5344CB8AC3E}">
        <p14:creationId xmlns:p14="http://schemas.microsoft.com/office/powerpoint/2010/main" val="62880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2271E-50F7-A28C-FDAB-B496A1048C5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48726A6-535A-1CAC-D1AC-4AD33719B8F2}"/>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DA877B7-525F-F6DF-F9CB-06C259564544}"/>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5B2A96A8-D1E1-8411-4809-FF5469009A21}"/>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630ADE2-2AAC-11D0-400B-6EBC90FF20D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44B8863F-A336-FC8F-FE8B-182A0783D5F0}"/>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7" name="Imagen 6">
            <a:extLst>
              <a:ext uri="{FF2B5EF4-FFF2-40B4-BE49-F238E27FC236}">
                <a16:creationId xmlns:a16="http://schemas.microsoft.com/office/drawing/2014/main" id="{227E2E61-7C14-E327-A11E-7D8A00D2251E}"/>
              </a:ext>
            </a:extLst>
          </p:cNvPr>
          <p:cNvPicPr>
            <a:picLocks noChangeAspect="1"/>
          </p:cNvPicPr>
          <p:nvPr/>
        </p:nvPicPr>
        <p:blipFill>
          <a:blip r:embed="rId2"/>
          <a:stretch>
            <a:fillRect/>
          </a:stretch>
        </p:blipFill>
        <p:spPr>
          <a:xfrm>
            <a:off x="5631171" y="2383486"/>
            <a:ext cx="17" cy="13"/>
          </a:xfrm>
          <a:prstGeom prst="rect">
            <a:avLst/>
          </a:prstGeom>
        </p:spPr>
      </p:pic>
      <p:pic>
        <p:nvPicPr>
          <p:cNvPr id="3" name="Imagen 2">
            <a:extLst>
              <a:ext uri="{FF2B5EF4-FFF2-40B4-BE49-F238E27FC236}">
                <a16:creationId xmlns:a16="http://schemas.microsoft.com/office/drawing/2014/main" id="{DD664880-72C8-73DA-5D28-D4CAA5D058D5}"/>
              </a:ext>
            </a:extLst>
          </p:cNvPr>
          <p:cNvPicPr>
            <a:picLocks noChangeAspect="1"/>
          </p:cNvPicPr>
          <p:nvPr/>
        </p:nvPicPr>
        <p:blipFill>
          <a:blip r:embed="rId2"/>
          <a:stretch>
            <a:fillRect/>
          </a:stretch>
        </p:blipFill>
        <p:spPr>
          <a:xfrm>
            <a:off x="3349685" y="1653320"/>
            <a:ext cx="59786" cy="45719"/>
          </a:xfrm>
          <a:prstGeom prst="rect">
            <a:avLst/>
          </a:prstGeom>
        </p:spPr>
      </p:pic>
      <p:pic>
        <p:nvPicPr>
          <p:cNvPr id="4" name="Imagen 3">
            <a:extLst>
              <a:ext uri="{FF2B5EF4-FFF2-40B4-BE49-F238E27FC236}">
                <a16:creationId xmlns:a16="http://schemas.microsoft.com/office/drawing/2014/main" id="{F1F9F724-7608-1E15-0F06-AD752B5D67D0}"/>
              </a:ext>
            </a:extLst>
          </p:cNvPr>
          <p:cNvPicPr>
            <a:picLocks noChangeAspect="1"/>
          </p:cNvPicPr>
          <p:nvPr/>
        </p:nvPicPr>
        <p:blipFill>
          <a:blip r:embed="rId2"/>
          <a:stretch>
            <a:fillRect/>
          </a:stretch>
        </p:blipFill>
        <p:spPr>
          <a:xfrm>
            <a:off x="6095991" y="3428993"/>
            <a:ext cx="17" cy="13"/>
          </a:xfrm>
          <a:prstGeom prst="rect">
            <a:avLst/>
          </a:prstGeom>
        </p:spPr>
      </p:pic>
      <p:pic>
        <p:nvPicPr>
          <p:cNvPr id="9" name="Imagen 8">
            <a:extLst>
              <a:ext uri="{FF2B5EF4-FFF2-40B4-BE49-F238E27FC236}">
                <a16:creationId xmlns:a16="http://schemas.microsoft.com/office/drawing/2014/main" id="{427498FC-3569-C63C-221F-8E4DD4419562}"/>
              </a:ext>
            </a:extLst>
          </p:cNvPr>
          <p:cNvPicPr>
            <a:picLocks noChangeAspect="1"/>
          </p:cNvPicPr>
          <p:nvPr/>
        </p:nvPicPr>
        <p:blipFill>
          <a:blip r:embed="rId3"/>
          <a:stretch>
            <a:fillRect/>
          </a:stretch>
        </p:blipFill>
        <p:spPr>
          <a:xfrm>
            <a:off x="6094501" y="3427419"/>
            <a:ext cx="2997" cy="3161"/>
          </a:xfrm>
          <a:prstGeom prst="rect">
            <a:avLst/>
          </a:prstGeom>
        </p:spPr>
      </p:pic>
      <p:pic>
        <p:nvPicPr>
          <p:cNvPr id="16" name="Imagen 15">
            <a:extLst>
              <a:ext uri="{FF2B5EF4-FFF2-40B4-BE49-F238E27FC236}">
                <a16:creationId xmlns:a16="http://schemas.microsoft.com/office/drawing/2014/main" id="{EE7B6BB8-8122-A174-49C2-A0A1411E6DF3}"/>
              </a:ext>
            </a:extLst>
          </p:cNvPr>
          <p:cNvPicPr>
            <a:picLocks noChangeAspect="1"/>
          </p:cNvPicPr>
          <p:nvPr/>
        </p:nvPicPr>
        <p:blipFill>
          <a:blip r:embed="rId4"/>
          <a:stretch>
            <a:fillRect/>
          </a:stretch>
        </p:blipFill>
        <p:spPr>
          <a:xfrm>
            <a:off x="6095995" y="3428999"/>
            <a:ext cx="9" cy="2"/>
          </a:xfrm>
          <a:prstGeom prst="rect">
            <a:avLst/>
          </a:prstGeom>
        </p:spPr>
      </p:pic>
      <p:pic>
        <p:nvPicPr>
          <p:cNvPr id="2" name="Imagen 1">
            <a:extLst>
              <a:ext uri="{FF2B5EF4-FFF2-40B4-BE49-F238E27FC236}">
                <a16:creationId xmlns:a16="http://schemas.microsoft.com/office/drawing/2014/main" id="{7CF0C1CD-6856-D75A-994E-0021FA99EBF6}"/>
              </a:ext>
            </a:extLst>
          </p:cNvPr>
          <p:cNvPicPr>
            <a:picLocks noChangeAspect="1"/>
          </p:cNvPicPr>
          <p:nvPr/>
        </p:nvPicPr>
        <p:blipFill>
          <a:blip r:embed="rId2"/>
          <a:stretch>
            <a:fillRect/>
          </a:stretch>
        </p:blipFill>
        <p:spPr>
          <a:xfrm>
            <a:off x="5518322" y="1792663"/>
            <a:ext cx="17" cy="13"/>
          </a:xfrm>
          <a:prstGeom prst="rect">
            <a:avLst/>
          </a:prstGeom>
        </p:spPr>
      </p:pic>
      <p:pic>
        <p:nvPicPr>
          <p:cNvPr id="10" name="Imagen 9">
            <a:extLst>
              <a:ext uri="{FF2B5EF4-FFF2-40B4-BE49-F238E27FC236}">
                <a16:creationId xmlns:a16="http://schemas.microsoft.com/office/drawing/2014/main" id="{DB41F8C6-4016-D451-F5F9-493A9DA52F32}"/>
              </a:ext>
            </a:extLst>
          </p:cNvPr>
          <p:cNvPicPr>
            <a:picLocks noChangeAspect="1"/>
          </p:cNvPicPr>
          <p:nvPr/>
        </p:nvPicPr>
        <p:blipFill>
          <a:blip r:embed="rId3"/>
          <a:stretch>
            <a:fillRect/>
          </a:stretch>
        </p:blipFill>
        <p:spPr>
          <a:xfrm>
            <a:off x="5516832" y="1791089"/>
            <a:ext cx="2997" cy="3161"/>
          </a:xfrm>
          <a:prstGeom prst="rect">
            <a:avLst/>
          </a:prstGeom>
        </p:spPr>
      </p:pic>
      <p:pic>
        <p:nvPicPr>
          <p:cNvPr id="20" name="Imagen 19">
            <a:extLst>
              <a:ext uri="{FF2B5EF4-FFF2-40B4-BE49-F238E27FC236}">
                <a16:creationId xmlns:a16="http://schemas.microsoft.com/office/drawing/2014/main" id="{AF6D2B8F-D50E-CE25-A5EC-B240FA9D77C7}"/>
              </a:ext>
            </a:extLst>
          </p:cNvPr>
          <p:cNvPicPr>
            <a:picLocks noChangeAspect="1"/>
          </p:cNvPicPr>
          <p:nvPr/>
        </p:nvPicPr>
        <p:blipFill>
          <a:blip r:embed="rId4"/>
          <a:stretch>
            <a:fillRect/>
          </a:stretch>
        </p:blipFill>
        <p:spPr>
          <a:xfrm>
            <a:off x="5518326" y="1792669"/>
            <a:ext cx="9" cy="2"/>
          </a:xfrm>
          <a:prstGeom prst="rect">
            <a:avLst/>
          </a:prstGeom>
        </p:spPr>
      </p:pic>
      <p:pic>
        <p:nvPicPr>
          <p:cNvPr id="23" name="Imagen 22">
            <a:extLst>
              <a:ext uri="{FF2B5EF4-FFF2-40B4-BE49-F238E27FC236}">
                <a16:creationId xmlns:a16="http://schemas.microsoft.com/office/drawing/2014/main" id="{DAC44615-6D47-9898-D7F2-D0409E451701}"/>
              </a:ext>
            </a:extLst>
          </p:cNvPr>
          <p:cNvPicPr>
            <a:picLocks noChangeAspect="1"/>
          </p:cNvPicPr>
          <p:nvPr/>
        </p:nvPicPr>
        <p:blipFill>
          <a:blip r:embed="rId5"/>
          <a:stretch>
            <a:fillRect/>
          </a:stretch>
        </p:blipFill>
        <p:spPr>
          <a:xfrm>
            <a:off x="5518327" y="1792669"/>
            <a:ext cx="8" cy="1"/>
          </a:xfrm>
          <a:prstGeom prst="rect">
            <a:avLst/>
          </a:prstGeom>
        </p:spPr>
      </p:pic>
      <p:pic>
        <p:nvPicPr>
          <p:cNvPr id="8" name="Imagen 7">
            <a:extLst>
              <a:ext uri="{FF2B5EF4-FFF2-40B4-BE49-F238E27FC236}">
                <a16:creationId xmlns:a16="http://schemas.microsoft.com/office/drawing/2014/main" id="{310D37DC-373D-D806-C7D1-8B4C08070BEF}"/>
              </a:ext>
            </a:extLst>
          </p:cNvPr>
          <p:cNvPicPr>
            <a:picLocks noChangeAspect="1"/>
          </p:cNvPicPr>
          <p:nvPr/>
        </p:nvPicPr>
        <p:blipFill>
          <a:blip r:embed="rId2"/>
          <a:stretch>
            <a:fillRect/>
          </a:stretch>
        </p:blipFill>
        <p:spPr>
          <a:xfrm>
            <a:off x="4869171" y="2217413"/>
            <a:ext cx="17" cy="13"/>
          </a:xfrm>
          <a:prstGeom prst="rect">
            <a:avLst/>
          </a:prstGeom>
        </p:spPr>
      </p:pic>
      <p:pic>
        <p:nvPicPr>
          <p:cNvPr id="11" name="Imagen 10">
            <a:extLst>
              <a:ext uri="{FF2B5EF4-FFF2-40B4-BE49-F238E27FC236}">
                <a16:creationId xmlns:a16="http://schemas.microsoft.com/office/drawing/2014/main" id="{AD21D94B-D4A7-490E-25FB-114FE236FC58}"/>
              </a:ext>
            </a:extLst>
          </p:cNvPr>
          <p:cNvPicPr>
            <a:picLocks noChangeAspect="1"/>
          </p:cNvPicPr>
          <p:nvPr/>
        </p:nvPicPr>
        <p:blipFill>
          <a:blip r:embed="rId3"/>
          <a:stretch>
            <a:fillRect/>
          </a:stretch>
        </p:blipFill>
        <p:spPr>
          <a:xfrm>
            <a:off x="4867681" y="2215839"/>
            <a:ext cx="2997" cy="3161"/>
          </a:xfrm>
          <a:prstGeom prst="rect">
            <a:avLst/>
          </a:prstGeom>
        </p:spPr>
      </p:pic>
      <p:pic>
        <p:nvPicPr>
          <p:cNvPr id="15" name="Imagen 14">
            <a:extLst>
              <a:ext uri="{FF2B5EF4-FFF2-40B4-BE49-F238E27FC236}">
                <a16:creationId xmlns:a16="http://schemas.microsoft.com/office/drawing/2014/main" id="{24997BF9-75C1-20C3-A8B5-5C76DC9192B1}"/>
              </a:ext>
            </a:extLst>
          </p:cNvPr>
          <p:cNvPicPr>
            <a:picLocks noChangeAspect="1"/>
          </p:cNvPicPr>
          <p:nvPr/>
        </p:nvPicPr>
        <p:blipFill>
          <a:blip r:embed="rId4"/>
          <a:stretch>
            <a:fillRect/>
          </a:stretch>
        </p:blipFill>
        <p:spPr>
          <a:xfrm>
            <a:off x="4869175" y="2217419"/>
            <a:ext cx="9" cy="2"/>
          </a:xfrm>
          <a:prstGeom prst="rect">
            <a:avLst/>
          </a:prstGeom>
        </p:spPr>
      </p:pic>
      <p:pic>
        <p:nvPicPr>
          <p:cNvPr id="17" name="Imagen 16">
            <a:extLst>
              <a:ext uri="{FF2B5EF4-FFF2-40B4-BE49-F238E27FC236}">
                <a16:creationId xmlns:a16="http://schemas.microsoft.com/office/drawing/2014/main" id="{A0D34DB6-5657-805D-FD94-E6B740207A98}"/>
              </a:ext>
            </a:extLst>
          </p:cNvPr>
          <p:cNvPicPr>
            <a:picLocks noChangeAspect="1"/>
          </p:cNvPicPr>
          <p:nvPr/>
        </p:nvPicPr>
        <p:blipFill>
          <a:blip r:embed="rId5"/>
          <a:stretch>
            <a:fillRect/>
          </a:stretch>
        </p:blipFill>
        <p:spPr>
          <a:xfrm>
            <a:off x="4869176" y="2217419"/>
            <a:ext cx="8" cy="1"/>
          </a:xfrm>
          <a:prstGeom prst="rect">
            <a:avLst/>
          </a:prstGeom>
        </p:spPr>
      </p:pic>
      <p:pic>
        <p:nvPicPr>
          <p:cNvPr id="25" name="Imagen 24">
            <a:extLst>
              <a:ext uri="{FF2B5EF4-FFF2-40B4-BE49-F238E27FC236}">
                <a16:creationId xmlns:a16="http://schemas.microsoft.com/office/drawing/2014/main" id="{88D2ABBA-6B2E-CFD3-9ECE-F28F3DD301CB}"/>
              </a:ext>
            </a:extLst>
          </p:cNvPr>
          <p:cNvPicPr>
            <a:picLocks noChangeAspect="1"/>
          </p:cNvPicPr>
          <p:nvPr/>
        </p:nvPicPr>
        <p:blipFill>
          <a:blip r:embed="rId2"/>
          <a:stretch>
            <a:fillRect/>
          </a:stretch>
        </p:blipFill>
        <p:spPr>
          <a:xfrm>
            <a:off x="5897871" y="2523109"/>
            <a:ext cx="17" cy="13"/>
          </a:xfrm>
          <a:prstGeom prst="rect">
            <a:avLst/>
          </a:prstGeom>
        </p:spPr>
      </p:pic>
      <p:pic>
        <p:nvPicPr>
          <p:cNvPr id="26" name="Imagen 25">
            <a:extLst>
              <a:ext uri="{FF2B5EF4-FFF2-40B4-BE49-F238E27FC236}">
                <a16:creationId xmlns:a16="http://schemas.microsoft.com/office/drawing/2014/main" id="{3A2CF7A6-0873-70F0-A703-1F6736AED186}"/>
              </a:ext>
            </a:extLst>
          </p:cNvPr>
          <p:cNvPicPr>
            <a:picLocks noChangeAspect="1"/>
          </p:cNvPicPr>
          <p:nvPr/>
        </p:nvPicPr>
        <p:blipFill>
          <a:blip r:embed="rId3"/>
          <a:stretch>
            <a:fillRect/>
          </a:stretch>
        </p:blipFill>
        <p:spPr>
          <a:xfrm>
            <a:off x="5896381" y="2521535"/>
            <a:ext cx="2997" cy="3161"/>
          </a:xfrm>
          <a:prstGeom prst="rect">
            <a:avLst/>
          </a:prstGeom>
        </p:spPr>
      </p:pic>
      <p:pic>
        <p:nvPicPr>
          <p:cNvPr id="120" name="Imagen 119">
            <a:extLst>
              <a:ext uri="{FF2B5EF4-FFF2-40B4-BE49-F238E27FC236}">
                <a16:creationId xmlns:a16="http://schemas.microsoft.com/office/drawing/2014/main" id="{3F50CB42-6AE3-C3A2-5C12-7FC13E9AC00A}"/>
              </a:ext>
            </a:extLst>
          </p:cNvPr>
          <p:cNvPicPr>
            <a:picLocks noChangeAspect="1"/>
          </p:cNvPicPr>
          <p:nvPr/>
        </p:nvPicPr>
        <p:blipFill>
          <a:blip r:embed="rId4"/>
          <a:stretch>
            <a:fillRect/>
          </a:stretch>
        </p:blipFill>
        <p:spPr>
          <a:xfrm>
            <a:off x="5897875" y="2523115"/>
            <a:ext cx="9" cy="2"/>
          </a:xfrm>
          <a:prstGeom prst="rect">
            <a:avLst/>
          </a:prstGeom>
        </p:spPr>
      </p:pic>
      <p:pic>
        <p:nvPicPr>
          <p:cNvPr id="121" name="Imagen 120">
            <a:extLst>
              <a:ext uri="{FF2B5EF4-FFF2-40B4-BE49-F238E27FC236}">
                <a16:creationId xmlns:a16="http://schemas.microsoft.com/office/drawing/2014/main" id="{A0608F3E-152E-0C01-A346-30AF25A8B3E3}"/>
              </a:ext>
            </a:extLst>
          </p:cNvPr>
          <p:cNvPicPr>
            <a:picLocks noChangeAspect="1"/>
          </p:cNvPicPr>
          <p:nvPr/>
        </p:nvPicPr>
        <p:blipFill>
          <a:blip r:embed="rId5"/>
          <a:stretch>
            <a:fillRect/>
          </a:stretch>
        </p:blipFill>
        <p:spPr>
          <a:xfrm>
            <a:off x="5897876" y="2523115"/>
            <a:ext cx="8" cy="1"/>
          </a:xfrm>
          <a:prstGeom prst="rect">
            <a:avLst/>
          </a:prstGeom>
        </p:spPr>
      </p:pic>
      <p:pic>
        <p:nvPicPr>
          <p:cNvPr id="125" name="Imagen 124">
            <a:extLst>
              <a:ext uri="{FF2B5EF4-FFF2-40B4-BE49-F238E27FC236}">
                <a16:creationId xmlns:a16="http://schemas.microsoft.com/office/drawing/2014/main" id="{B18CC567-72EE-32B1-BA7D-D63B0A1D0A23}"/>
              </a:ext>
            </a:extLst>
          </p:cNvPr>
          <p:cNvPicPr>
            <a:picLocks noChangeAspect="1"/>
          </p:cNvPicPr>
          <p:nvPr/>
        </p:nvPicPr>
        <p:blipFill>
          <a:blip r:embed="rId6"/>
          <a:stretch>
            <a:fillRect/>
          </a:stretch>
        </p:blipFill>
        <p:spPr>
          <a:xfrm>
            <a:off x="5897877" y="2523114"/>
            <a:ext cx="6" cy="4"/>
          </a:xfrm>
          <a:prstGeom prst="rect">
            <a:avLst/>
          </a:prstGeom>
        </p:spPr>
      </p:pic>
      <p:pic>
        <p:nvPicPr>
          <p:cNvPr id="19" name="Imagen 18">
            <a:extLst>
              <a:ext uri="{FF2B5EF4-FFF2-40B4-BE49-F238E27FC236}">
                <a16:creationId xmlns:a16="http://schemas.microsoft.com/office/drawing/2014/main" id="{66E76453-C457-A7DD-5E4B-2BD24539038D}"/>
              </a:ext>
            </a:extLst>
          </p:cNvPr>
          <p:cNvPicPr>
            <a:picLocks noChangeAspect="1"/>
          </p:cNvPicPr>
          <p:nvPr/>
        </p:nvPicPr>
        <p:blipFill>
          <a:blip r:embed="rId2"/>
          <a:stretch>
            <a:fillRect/>
          </a:stretch>
        </p:blipFill>
        <p:spPr>
          <a:xfrm>
            <a:off x="5890251" y="3002639"/>
            <a:ext cx="17" cy="13"/>
          </a:xfrm>
          <a:prstGeom prst="rect">
            <a:avLst/>
          </a:prstGeom>
        </p:spPr>
      </p:pic>
      <p:pic>
        <p:nvPicPr>
          <p:cNvPr id="21" name="Imagen 20">
            <a:extLst>
              <a:ext uri="{FF2B5EF4-FFF2-40B4-BE49-F238E27FC236}">
                <a16:creationId xmlns:a16="http://schemas.microsoft.com/office/drawing/2014/main" id="{A15E4C29-F297-D65A-C6BB-A4023A3FA47B}"/>
              </a:ext>
            </a:extLst>
          </p:cNvPr>
          <p:cNvPicPr>
            <a:picLocks noChangeAspect="1"/>
          </p:cNvPicPr>
          <p:nvPr/>
        </p:nvPicPr>
        <p:blipFill>
          <a:blip r:embed="rId3"/>
          <a:stretch>
            <a:fillRect/>
          </a:stretch>
        </p:blipFill>
        <p:spPr>
          <a:xfrm>
            <a:off x="5888761" y="3001065"/>
            <a:ext cx="2997" cy="3161"/>
          </a:xfrm>
          <a:prstGeom prst="rect">
            <a:avLst/>
          </a:prstGeom>
        </p:spPr>
      </p:pic>
      <p:pic>
        <p:nvPicPr>
          <p:cNvPr id="22" name="Imagen 21">
            <a:extLst>
              <a:ext uri="{FF2B5EF4-FFF2-40B4-BE49-F238E27FC236}">
                <a16:creationId xmlns:a16="http://schemas.microsoft.com/office/drawing/2014/main" id="{CACB2099-D02A-411E-5A7A-DBAADE050E9E}"/>
              </a:ext>
            </a:extLst>
          </p:cNvPr>
          <p:cNvPicPr>
            <a:picLocks noChangeAspect="1"/>
          </p:cNvPicPr>
          <p:nvPr/>
        </p:nvPicPr>
        <p:blipFill>
          <a:blip r:embed="rId4"/>
          <a:stretch>
            <a:fillRect/>
          </a:stretch>
        </p:blipFill>
        <p:spPr>
          <a:xfrm>
            <a:off x="5890255" y="3002645"/>
            <a:ext cx="9" cy="2"/>
          </a:xfrm>
          <a:prstGeom prst="rect">
            <a:avLst/>
          </a:prstGeom>
        </p:spPr>
      </p:pic>
      <p:pic>
        <p:nvPicPr>
          <p:cNvPr id="24" name="Imagen 23">
            <a:extLst>
              <a:ext uri="{FF2B5EF4-FFF2-40B4-BE49-F238E27FC236}">
                <a16:creationId xmlns:a16="http://schemas.microsoft.com/office/drawing/2014/main" id="{63534696-9152-6FA0-F548-C50F2F3853CF}"/>
              </a:ext>
            </a:extLst>
          </p:cNvPr>
          <p:cNvPicPr>
            <a:picLocks noChangeAspect="1"/>
          </p:cNvPicPr>
          <p:nvPr/>
        </p:nvPicPr>
        <p:blipFill>
          <a:blip r:embed="rId5"/>
          <a:stretch>
            <a:fillRect/>
          </a:stretch>
        </p:blipFill>
        <p:spPr>
          <a:xfrm>
            <a:off x="5890256" y="3002645"/>
            <a:ext cx="8" cy="1"/>
          </a:xfrm>
          <a:prstGeom prst="rect">
            <a:avLst/>
          </a:prstGeom>
        </p:spPr>
      </p:pic>
      <p:pic>
        <p:nvPicPr>
          <p:cNvPr id="27" name="Imagen 26">
            <a:extLst>
              <a:ext uri="{FF2B5EF4-FFF2-40B4-BE49-F238E27FC236}">
                <a16:creationId xmlns:a16="http://schemas.microsoft.com/office/drawing/2014/main" id="{623153A7-D1BA-8068-48EC-A01E03BBF892}"/>
              </a:ext>
            </a:extLst>
          </p:cNvPr>
          <p:cNvPicPr>
            <a:picLocks noChangeAspect="1"/>
          </p:cNvPicPr>
          <p:nvPr/>
        </p:nvPicPr>
        <p:blipFill>
          <a:blip r:embed="rId7"/>
          <a:stretch>
            <a:fillRect/>
          </a:stretch>
        </p:blipFill>
        <p:spPr>
          <a:xfrm>
            <a:off x="5890258" y="740614"/>
            <a:ext cx="3" cy="4524064"/>
          </a:xfrm>
          <a:prstGeom prst="rect">
            <a:avLst/>
          </a:prstGeom>
        </p:spPr>
      </p:pic>
      <p:pic>
        <p:nvPicPr>
          <p:cNvPr id="28" name="Imagen 27">
            <a:extLst>
              <a:ext uri="{FF2B5EF4-FFF2-40B4-BE49-F238E27FC236}">
                <a16:creationId xmlns:a16="http://schemas.microsoft.com/office/drawing/2014/main" id="{BC117FFC-E915-AF33-2409-050B9190C893}"/>
              </a:ext>
            </a:extLst>
          </p:cNvPr>
          <p:cNvPicPr>
            <a:picLocks noChangeAspect="1"/>
          </p:cNvPicPr>
          <p:nvPr/>
        </p:nvPicPr>
        <p:blipFill>
          <a:blip r:embed="rId6"/>
          <a:stretch>
            <a:fillRect/>
          </a:stretch>
        </p:blipFill>
        <p:spPr>
          <a:xfrm>
            <a:off x="5890257" y="3002644"/>
            <a:ext cx="6" cy="4"/>
          </a:xfrm>
          <a:prstGeom prst="rect">
            <a:avLst/>
          </a:prstGeom>
        </p:spPr>
      </p:pic>
      <p:pic>
        <p:nvPicPr>
          <p:cNvPr id="18" name="Imagen 17">
            <a:extLst>
              <a:ext uri="{FF2B5EF4-FFF2-40B4-BE49-F238E27FC236}">
                <a16:creationId xmlns:a16="http://schemas.microsoft.com/office/drawing/2014/main" id="{664A85A4-DD6D-F7DA-845B-D8264C9F8192}"/>
              </a:ext>
            </a:extLst>
          </p:cNvPr>
          <p:cNvPicPr>
            <a:picLocks noChangeAspect="1"/>
          </p:cNvPicPr>
          <p:nvPr/>
        </p:nvPicPr>
        <p:blipFill>
          <a:blip r:embed="rId2"/>
          <a:stretch>
            <a:fillRect/>
          </a:stretch>
        </p:blipFill>
        <p:spPr>
          <a:xfrm>
            <a:off x="5623503" y="2612818"/>
            <a:ext cx="17" cy="13"/>
          </a:xfrm>
          <a:prstGeom prst="rect">
            <a:avLst/>
          </a:prstGeom>
        </p:spPr>
      </p:pic>
      <p:pic>
        <p:nvPicPr>
          <p:cNvPr id="31" name="Imagen 30">
            <a:extLst>
              <a:ext uri="{FF2B5EF4-FFF2-40B4-BE49-F238E27FC236}">
                <a16:creationId xmlns:a16="http://schemas.microsoft.com/office/drawing/2014/main" id="{D19B6EA9-8946-928E-EB6C-DAAAA30FF5A4}"/>
              </a:ext>
            </a:extLst>
          </p:cNvPr>
          <p:cNvPicPr>
            <a:picLocks noChangeAspect="1"/>
          </p:cNvPicPr>
          <p:nvPr/>
        </p:nvPicPr>
        <p:blipFill>
          <a:blip r:embed="rId3"/>
          <a:stretch>
            <a:fillRect/>
          </a:stretch>
        </p:blipFill>
        <p:spPr>
          <a:xfrm>
            <a:off x="5622013" y="2611244"/>
            <a:ext cx="2997" cy="3161"/>
          </a:xfrm>
          <a:prstGeom prst="rect">
            <a:avLst/>
          </a:prstGeom>
        </p:spPr>
      </p:pic>
      <p:pic>
        <p:nvPicPr>
          <p:cNvPr id="32" name="Imagen 31">
            <a:extLst>
              <a:ext uri="{FF2B5EF4-FFF2-40B4-BE49-F238E27FC236}">
                <a16:creationId xmlns:a16="http://schemas.microsoft.com/office/drawing/2014/main" id="{2B961977-EF6B-FACA-0CD2-BAE6405206C3}"/>
              </a:ext>
            </a:extLst>
          </p:cNvPr>
          <p:cNvPicPr>
            <a:picLocks noChangeAspect="1"/>
          </p:cNvPicPr>
          <p:nvPr/>
        </p:nvPicPr>
        <p:blipFill>
          <a:blip r:embed="rId4"/>
          <a:stretch>
            <a:fillRect/>
          </a:stretch>
        </p:blipFill>
        <p:spPr>
          <a:xfrm>
            <a:off x="5623507" y="2612824"/>
            <a:ext cx="9" cy="2"/>
          </a:xfrm>
          <a:prstGeom prst="rect">
            <a:avLst/>
          </a:prstGeom>
        </p:spPr>
      </p:pic>
      <p:pic>
        <p:nvPicPr>
          <p:cNvPr id="33" name="Imagen 32">
            <a:extLst>
              <a:ext uri="{FF2B5EF4-FFF2-40B4-BE49-F238E27FC236}">
                <a16:creationId xmlns:a16="http://schemas.microsoft.com/office/drawing/2014/main" id="{77DE9AFD-0FF2-06B5-F881-1D9BAD57325C}"/>
              </a:ext>
            </a:extLst>
          </p:cNvPr>
          <p:cNvPicPr>
            <a:picLocks noChangeAspect="1"/>
          </p:cNvPicPr>
          <p:nvPr/>
        </p:nvPicPr>
        <p:blipFill>
          <a:blip r:embed="rId5"/>
          <a:stretch>
            <a:fillRect/>
          </a:stretch>
        </p:blipFill>
        <p:spPr>
          <a:xfrm>
            <a:off x="5623508" y="2612824"/>
            <a:ext cx="8" cy="1"/>
          </a:xfrm>
          <a:prstGeom prst="rect">
            <a:avLst/>
          </a:prstGeom>
        </p:spPr>
      </p:pic>
      <p:pic>
        <p:nvPicPr>
          <p:cNvPr id="34" name="Imagen 33">
            <a:extLst>
              <a:ext uri="{FF2B5EF4-FFF2-40B4-BE49-F238E27FC236}">
                <a16:creationId xmlns:a16="http://schemas.microsoft.com/office/drawing/2014/main" id="{53527343-87E6-4AF6-FA35-B2856B79207A}"/>
              </a:ext>
            </a:extLst>
          </p:cNvPr>
          <p:cNvPicPr>
            <a:picLocks noChangeAspect="1"/>
          </p:cNvPicPr>
          <p:nvPr/>
        </p:nvPicPr>
        <p:blipFill>
          <a:blip r:embed="rId6"/>
          <a:stretch>
            <a:fillRect/>
          </a:stretch>
        </p:blipFill>
        <p:spPr>
          <a:xfrm>
            <a:off x="5623509" y="2612823"/>
            <a:ext cx="6" cy="4"/>
          </a:xfrm>
          <a:prstGeom prst="rect">
            <a:avLst/>
          </a:prstGeom>
        </p:spPr>
      </p:pic>
      <p:sp>
        <p:nvSpPr>
          <p:cNvPr id="29" name="CuadroTexto 28">
            <a:extLst>
              <a:ext uri="{FF2B5EF4-FFF2-40B4-BE49-F238E27FC236}">
                <a16:creationId xmlns:a16="http://schemas.microsoft.com/office/drawing/2014/main" id="{DF4B4475-70EC-EA16-53AC-ED46AD9DA6BD}"/>
              </a:ext>
            </a:extLst>
          </p:cNvPr>
          <p:cNvSpPr txBox="1"/>
          <p:nvPr/>
        </p:nvSpPr>
        <p:spPr>
          <a:xfrm>
            <a:off x="47156" y="703904"/>
            <a:ext cx="8822524" cy="2308324"/>
          </a:xfrm>
          <a:prstGeom prst="rect">
            <a:avLst/>
          </a:prstGeom>
          <a:noFill/>
        </p:spPr>
        <p:txBody>
          <a:bodyPr wrap="square">
            <a:spAutoFit/>
          </a:bodyPr>
          <a:lstStyle/>
          <a:p>
            <a:pPr algn="just"/>
            <a:r>
              <a:rPr lang="es-ES" sz="2400" dirty="0">
                <a:latin typeface="+mj-lt"/>
              </a:rPr>
              <a:t>After </a:t>
            </a:r>
            <a:r>
              <a:rPr lang="es-ES" sz="2400" dirty="0" err="1">
                <a:latin typeface="+mj-lt"/>
              </a:rPr>
              <a:t>predicting</a:t>
            </a:r>
            <a:r>
              <a:rPr lang="es-ES" sz="2400" dirty="0">
                <a:latin typeface="+mj-lt"/>
              </a:rPr>
              <a:t> </a:t>
            </a:r>
            <a:r>
              <a:rPr lang="es-ES" sz="2400" dirty="0" err="1">
                <a:latin typeface="+mj-lt"/>
              </a:rPr>
              <a:t>the</a:t>
            </a:r>
            <a:r>
              <a:rPr lang="es-ES" sz="2400" dirty="0">
                <a:latin typeface="+mj-lt"/>
              </a:rPr>
              <a:t> output,     </a:t>
            </a:r>
            <a:r>
              <a:rPr lang="es-ES" sz="2400" dirty="0" err="1">
                <a:latin typeface="+mj-lt"/>
              </a:rPr>
              <a:t>we</a:t>
            </a:r>
            <a:r>
              <a:rPr lang="es-ES" sz="2400" dirty="0">
                <a:latin typeface="+mj-lt"/>
              </a:rPr>
              <a:t> are in </a:t>
            </a:r>
            <a:r>
              <a:rPr lang="es-ES" sz="2400" dirty="0" err="1">
                <a:latin typeface="+mj-lt"/>
              </a:rPr>
              <a:t>the</a:t>
            </a:r>
            <a:r>
              <a:rPr lang="es-ES" sz="2400" dirty="0">
                <a:latin typeface="+mj-lt"/>
              </a:rPr>
              <a:t> final </a:t>
            </a:r>
            <a:r>
              <a:rPr lang="es-ES" sz="2400" dirty="0" err="1">
                <a:latin typeface="+mj-lt"/>
              </a:rPr>
              <a:t>layer</a:t>
            </a:r>
            <a:r>
              <a:rPr lang="es-ES" sz="2400" dirty="0">
                <a:latin typeface="+mj-lt"/>
              </a:rPr>
              <a:t> </a:t>
            </a:r>
            <a:r>
              <a:rPr lang="es-ES" sz="2400" dirty="0" err="1">
                <a:latin typeface="+mj-lt"/>
              </a:rPr>
              <a:t>of</a:t>
            </a:r>
            <a:r>
              <a:rPr lang="es-ES" sz="2400" dirty="0">
                <a:latin typeface="+mj-lt"/>
              </a:rPr>
              <a:t> </a:t>
            </a:r>
            <a:r>
              <a:rPr lang="es-ES" sz="2400" dirty="0" err="1">
                <a:latin typeface="+mj-lt"/>
              </a:rPr>
              <a:t>the</a:t>
            </a:r>
            <a:r>
              <a:rPr lang="es-ES" sz="2400" dirty="0">
                <a:latin typeface="+mj-lt"/>
              </a:rPr>
              <a:t> </a:t>
            </a:r>
            <a:r>
              <a:rPr lang="es-ES" sz="2400" dirty="0" err="1">
                <a:latin typeface="+mj-lt"/>
              </a:rPr>
              <a:t>network</a:t>
            </a:r>
            <a:r>
              <a:rPr lang="es-ES" sz="2400" dirty="0">
                <a:latin typeface="+mj-lt"/>
              </a:rPr>
              <a:t>. </a:t>
            </a:r>
            <a:r>
              <a:rPr lang="es-ES" sz="2400" dirty="0" err="1">
                <a:latin typeface="+mj-lt"/>
              </a:rPr>
              <a:t>Since</a:t>
            </a:r>
            <a:r>
              <a:rPr lang="es-ES" sz="2400" dirty="0">
                <a:latin typeface="+mj-lt"/>
              </a:rPr>
              <a:t> </a:t>
            </a:r>
            <a:r>
              <a:rPr lang="es-ES" sz="2400" dirty="0" err="1">
                <a:latin typeface="+mj-lt"/>
              </a:rPr>
              <a:t>we</a:t>
            </a:r>
            <a:r>
              <a:rPr lang="es-ES" sz="2400" dirty="0">
                <a:latin typeface="+mj-lt"/>
              </a:rPr>
              <a:t> are </a:t>
            </a:r>
            <a:r>
              <a:rPr lang="es-ES" sz="2400" dirty="0" err="1">
                <a:latin typeface="+mj-lt"/>
              </a:rPr>
              <a:t>backpropagating</a:t>
            </a:r>
            <a:r>
              <a:rPr lang="es-ES" sz="2400" dirty="0">
                <a:latin typeface="+mj-lt"/>
              </a:rPr>
              <a:t>, </a:t>
            </a:r>
            <a:r>
              <a:rPr lang="es-ES" sz="2400" dirty="0" err="1">
                <a:latin typeface="+mj-lt"/>
              </a:rPr>
              <a:t>that</a:t>
            </a:r>
            <a:r>
              <a:rPr lang="es-ES" sz="2400" dirty="0">
                <a:latin typeface="+mj-lt"/>
              </a:rPr>
              <a:t> </a:t>
            </a:r>
            <a:r>
              <a:rPr lang="es-ES" sz="2400" dirty="0" err="1">
                <a:latin typeface="+mj-lt"/>
              </a:rPr>
              <a:t>is</a:t>
            </a:r>
            <a:r>
              <a:rPr lang="es-ES" sz="2400" dirty="0">
                <a:latin typeface="+mj-lt"/>
              </a:rPr>
              <a:t>, </a:t>
            </a:r>
            <a:r>
              <a:rPr lang="es-ES" sz="2400" dirty="0" err="1">
                <a:latin typeface="+mj-lt"/>
              </a:rPr>
              <a:t>going</a:t>
            </a:r>
            <a:r>
              <a:rPr lang="es-ES" sz="2400" dirty="0">
                <a:latin typeface="+mj-lt"/>
              </a:rPr>
              <a:t> </a:t>
            </a:r>
            <a:r>
              <a:rPr lang="es-ES" sz="2400" dirty="0" err="1">
                <a:latin typeface="+mj-lt"/>
              </a:rPr>
              <a:t>from</a:t>
            </a:r>
            <a:r>
              <a:rPr lang="es-ES" sz="2400" dirty="0">
                <a:latin typeface="+mj-lt"/>
              </a:rPr>
              <a:t> </a:t>
            </a:r>
            <a:r>
              <a:rPr lang="es-ES" sz="2400" dirty="0" err="1">
                <a:latin typeface="+mj-lt"/>
              </a:rPr>
              <a:t>the</a:t>
            </a:r>
            <a:r>
              <a:rPr lang="es-ES" sz="2400" dirty="0">
                <a:latin typeface="+mj-lt"/>
              </a:rPr>
              <a:t> output </a:t>
            </a:r>
            <a:r>
              <a:rPr lang="es-ES" sz="2400" dirty="0" err="1">
                <a:latin typeface="+mj-lt"/>
              </a:rPr>
              <a:t>layer</a:t>
            </a:r>
            <a:r>
              <a:rPr lang="es-ES" sz="2400" dirty="0">
                <a:latin typeface="+mj-lt"/>
              </a:rPr>
              <a:t> </a:t>
            </a:r>
            <a:r>
              <a:rPr lang="es-ES" sz="2400" dirty="0" err="1">
                <a:latin typeface="+mj-lt"/>
              </a:rPr>
              <a:t>to</a:t>
            </a:r>
            <a:r>
              <a:rPr lang="es-ES" sz="2400" dirty="0">
                <a:latin typeface="+mj-lt"/>
              </a:rPr>
              <a:t> </a:t>
            </a:r>
            <a:r>
              <a:rPr lang="es-ES" sz="2400" dirty="0" err="1">
                <a:latin typeface="+mj-lt"/>
              </a:rPr>
              <a:t>the</a:t>
            </a:r>
            <a:r>
              <a:rPr lang="es-ES" sz="2400" dirty="0">
                <a:latin typeface="+mj-lt"/>
              </a:rPr>
              <a:t> input </a:t>
            </a:r>
            <a:r>
              <a:rPr lang="es-ES" sz="2400" dirty="0" err="1">
                <a:latin typeface="+mj-lt"/>
              </a:rPr>
              <a:t>layer</a:t>
            </a:r>
            <a:r>
              <a:rPr lang="es-ES" sz="2400" dirty="0">
                <a:latin typeface="+mj-lt"/>
              </a:rPr>
              <a:t>, </a:t>
            </a:r>
            <a:r>
              <a:rPr lang="es-ES" sz="2400" dirty="0" err="1">
                <a:latin typeface="+mj-lt"/>
              </a:rPr>
              <a:t>our</a:t>
            </a:r>
            <a:r>
              <a:rPr lang="es-ES" sz="2400" dirty="0">
                <a:latin typeface="+mj-lt"/>
              </a:rPr>
              <a:t> </a:t>
            </a:r>
            <a:r>
              <a:rPr lang="es-ES" sz="2400" dirty="0" err="1">
                <a:latin typeface="+mj-lt"/>
              </a:rPr>
              <a:t>first</a:t>
            </a:r>
            <a:r>
              <a:rPr lang="es-ES" sz="2400" dirty="0">
                <a:latin typeface="+mj-lt"/>
              </a:rPr>
              <a:t> </a:t>
            </a:r>
            <a:r>
              <a:rPr lang="es-ES" sz="2400" dirty="0" err="1">
                <a:latin typeface="+mj-lt"/>
              </a:rPr>
              <a:t>weight</a:t>
            </a:r>
            <a:r>
              <a:rPr lang="es-ES" sz="2400" dirty="0">
                <a:latin typeface="+mj-lt"/>
              </a:rPr>
              <a:t> </a:t>
            </a:r>
            <a:r>
              <a:rPr lang="es-ES" sz="2400" dirty="0" err="1">
                <a:latin typeface="+mj-lt"/>
              </a:rPr>
              <a:t>would</a:t>
            </a:r>
            <a:r>
              <a:rPr lang="es-ES" sz="2400" dirty="0">
                <a:latin typeface="+mj-lt"/>
              </a:rPr>
              <a:t> be </a:t>
            </a:r>
            <a:r>
              <a:rPr lang="es-ES" sz="2400" b="1" i="1" dirty="0">
                <a:latin typeface="+mj-lt"/>
              </a:rPr>
              <a:t>V</a:t>
            </a:r>
            <a:r>
              <a:rPr lang="es-ES" sz="2400" dirty="0">
                <a:latin typeface="+mj-lt"/>
              </a:rPr>
              <a:t>, </a:t>
            </a:r>
            <a:r>
              <a:rPr lang="es-ES" sz="2400" dirty="0" err="1">
                <a:latin typeface="+mj-lt"/>
              </a:rPr>
              <a:t>which</a:t>
            </a:r>
            <a:r>
              <a:rPr lang="es-ES" sz="2400" dirty="0">
                <a:latin typeface="+mj-lt"/>
              </a:rPr>
              <a:t> </a:t>
            </a:r>
            <a:r>
              <a:rPr lang="es-ES" sz="2400" dirty="0" err="1">
                <a:latin typeface="+mj-lt"/>
              </a:rPr>
              <a:t>is</a:t>
            </a:r>
            <a:r>
              <a:rPr lang="es-ES" sz="2400" dirty="0">
                <a:latin typeface="+mj-lt"/>
              </a:rPr>
              <a:t> </a:t>
            </a:r>
            <a:r>
              <a:rPr lang="es-ES" sz="2400" dirty="0" err="1">
                <a:latin typeface="+mj-lt"/>
              </a:rPr>
              <a:t>the</a:t>
            </a:r>
            <a:r>
              <a:rPr lang="es-ES" sz="2400" dirty="0">
                <a:latin typeface="+mj-lt"/>
              </a:rPr>
              <a:t> </a:t>
            </a:r>
            <a:r>
              <a:rPr lang="es-ES" sz="2400" dirty="0" err="1">
                <a:latin typeface="+mj-lt"/>
              </a:rPr>
              <a:t>hidden</a:t>
            </a:r>
            <a:r>
              <a:rPr lang="es-ES" sz="2400" dirty="0">
                <a:latin typeface="+mj-lt"/>
              </a:rPr>
              <a:t> </a:t>
            </a:r>
            <a:r>
              <a:rPr lang="es-ES" sz="2400" dirty="0" err="1">
                <a:latin typeface="+mj-lt"/>
              </a:rPr>
              <a:t>to</a:t>
            </a:r>
            <a:r>
              <a:rPr lang="es-ES" sz="2400" dirty="0">
                <a:latin typeface="+mj-lt"/>
              </a:rPr>
              <a:t> output </a:t>
            </a:r>
            <a:r>
              <a:rPr lang="es-ES" sz="2400" dirty="0" err="1">
                <a:latin typeface="+mj-lt"/>
              </a:rPr>
              <a:t>layer</a:t>
            </a:r>
            <a:r>
              <a:rPr lang="es-ES" sz="2400" dirty="0">
                <a:latin typeface="+mj-lt"/>
              </a:rPr>
              <a:t> </a:t>
            </a:r>
            <a:r>
              <a:rPr lang="es-ES" sz="2400" dirty="0" err="1">
                <a:latin typeface="+mj-lt"/>
              </a:rPr>
              <a:t>weight</a:t>
            </a:r>
            <a:r>
              <a:rPr lang="es-ES" sz="2400" dirty="0">
                <a:latin typeface="+mj-lt"/>
              </a:rPr>
              <a:t>. </a:t>
            </a:r>
            <a:r>
              <a:rPr lang="es-ES" sz="2400" dirty="0" err="1">
                <a:latin typeface="+mj-lt"/>
              </a:rPr>
              <a:t>We</a:t>
            </a:r>
            <a:r>
              <a:rPr lang="es-ES" sz="2400" dirty="0">
                <a:latin typeface="+mj-lt"/>
              </a:rPr>
              <a:t> </a:t>
            </a:r>
            <a:r>
              <a:rPr lang="es-ES" sz="2400" dirty="0" err="1">
                <a:latin typeface="+mj-lt"/>
              </a:rPr>
              <a:t>have</a:t>
            </a:r>
            <a:r>
              <a:rPr lang="es-ES" sz="2400" dirty="0">
                <a:latin typeface="+mj-lt"/>
              </a:rPr>
              <a:t> </a:t>
            </a:r>
            <a:r>
              <a:rPr lang="es-ES" sz="2400" dirty="0" err="1">
                <a:latin typeface="+mj-lt"/>
              </a:rPr>
              <a:t>seen</a:t>
            </a:r>
            <a:r>
              <a:rPr lang="es-ES" sz="2400" dirty="0">
                <a:latin typeface="+mj-lt"/>
              </a:rPr>
              <a:t> </a:t>
            </a:r>
            <a:r>
              <a:rPr lang="es-ES" sz="2400" dirty="0" err="1">
                <a:latin typeface="+mj-lt"/>
              </a:rPr>
              <a:t>that</a:t>
            </a:r>
            <a:r>
              <a:rPr lang="es-ES" sz="2400" dirty="0">
                <a:latin typeface="+mj-lt"/>
              </a:rPr>
              <a:t> </a:t>
            </a:r>
            <a:r>
              <a:rPr lang="es-ES" sz="2400" dirty="0" err="1">
                <a:latin typeface="+mj-lt"/>
              </a:rPr>
              <a:t>the</a:t>
            </a:r>
            <a:r>
              <a:rPr lang="es-ES" sz="2400" dirty="0">
                <a:latin typeface="+mj-lt"/>
              </a:rPr>
              <a:t> final </a:t>
            </a:r>
            <a:r>
              <a:rPr lang="es-ES" sz="2400" dirty="0" err="1">
                <a:latin typeface="+mj-lt"/>
              </a:rPr>
              <a:t>loss</a:t>
            </a:r>
            <a:r>
              <a:rPr lang="es-ES" sz="2400" dirty="0">
                <a:latin typeface="+mj-lt"/>
              </a:rPr>
              <a:t> </a:t>
            </a:r>
            <a:r>
              <a:rPr lang="es-ES" sz="2400" dirty="0" err="1">
                <a:latin typeface="+mj-lt"/>
              </a:rPr>
              <a:t>is</a:t>
            </a:r>
            <a:r>
              <a:rPr lang="es-ES" sz="2400" dirty="0">
                <a:latin typeface="+mj-lt"/>
              </a:rPr>
              <a:t> </a:t>
            </a:r>
            <a:r>
              <a:rPr lang="es-ES" sz="2400" dirty="0" err="1">
                <a:latin typeface="+mj-lt"/>
              </a:rPr>
              <a:t>the</a:t>
            </a:r>
            <a:r>
              <a:rPr lang="es-ES" sz="2400" dirty="0">
                <a:latin typeface="+mj-lt"/>
              </a:rPr>
              <a:t> sum </a:t>
            </a:r>
            <a:r>
              <a:rPr lang="es-ES" sz="2400" dirty="0" err="1">
                <a:latin typeface="+mj-lt"/>
              </a:rPr>
              <a:t>of</a:t>
            </a:r>
            <a:r>
              <a:rPr lang="es-ES" sz="2400" dirty="0">
                <a:latin typeface="+mj-lt"/>
              </a:rPr>
              <a:t> </a:t>
            </a:r>
            <a:r>
              <a:rPr lang="es-ES" sz="2400" dirty="0" err="1">
                <a:latin typeface="+mj-lt"/>
              </a:rPr>
              <a:t>the</a:t>
            </a:r>
            <a:r>
              <a:rPr lang="es-ES" sz="2400" dirty="0">
                <a:latin typeface="+mj-lt"/>
              </a:rPr>
              <a:t> </a:t>
            </a:r>
            <a:r>
              <a:rPr lang="es-ES" sz="2400" dirty="0" err="1">
                <a:latin typeface="+mj-lt"/>
              </a:rPr>
              <a:t>loss</a:t>
            </a:r>
            <a:r>
              <a:rPr lang="es-ES" sz="2400" dirty="0">
                <a:latin typeface="+mj-lt"/>
              </a:rPr>
              <a:t> </a:t>
            </a:r>
            <a:r>
              <a:rPr lang="es-ES" sz="2400" dirty="0" err="1">
                <a:latin typeface="+mj-lt"/>
              </a:rPr>
              <a:t>over</a:t>
            </a:r>
            <a:r>
              <a:rPr lang="es-ES" sz="2400" dirty="0">
                <a:latin typeface="+mj-lt"/>
              </a:rPr>
              <a:t> </a:t>
            </a:r>
            <a:r>
              <a:rPr lang="es-ES" sz="2400" dirty="0" err="1">
                <a:latin typeface="+mj-lt"/>
              </a:rPr>
              <a:t>all</a:t>
            </a:r>
            <a:r>
              <a:rPr lang="es-ES" sz="2400" dirty="0">
                <a:latin typeface="+mj-lt"/>
              </a:rPr>
              <a:t> </a:t>
            </a:r>
            <a:r>
              <a:rPr lang="es-ES" sz="2400" dirty="0" err="1">
                <a:latin typeface="+mj-lt"/>
              </a:rPr>
              <a:t>the</a:t>
            </a:r>
            <a:r>
              <a:rPr lang="es-ES" sz="2400" dirty="0">
                <a:latin typeface="+mj-lt"/>
              </a:rPr>
              <a:t> time </a:t>
            </a:r>
            <a:r>
              <a:rPr lang="es-ES" sz="2400" dirty="0" err="1">
                <a:latin typeface="+mj-lt"/>
              </a:rPr>
              <a:t>steps</a:t>
            </a:r>
            <a:r>
              <a:rPr lang="es-ES" sz="2400" dirty="0">
                <a:latin typeface="+mj-lt"/>
              </a:rPr>
              <a:t>, and </a:t>
            </a:r>
            <a:r>
              <a:rPr lang="es-ES" sz="2400" dirty="0" err="1">
                <a:latin typeface="+mj-lt"/>
              </a:rPr>
              <a:t>similarly</a:t>
            </a:r>
            <a:r>
              <a:rPr lang="es-ES" sz="2400" dirty="0">
                <a:latin typeface="+mj-lt"/>
              </a:rPr>
              <a:t>, </a:t>
            </a:r>
            <a:r>
              <a:rPr lang="es-ES" sz="2400" dirty="0" err="1">
                <a:latin typeface="+mj-lt"/>
              </a:rPr>
              <a:t>the</a:t>
            </a:r>
            <a:r>
              <a:rPr lang="es-ES" sz="2400" dirty="0">
                <a:latin typeface="+mj-lt"/>
              </a:rPr>
              <a:t> final </a:t>
            </a:r>
            <a:r>
              <a:rPr lang="es-ES" sz="2400" dirty="0" err="1">
                <a:latin typeface="+mj-lt"/>
              </a:rPr>
              <a:t>gradient</a:t>
            </a:r>
            <a:r>
              <a:rPr lang="es-ES" sz="2400" dirty="0">
                <a:latin typeface="+mj-lt"/>
              </a:rPr>
              <a:t> </a:t>
            </a:r>
            <a:r>
              <a:rPr lang="es-ES" sz="2400" dirty="0" err="1">
                <a:latin typeface="+mj-lt"/>
              </a:rPr>
              <a:t>is</a:t>
            </a:r>
            <a:r>
              <a:rPr lang="es-ES" sz="2400" dirty="0">
                <a:latin typeface="+mj-lt"/>
              </a:rPr>
              <a:t> </a:t>
            </a:r>
            <a:r>
              <a:rPr lang="es-ES" sz="2400" dirty="0" err="1">
                <a:latin typeface="+mj-lt"/>
              </a:rPr>
              <a:t>the</a:t>
            </a:r>
            <a:r>
              <a:rPr lang="es-ES" sz="2400" dirty="0">
                <a:latin typeface="+mj-lt"/>
              </a:rPr>
              <a:t> sum </a:t>
            </a:r>
            <a:r>
              <a:rPr lang="es-ES" sz="2400" dirty="0" err="1">
                <a:latin typeface="+mj-lt"/>
              </a:rPr>
              <a:t>of</a:t>
            </a:r>
            <a:r>
              <a:rPr lang="es-ES" sz="2400" dirty="0">
                <a:latin typeface="+mj-lt"/>
              </a:rPr>
              <a:t> </a:t>
            </a:r>
            <a:r>
              <a:rPr lang="es-ES" sz="2400" dirty="0" err="1">
                <a:latin typeface="+mj-lt"/>
              </a:rPr>
              <a:t>gradients</a:t>
            </a:r>
            <a:r>
              <a:rPr lang="es-ES" sz="2400" dirty="0">
                <a:latin typeface="+mj-lt"/>
              </a:rPr>
              <a:t> </a:t>
            </a:r>
            <a:r>
              <a:rPr lang="es-ES" sz="2400" dirty="0" err="1">
                <a:latin typeface="+mj-lt"/>
              </a:rPr>
              <a:t>over</a:t>
            </a:r>
            <a:r>
              <a:rPr lang="es-ES" sz="2400" dirty="0">
                <a:latin typeface="+mj-lt"/>
              </a:rPr>
              <a:t> </a:t>
            </a:r>
            <a:r>
              <a:rPr lang="es-ES" sz="2400" dirty="0" err="1">
                <a:latin typeface="+mj-lt"/>
              </a:rPr>
              <a:t>all</a:t>
            </a:r>
            <a:r>
              <a:rPr lang="es-ES" sz="2400" dirty="0">
                <a:latin typeface="+mj-lt"/>
              </a:rPr>
              <a:t> </a:t>
            </a:r>
            <a:r>
              <a:rPr lang="es-ES" sz="2400" dirty="0" err="1">
                <a:latin typeface="+mj-lt"/>
              </a:rPr>
              <a:t>the</a:t>
            </a:r>
            <a:r>
              <a:rPr lang="es-ES" sz="2400" dirty="0">
                <a:latin typeface="+mj-lt"/>
              </a:rPr>
              <a:t> time </a:t>
            </a:r>
            <a:r>
              <a:rPr lang="es-ES" sz="2400" dirty="0" err="1">
                <a:latin typeface="+mj-lt"/>
              </a:rPr>
              <a:t>steps</a:t>
            </a:r>
            <a:r>
              <a:rPr lang="es-ES" sz="2400" dirty="0">
                <a:latin typeface="+mj-lt"/>
              </a:rPr>
              <a:t>:</a:t>
            </a:r>
          </a:p>
        </p:txBody>
      </p:sp>
      <p:pic>
        <p:nvPicPr>
          <p:cNvPr id="30" name="Imagen 29">
            <a:extLst>
              <a:ext uri="{FF2B5EF4-FFF2-40B4-BE49-F238E27FC236}">
                <a16:creationId xmlns:a16="http://schemas.microsoft.com/office/drawing/2014/main" id="{6C37F91B-A962-5448-365B-7E3D1862AE58}"/>
              </a:ext>
            </a:extLst>
          </p:cNvPr>
          <p:cNvPicPr>
            <a:picLocks noChangeAspect="1"/>
          </p:cNvPicPr>
          <p:nvPr/>
        </p:nvPicPr>
        <p:blipFill>
          <a:blip r:embed="rId8"/>
          <a:stretch>
            <a:fillRect/>
          </a:stretch>
        </p:blipFill>
        <p:spPr>
          <a:xfrm>
            <a:off x="3646576" y="703904"/>
            <a:ext cx="228600" cy="400050"/>
          </a:xfrm>
          <a:prstGeom prst="rect">
            <a:avLst/>
          </a:prstGeom>
        </p:spPr>
      </p:pic>
      <p:pic>
        <p:nvPicPr>
          <p:cNvPr id="38" name="Imagen 37">
            <a:extLst>
              <a:ext uri="{FF2B5EF4-FFF2-40B4-BE49-F238E27FC236}">
                <a16:creationId xmlns:a16="http://schemas.microsoft.com/office/drawing/2014/main" id="{5B787967-CFB8-1E8A-2C8D-EFA643399891}"/>
              </a:ext>
            </a:extLst>
          </p:cNvPr>
          <p:cNvPicPr>
            <a:picLocks noChangeAspect="1"/>
          </p:cNvPicPr>
          <p:nvPr/>
        </p:nvPicPr>
        <p:blipFill>
          <a:blip r:embed="rId9"/>
          <a:stretch>
            <a:fillRect/>
          </a:stretch>
        </p:blipFill>
        <p:spPr>
          <a:xfrm>
            <a:off x="2497455" y="3089194"/>
            <a:ext cx="4591050" cy="676275"/>
          </a:xfrm>
          <a:prstGeom prst="rect">
            <a:avLst/>
          </a:prstGeom>
        </p:spPr>
      </p:pic>
      <p:pic>
        <p:nvPicPr>
          <p:cNvPr id="39" name="Imagen 38">
            <a:extLst>
              <a:ext uri="{FF2B5EF4-FFF2-40B4-BE49-F238E27FC236}">
                <a16:creationId xmlns:a16="http://schemas.microsoft.com/office/drawing/2014/main" id="{F01FCA91-B6EF-2FDB-1F5F-7B13DA1A805F}"/>
              </a:ext>
            </a:extLst>
          </p:cNvPr>
          <p:cNvPicPr>
            <a:picLocks noChangeAspect="1"/>
          </p:cNvPicPr>
          <p:nvPr/>
        </p:nvPicPr>
        <p:blipFill>
          <a:blip r:embed="rId10"/>
          <a:stretch>
            <a:fillRect/>
          </a:stretch>
        </p:blipFill>
        <p:spPr>
          <a:xfrm>
            <a:off x="3474721" y="3934890"/>
            <a:ext cx="2009775" cy="990600"/>
          </a:xfrm>
          <a:prstGeom prst="rect">
            <a:avLst/>
          </a:prstGeom>
        </p:spPr>
      </p:pic>
    </p:spTree>
    <p:extLst>
      <p:ext uri="{BB962C8B-B14F-4D97-AF65-F5344CB8AC3E}">
        <p14:creationId xmlns:p14="http://schemas.microsoft.com/office/powerpoint/2010/main" val="126263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FB96C-0C21-A73D-A618-1FBBC0A34C3F}"/>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DF0E51E9-D84B-3EE7-9D2F-754E2D35DE4A}"/>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B94F6921-DE0E-9F19-3ECD-15EDC293350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DFF08E41-5416-D879-04AB-D78FB0DDAA77}"/>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0F8686D9-210D-831D-1DA9-B9EB15C201D4}"/>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27" name="Imagen 26">
            <a:extLst>
              <a:ext uri="{FF2B5EF4-FFF2-40B4-BE49-F238E27FC236}">
                <a16:creationId xmlns:a16="http://schemas.microsoft.com/office/drawing/2014/main" id="{07E6D936-FB76-0E86-629A-EE38644EAA61}"/>
              </a:ext>
            </a:extLst>
          </p:cNvPr>
          <p:cNvPicPr>
            <a:picLocks noChangeAspect="1"/>
          </p:cNvPicPr>
          <p:nvPr/>
        </p:nvPicPr>
        <p:blipFill>
          <a:blip r:embed="rId2"/>
          <a:stretch>
            <a:fillRect/>
          </a:stretch>
        </p:blipFill>
        <p:spPr>
          <a:xfrm>
            <a:off x="5890258" y="740614"/>
            <a:ext cx="3" cy="4524064"/>
          </a:xfrm>
          <a:prstGeom prst="rect">
            <a:avLst/>
          </a:prstGeom>
        </p:spPr>
      </p:pic>
      <p:sp>
        <p:nvSpPr>
          <p:cNvPr id="35" name="CuadroTexto 34">
            <a:extLst>
              <a:ext uri="{FF2B5EF4-FFF2-40B4-BE49-F238E27FC236}">
                <a16:creationId xmlns:a16="http://schemas.microsoft.com/office/drawing/2014/main" id="{B9A4ABE1-CA19-9E22-6159-16F05C9349EF}"/>
              </a:ext>
            </a:extLst>
          </p:cNvPr>
          <p:cNvSpPr txBox="1"/>
          <p:nvPr/>
        </p:nvSpPr>
        <p:spPr>
          <a:xfrm>
            <a:off x="58180" y="763339"/>
            <a:ext cx="6096000" cy="461665"/>
          </a:xfrm>
          <a:prstGeom prst="rect">
            <a:avLst/>
          </a:prstGeom>
          <a:noFill/>
        </p:spPr>
        <p:txBody>
          <a:bodyPr wrap="square">
            <a:spAutoFit/>
          </a:bodyPr>
          <a:lstStyle/>
          <a:p>
            <a:r>
              <a:rPr lang="es-ES" sz="2400" dirty="0" err="1">
                <a:latin typeface="+mj-lt"/>
              </a:rPr>
              <a:t>Thus</a:t>
            </a:r>
            <a:r>
              <a:rPr lang="es-ES" sz="2400" dirty="0">
                <a:latin typeface="+mj-lt"/>
              </a:rPr>
              <a:t>, </a:t>
            </a:r>
            <a:r>
              <a:rPr lang="es-ES" sz="2400" dirty="0" err="1">
                <a:latin typeface="+mj-lt"/>
              </a:rPr>
              <a:t>our</a:t>
            </a:r>
            <a:r>
              <a:rPr lang="es-ES" sz="2400" dirty="0">
                <a:latin typeface="+mj-lt"/>
              </a:rPr>
              <a:t> </a:t>
            </a:r>
            <a:r>
              <a:rPr lang="es-ES" sz="2400" dirty="0" err="1">
                <a:latin typeface="+mj-lt"/>
              </a:rPr>
              <a:t>equation</a:t>
            </a:r>
            <a:r>
              <a:rPr lang="es-ES" sz="2400" dirty="0">
                <a:latin typeface="+mj-lt"/>
              </a:rPr>
              <a:t> </a:t>
            </a:r>
            <a:r>
              <a:rPr lang="es-ES" sz="2400" dirty="0" err="1">
                <a:latin typeface="+mj-lt"/>
              </a:rPr>
              <a:t>becomes</a:t>
            </a:r>
            <a:r>
              <a:rPr lang="es-ES" sz="2400" dirty="0">
                <a:latin typeface="+mj-lt"/>
              </a:rPr>
              <a:t> </a:t>
            </a:r>
            <a:r>
              <a:rPr lang="es-ES" sz="2400" dirty="0" err="1">
                <a:latin typeface="+mj-lt"/>
              </a:rPr>
              <a:t>the</a:t>
            </a:r>
            <a:r>
              <a:rPr lang="es-ES" sz="2400" dirty="0">
                <a:latin typeface="+mj-lt"/>
              </a:rPr>
              <a:t> </a:t>
            </a:r>
            <a:r>
              <a:rPr lang="es-ES" sz="2400" dirty="0" err="1">
                <a:latin typeface="+mj-lt"/>
              </a:rPr>
              <a:t>following</a:t>
            </a:r>
            <a:r>
              <a:rPr lang="es-ES" sz="2400" dirty="0">
                <a:latin typeface="+mj-lt"/>
              </a:rPr>
              <a:t>:</a:t>
            </a:r>
          </a:p>
        </p:txBody>
      </p:sp>
      <p:pic>
        <p:nvPicPr>
          <p:cNvPr id="36" name="Imagen 35">
            <a:extLst>
              <a:ext uri="{FF2B5EF4-FFF2-40B4-BE49-F238E27FC236}">
                <a16:creationId xmlns:a16="http://schemas.microsoft.com/office/drawing/2014/main" id="{A5E129E4-9D4A-64F3-837E-C84723078284}"/>
              </a:ext>
            </a:extLst>
          </p:cNvPr>
          <p:cNvPicPr>
            <a:picLocks noChangeAspect="1"/>
          </p:cNvPicPr>
          <p:nvPr/>
        </p:nvPicPr>
        <p:blipFill>
          <a:blip r:embed="rId3"/>
          <a:stretch>
            <a:fillRect/>
          </a:stretch>
        </p:blipFill>
        <p:spPr>
          <a:xfrm>
            <a:off x="5630227" y="1512643"/>
            <a:ext cx="2867025" cy="923925"/>
          </a:xfrm>
          <a:prstGeom prst="rect">
            <a:avLst/>
          </a:prstGeom>
        </p:spPr>
      </p:pic>
      <p:pic>
        <p:nvPicPr>
          <p:cNvPr id="37" name="Imagen 36">
            <a:extLst>
              <a:ext uri="{FF2B5EF4-FFF2-40B4-BE49-F238E27FC236}">
                <a16:creationId xmlns:a16="http://schemas.microsoft.com/office/drawing/2014/main" id="{75C7DBC0-8264-6993-46A3-50764E7DBC75}"/>
              </a:ext>
            </a:extLst>
          </p:cNvPr>
          <p:cNvPicPr>
            <a:picLocks noChangeAspect="1"/>
          </p:cNvPicPr>
          <p:nvPr/>
        </p:nvPicPr>
        <p:blipFill>
          <a:blip r:embed="rId4"/>
          <a:stretch>
            <a:fillRect/>
          </a:stretch>
        </p:blipFill>
        <p:spPr>
          <a:xfrm>
            <a:off x="934918" y="1662170"/>
            <a:ext cx="3695700" cy="2124075"/>
          </a:xfrm>
          <a:prstGeom prst="rect">
            <a:avLst/>
          </a:prstGeom>
        </p:spPr>
      </p:pic>
      <p:pic>
        <p:nvPicPr>
          <p:cNvPr id="40" name="Imagen 39">
            <a:extLst>
              <a:ext uri="{FF2B5EF4-FFF2-40B4-BE49-F238E27FC236}">
                <a16:creationId xmlns:a16="http://schemas.microsoft.com/office/drawing/2014/main" id="{0F2016E3-7FB9-5451-1743-44634FEE42CE}"/>
              </a:ext>
            </a:extLst>
          </p:cNvPr>
          <p:cNvPicPr>
            <a:picLocks noChangeAspect="1"/>
          </p:cNvPicPr>
          <p:nvPr/>
        </p:nvPicPr>
        <p:blipFill>
          <a:blip r:embed="rId5"/>
          <a:stretch>
            <a:fillRect/>
          </a:stretch>
        </p:blipFill>
        <p:spPr>
          <a:xfrm>
            <a:off x="5508306" y="2724208"/>
            <a:ext cx="3248025" cy="1352550"/>
          </a:xfrm>
          <a:prstGeom prst="rect">
            <a:avLst/>
          </a:prstGeom>
        </p:spPr>
      </p:pic>
    </p:spTree>
    <p:extLst>
      <p:ext uri="{BB962C8B-B14F-4D97-AF65-F5344CB8AC3E}">
        <p14:creationId xmlns:p14="http://schemas.microsoft.com/office/powerpoint/2010/main" val="175530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90AD1-D568-B62D-077C-AEA97FE439B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5AF86BE-7715-FCF2-CEEB-80A0D716B722}"/>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A7DF98F7-563F-4A04-6151-CB18863C4425}"/>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31FDA3AA-554B-B83B-641B-94E59E01AE6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B7020EF8-F64B-D096-098F-964C9483DB3A}"/>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27" name="Imagen 26">
            <a:extLst>
              <a:ext uri="{FF2B5EF4-FFF2-40B4-BE49-F238E27FC236}">
                <a16:creationId xmlns:a16="http://schemas.microsoft.com/office/drawing/2014/main" id="{69588427-54BA-EC7C-1268-A0FFBDB33F45}"/>
              </a:ext>
            </a:extLst>
          </p:cNvPr>
          <p:cNvPicPr>
            <a:picLocks noChangeAspect="1"/>
          </p:cNvPicPr>
          <p:nvPr/>
        </p:nvPicPr>
        <p:blipFill>
          <a:blip r:embed="rId2"/>
          <a:stretch>
            <a:fillRect/>
          </a:stretch>
        </p:blipFill>
        <p:spPr>
          <a:xfrm>
            <a:off x="5890258" y="740614"/>
            <a:ext cx="3" cy="4524064"/>
          </a:xfrm>
          <a:prstGeom prst="rect">
            <a:avLst/>
          </a:prstGeom>
        </p:spPr>
      </p:pic>
      <p:sp>
        <p:nvSpPr>
          <p:cNvPr id="2" name="CuadroTexto 1">
            <a:extLst>
              <a:ext uri="{FF2B5EF4-FFF2-40B4-BE49-F238E27FC236}">
                <a16:creationId xmlns:a16="http://schemas.microsoft.com/office/drawing/2014/main" id="{627B9915-0983-30C2-58AB-88932CAD5F07}"/>
              </a:ext>
            </a:extLst>
          </p:cNvPr>
          <p:cNvSpPr txBox="1"/>
          <p:nvPr/>
        </p:nvSpPr>
        <p:spPr>
          <a:xfrm>
            <a:off x="181494" y="818311"/>
            <a:ext cx="8781011" cy="1200329"/>
          </a:xfrm>
          <a:prstGeom prst="rect">
            <a:avLst/>
          </a:prstGeom>
          <a:noFill/>
        </p:spPr>
        <p:txBody>
          <a:bodyPr wrap="square">
            <a:spAutoFit/>
          </a:bodyPr>
          <a:lstStyle/>
          <a:p>
            <a:pPr algn="just"/>
            <a:r>
              <a:rPr lang="es-ES" sz="2400" dirty="0" err="1">
                <a:latin typeface="+mj-lt"/>
              </a:rPr>
              <a:t>Now</a:t>
            </a:r>
            <a:r>
              <a:rPr lang="es-ES" sz="2400" dirty="0">
                <a:latin typeface="+mj-lt"/>
              </a:rPr>
              <a:t>, </a:t>
            </a:r>
            <a:r>
              <a:rPr lang="es-ES" sz="2400" dirty="0" err="1">
                <a:latin typeface="+mj-lt"/>
              </a:rPr>
              <a:t>we</a:t>
            </a:r>
            <a:r>
              <a:rPr lang="es-ES" sz="2400" dirty="0">
                <a:latin typeface="+mj-lt"/>
              </a:rPr>
              <a:t> </a:t>
            </a:r>
            <a:r>
              <a:rPr lang="es-ES" sz="2400" dirty="0" err="1">
                <a:latin typeface="+mj-lt"/>
              </a:rPr>
              <a:t>will</a:t>
            </a:r>
            <a:r>
              <a:rPr lang="es-ES" sz="2400" dirty="0">
                <a:latin typeface="+mj-lt"/>
              </a:rPr>
              <a:t> compute </a:t>
            </a:r>
            <a:r>
              <a:rPr lang="es-ES" sz="2400" dirty="0" err="1">
                <a:latin typeface="+mj-lt"/>
              </a:rPr>
              <a:t>the</a:t>
            </a:r>
            <a:r>
              <a:rPr lang="es-ES" sz="2400" dirty="0">
                <a:latin typeface="+mj-lt"/>
              </a:rPr>
              <a:t> </a:t>
            </a:r>
            <a:r>
              <a:rPr lang="es-ES" sz="2400" dirty="0" err="1">
                <a:latin typeface="+mj-lt"/>
              </a:rPr>
              <a:t>gradients</a:t>
            </a:r>
            <a:r>
              <a:rPr lang="es-ES" sz="2400" dirty="0">
                <a:latin typeface="+mj-lt"/>
              </a:rPr>
              <a:t> </a:t>
            </a:r>
            <a:r>
              <a:rPr lang="es-ES" sz="2400" dirty="0" err="1">
                <a:latin typeface="+mj-lt"/>
              </a:rPr>
              <a:t>of</a:t>
            </a:r>
            <a:r>
              <a:rPr lang="es-ES" sz="2400" dirty="0">
                <a:latin typeface="+mj-lt"/>
              </a:rPr>
              <a:t> </a:t>
            </a:r>
            <a:r>
              <a:rPr lang="es-ES" sz="2400" dirty="0" err="1">
                <a:latin typeface="+mj-lt"/>
              </a:rPr>
              <a:t>loss</a:t>
            </a:r>
            <a:r>
              <a:rPr lang="es-ES" sz="2400" dirty="0">
                <a:latin typeface="+mj-lt"/>
              </a:rPr>
              <a:t> </a:t>
            </a:r>
            <a:r>
              <a:rPr lang="es-ES" sz="2400" dirty="0" err="1">
                <a:latin typeface="+mj-lt"/>
              </a:rPr>
              <a:t>with</a:t>
            </a:r>
            <a:r>
              <a:rPr lang="es-ES" sz="2400" dirty="0">
                <a:latin typeface="+mj-lt"/>
              </a:rPr>
              <a:t> </a:t>
            </a:r>
            <a:r>
              <a:rPr lang="es-ES" sz="2400" dirty="0" err="1">
                <a:latin typeface="+mj-lt"/>
              </a:rPr>
              <a:t>respect</a:t>
            </a:r>
            <a:r>
              <a:rPr lang="es-ES" sz="2400" dirty="0">
                <a:latin typeface="+mj-lt"/>
              </a:rPr>
              <a:t> </a:t>
            </a:r>
            <a:r>
              <a:rPr lang="es-ES" sz="2400" dirty="0" err="1">
                <a:latin typeface="+mj-lt"/>
              </a:rPr>
              <a:t>to</a:t>
            </a:r>
            <a:r>
              <a:rPr lang="es-ES" sz="2400" dirty="0">
                <a:latin typeface="+mj-lt"/>
              </a:rPr>
              <a:t> </a:t>
            </a:r>
            <a:r>
              <a:rPr lang="es-ES" sz="2400" dirty="0" err="1">
                <a:latin typeface="+mj-lt"/>
              </a:rPr>
              <a:t>hidden</a:t>
            </a:r>
            <a:r>
              <a:rPr lang="es-ES" sz="2400" dirty="0">
                <a:latin typeface="+mj-lt"/>
              </a:rPr>
              <a:t> </a:t>
            </a:r>
            <a:r>
              <a:rPr lang="es-ES" sz="2400" dirty="0" err="1">
                <a:latin typeface="+mj-lt"/>
              </a:rPr>
              <a:t>to</a:t>
            </a:r>
            <a:r>
              <a:rPr lang="es-ES" sz="2400" dirty="0">
                <a:latin typeface="+mj-lt"/>
              </a:rPr>
              <a:t> </a:t>
            </a:r>
            <a:r>
              <a:rPr lang="es-ES" sz="2400" dirty="0" err="1">
                <a:latin typeface="+mj-lt"/>
              </a:rPr>
              <a:t>hidden</a:t>
            </a:r>
            <a:r>
              <a:rPr lang="es-ES" sz="2400" dirty="0">
                <a:latin typeface="+mj-lt"/>
              </a:rPr>
              <a:t> </a:t>
            </a:r>
            <a:r>
              <a:rPr lang="es-ES" sz="2400" dirty="0" err="1">
                <a:latin typeface="+mj-lt"/>
              </a:rPr>
              <a:t>layer</a:t>
            </a:r>
            <a:r>
              <a:rPr lang="es-ES" sz="2400" dirty="0">
                <a:latin typeface="+mj-lt"/>
              </a:rPr>
              <a:t> </a:t>
            </a:r>
            <a:r>
              <a:rPr lang="es-ES" sz="2400" dirty="0" err="1">
                <a:latin typeface="+mj-lt"/>
              </a:rPr>
              <a:t>weights</a:t>
            </a:r>
            <a:r>
              <a:rPr lang="es-ES" sz="2400" dirty="0">
                <a:latin typeface="+mj-lt"/>
              </a:rPr>
              <a:t>, </a:t>
            </a:r>
            <a:r>
              <a:rPr lang="es-ES" sz="2400" b="1" i="1" dirty="0">
                <a:latin typeface="+mj-lt"/>
              </a:rPr>
              <a:t>W</a:t>
            </a:r>
            <a:r>
              <a:rPr lang="es-ES" sz="2400" dirty="0">
                <a:latin typeface="+mj-lt"/>
              </a:rPr>
              <a:t>. Similar </a:t>
            </a:r>
            <a:r>
              <a:rPr lang="es-ES" sz="2400" dirty="0" err="1">
                <a:latin typeface="+mj-lt"/>
              </a:rPr>
              <a:t>to</a:t>
            </a:r>
            <a:r>
              <a:rPr lang="es-ES" sz="2400" dirty="0">
                <a:latin typeface="+mj-lt"/>
              </a:rPr>
              <a:t> </a:t>
            </a:r>
            <a:r>
              <a:rPr lang="es-ES" sz="2400" b="1" i="1" dirty="0">
                <a:latin typeface="+mj-lt"/>
              </a:rPr>
              <a:t>V</a:t>
            </a:r>
            <a:r>
              <a:rPr lang="es-ES" sz="2400" dirty="0">
                <a:latin typeface="+mj-lt"/>
              </a:rPr>
              <a:t>, </a:t>
            </a:r>
            <a:r>
              <a:rPr lang="es-ES" sz="2400" dirty="0" err="1">
                <a:latin typeface="+mj-lt"/>
              </a:rPr>
              <a:t>the</a:t>
            </a:r>
            <a:r>
              <a:rPr lang="es-ES" sz="2400" dirty="0">
                <a:latin typeface="+mj-lt"/>
              </a:rPr>
              <a:t> final </a:t>
            </a:r>
            <a:r>
              <a:rPr lang="es-ES" sz="2400" dirty="0" err="1">
                <a:latin typeface="+mj-lt"/>
              </a:rPr>
              <a:t>gradient</a:t>
            </a:r>
            <a:r>
              <a:rPr lang="es-ES" sz="2400" dirty="0">
                <a:latin typeface="+mj-lt"/>
              </a:rPr>
              <a:t> </a:t>
            </a:r>
            <a:r>
              <a:rPr lang="es-ES" sz="2400" dirty="0" err="1">
                <a:latin typeface="+mj-lt"/>
              </a:rPr>
              <a:t>is</a:t>
            </a:r>
            <a:r>
              <a:rPr lang="es-ES" sz="2400" dirty="0">
                <a:latin typeface="+mj-lt"/>
              </a:rPr>
              <a:t> </a:t>
            </a:r>
            <a:r>
              <a:rPr lang="es-ES" sz="2400" dirty="0" err="1">
                <a:latin typeface="+mj-lt"/>
              </a:rPr>
              <a:t>the</a:t>
            </a:r>
            <a:r>
              <a:rPr lang="es-ES" sz="2400" dirty="0">
                <a:latin typeface="+mj-lt"/>
              </a:rPr>
              <a:t> sum </a:t>
            </a:r>
            <a:r>
              <a:rPr lang="es-ES" sz="2400" dirty="0" err="1">
                <a:latin typeface="+mj-lt"/>
              </a:rPr>
              <a:t>of</a:t>
            </a:r>
            <a:r>
              <a:rPr lang="es-ES" sz="2400" dirty="0">
                <a:latin typeface="+mj-lt"/>
              </a:rPr>
              <a:t> </a:t>
            </a:r>
            <a:r>
              <a:rPr lang="es-ES" sz="2400" dirty="0" err="1">
                <a:latin typeface="+mj-lt"/>
              </a:rPr>
              <a:t>the</a:t>
            </a:r>
            <a:r>
              <a:rPr lang="es-ES" sz="2400" dirty="0">
                <a:latin typeface="+mj-lt"/>
              </a:rPr>
              <a:t> </a:t>
            </a:r>
            <a:r>
              <a:rPr lang="es-ES" sz="2400" dirty="0" err="1">
                <a:latin typeface="+mj-lt"/>
              </a:rPr>
              <a:t>gradients</a:t>
            </a:r>
            <a:r>
              <a:rPr lang="es-ES" sz="2400" dirty="0">
                <a:latin typeface="+mj-lt"/>
              </a:rPr>
              <a:t> at </a:t>
            </a:r>
            <a:r>
              <a:rPr lang="es-ES" sz="2400" dirty="0" err="1">
                <a:latin typeface="+mj-lt"/>
              </a:rPr>
              <a:t>all</a:t>
            </a:r>
            <a:r>
              <a:rPr lang="es-ES" sz="2400" dirty="0">
                <a:latin typeface="+mj-lt"/>
              </a:rPr>
              <a:t> time </a:t>
            </a:r>
            <a:r>
              <a:rPr lang="es-ES" sz="2400" dirty="0" err="1">
                <a:latin typeface="+mj-lt"/>
              </a:rPr>
              <a:t>steps</a:t>
            </a:r>
            <a:r>
              <a:rPr lang="es-ES" sz="2400" dirty="0">
                <a:latin typeface="+mj-lt"/>
              </a:rPr>
              <a:t>:</a:t>
            </a:r>
          </a:p>
        </p:txBody>
      </p:sp>
      <p:pic>
        <p:nvPicPr>
          <p:cNvPr id="3" name="Imagen 2">
            <a:extLst>
              <a:ext uri="{FF2B5EF4-FFF2-40B4-BE49-F238E27FC236}">
                <a16:creationId xmlns:a16="http://schemas.microsoft.com/office/drawing/2014/main" id="{78D42CAA-2C5C-654B-E837-257807C48AB9}"/>
              </a:ext>
            </a:extLst>
          </p:cNvPr>
          <p:cNvPicPr>
            <a:picLocks noChangeAspect="1"/>
          </p:cNvPicPr>
          <p:nvPr/>
        </p:nvPicPr>
        <p:blipFill>
          <a:blip r:embed="rId3"/>
          <a:stretch>
            <a:fillRect/>
          </a:stretch>
        </p:blipFill>
        <p:spPr>
          <a:xfrm>
            <a:off x="2170747" y="2342632"/>
            <a:ext cx="4924425" cy="762000"/>
          </a:xfrm>
          <a:prstGeom prst="rect">
            <a:avLst/>
          </a:prstGeom>
        </p:spPr>
      </p:pic>
      <p:pic>
        <p:nvPicPr>
          <p:cNvPr id="4" name="Imagen 3">
            <a:extLst>
              <a:ext uri="{FF2B5EF4-FFF2-40B4-BE49-F238E27FC236}">
                <a16:creationId xmlns:a16="http://schemas.microsoft.com/office/drawing/2014/main" id="{686314B9-B9E0-CF58-C66D-A45D742AD8EF}"/>
              </a:ext>
            </a:extLst>
          </p:cNvPr>
          <p:cNvPicPr>
            <a:picLocks noChangeAspect="1"/>
          </p:cNvPicPr>
          <p:nvPr/>
        </p:nvPicPr>
        <p:blipFill>
          <a:blip r:embed="rId4"/>
          <a:stretch>
            <a:fillRect/>
          </a:stretch>
        </p:blipFill>
        <p:spPr>
          <a:xfrm>
            <a:off x="6094961" y="3428624"/>
            <a:ext cx="2078" cy="752"/>
          </a:xfrm>
          <a:prstGeom prst="rect">
            <a:avLst/>
          </a:prstGeom>
        </p:spPr>
      </p:pic>
      <p:pic>
        <p:nvPicPr>
          <p:cNvPr id="6" name="Imagen 5">
            <a:extLst>
              <a:ext uri="{FF2B5EF4-FFF2-40B4-BE49-F238E27FC236}">
                <a16:creationId xmlns:a16="http://schemas.microsoft.com/office/drawing/2014/main" id="{E6964C11-4B34-F291-EE7D-F4E1FB7A7727}"/>
              </a:ext>
            </a:extLst>
          </p:cNvPr>
          <p:cNvPicPr>
            <a:picLocks noChangeAspect="1"/>
          </p:cNvPicPr>
          <p:nvPr/>
        </p:nvPicPr>
        <p:blipFill>
          <a:blip r:embed="rId5"/>
          <a:stretch>
            <a:fillRect/>
          </a:stretch>
        </p:blipFill>
        <p:spPr>
          <a:xfrm>
            <a:off x="3804284" y="3428624"/>
            <a:ext cx="1657350" cy="742950"/>
          </a:xfrm>
          <a:prstGeom prst="rect">
            <a:avLst/>
          </a:prstGeom>
        </p:spPr>
      </p:pic>
    </p:spTree>
    <p:extLst>
      <p:ext uri="{BB962C8B-B14F-4D97-AF65-F5344CB8AC3E}">
        <p14:creationId xmlns:p14="http://schemas.microsoft.com/office/powerpoint/2010/main" val="210139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3635C-A59C-EFDF-07AE-40654A0F8E75}"/>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1EA912C-775F-95BF-5528-F603B659D951}"/>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D9F5C620-3CD3-349A-5C1D-97E1BC93A18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5C3354B-297B-F540-F6C4-3A98D9C05371}"/>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904B1962-6C50-F7C0-65EB-3FB7B05CE4CA}"/>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27" name="Imagen 26">
            <a:extLst>
              <a:ext uri="{FF2B5EF4-FFF2-40B4-BE49-F238E27FC236}">
                <a16:creationId xmlns:a16="http://schemas.microsoft.com/office/drawing/2014/main" id="{98765441-B5C8-3E8C-69CC-F93F898D9D65}"/>
              </a:ext>
            </a:extLst>
          </p:cNvPr>
          <p:cNvPicPr>
            <a:picLocks noChangeAspect="1"/>
          </p:cNvPicPr>
          <p:nvPr/>
        </p:nvPicPr>
        <p:blipFill>
          <a:blip r:embed="rId2"/>
          <a:stretch>
            <a:fillRect/>
          </a:stretch>
        </p:blipFill>
        <p:spPr>
          <a:xfrm>
            <a:off x="5890258" y="740614"/>
            <a:ext cx="3" cy="4524064"/>
          </a:xfrm>
          <a:prstGeom prst="rect">
            <a:avLst/>
          </a:prstGeom>
        </p:spPr>
      </p:pic>
      <p:pic>
        <p:nvPicPr>
          <p:cNvPr id="4" name="Imagen 3">
            <a:extLst>
              <a:ext uri="{FF2B5EF4-FFF2-40B4-BE49-F238E27FC236}">
                <a16:creationId xmlns:a16="http://schemas.microsoft.com/office/drawing/2014/main" id="{7515E967-FBD0-A3BC-0D23-430863F5756F}"/>
              </a:ext>
            </a:extLst>
          </p:cNvPr>
          <p:cNvPicPr>
            <a:picLocks noChangeAspect="1"/>
          </p:cNvPicPr>
          <p:nvPr/>
        </p:nvPicPr>
        <p:blipFill>
          <a:blip r:embed="rId3"/>
          <a:stretch>
            <a:fillRect/>
          </a:stretch>
        </p:blipFill>
        <p:spPr>
          <a:xfrm>
            <a:off x="6094961" y="3428624"/>
            <a:ext cx="2078" cy="752"/>
          </a:xfrm>
          <a:prstGeom prst="rect">
            <a:avLst/>
          </a:prstGeom>
        </p:spPr>
      </p:pic>
      <p:pic>
        <p:nvPicPr>
          <p:cNvPr id="7" name="Imagen 6">
            <a:extLst>
              <a:ext uri="{FF2B5EF4-FFF2-40B4-BE49-F238E27FC236}">
                <a16:creationId xmlns:a16="http://schemas.microsoft.com/office/drawing/2014/main" id="{3E01B366-C8CB-6CDE-41E4-D076BB246F17}"/>
              </a:ext>
            </a:extLst>
          </p:cNvPr>
          <p:cNvPicPr>
            <a:picLocks noChangeAspect="1"/>
          </p:cNvPicPr>
          <p:nvPr/>
        </p:nvPicPr>
        <p:blipFill>
          <a:blip r:embed="rId3"/>
          <a:stretch>
            <a:fillRect/>
          </a:stretch>
        </p:blipFill>
        <p:spPr>
          <a:xfrm>
            <a:off x="4479521" y="2560455"/>
            <a:ext cx="2078" cy="752"/>
          </a:xfrm>
          <a:prstGeom prst="rect">
            <a:avLst/>
          </a:prstGeom>
        </p:spPr>
      </p:pic>
      <p:pic>
        <p:nvPicPr>
          <p:cNvPr id="8" name="Imagen 7">
            <a:extLst>
              <a:ext uri="{FF2B5EF4-FFF2-40B4-BE49-F238E27FC236}">
                <a16:creationId xmlns:a16="http://schemas.microsoft.com/office/drawing/2014/main" id="{13339ACB-618A-69F6-D65F-631E1871B98C}"/>
              </a:ext>
            </a:extLst>
          </p:cNvPr>
          <p:cNvPicPr>
            <a:picLocks noChangeAspect="1"/>
          </p:cNvPicPr>
          <p:nvPr/>
        </p:nvPicPr>
        <p:blipFill>
          <a:blip r:embed="rId4"/>
          <a:stretch>
            <a:fillRect/>
          </a:stretch>
        </p:blipFill>
        <p:spPr>
          <a:xfrm>
            <a:off x="2842260" y="648098"/>
            <a:ext cx="2914650" cy="904875"/>
          </a:xfrm>
          <a:prstGeom prst="rect">
            <a:avLst/>
          </a:prstGeom>
        </p:spPr>
      </p:pic>
      <p:pic>
        <p:nvPicPr>
          <p:cNvPr id="9" name="Imagen 8">
            <a:extLst>
              <a:ext uri="{FF2B5EF4-FFF2-40B4-BE49-F238E27FC236}">
                <a16:creationId xmlns:a16="http://schemas.microsoft.com/office/drawing/2014/main" id="{D6024170-FF2E-C1D0-24B9-79FAB2254EA4}"/>
              </a:ext>
            </a:extLst>
          </p:cNvPr>
          <p:cNvPicPr>
            <a:picLocks noChangeAspect="1"/>
          </p:cNvPicPr>
          <p:nvPr/>
        </p:nvPicPr>
        <p:blipFill>
          <a:blip r:embed="rId5"/>
          <a:stretch>
            <a:fillRect/>
          </a:stretch>
        </p:blipFill>
        <p:spPr>
          <a:xfrm>
            <a:off x="2661285" y="1676797"/>
            <a:ext cx="3276600" cy="514350"/>
          </a:xfrm>
          <a:prstGeom prst="rect">
            <a:avLst/>
          </a:prstGeom>
        </p:spPr>
      </p:pic>
      <p:sp>
        <p:nvSpPr>
          <p:cNvPr id="10" name="CuadroTexto 9">
            <a:extLst>
              <a:ext uri="{FF2B5EF4-FFF2-40B4-BE49-F238E27FC236}">
                <a16:creationId xmlns:a16="http://schemas.microsoft.com/office/drawing/2014/main" id="{FC098336-478A-64BD-EA89-CCCB4C64D0D8}"/>
              </a:ext>
            </a:extLst>
          </p:cNvPr>
          <p:cNvSpPr txBox="1"/>
          <p:nvPr/>
        </p:nvSpPr>
        <p:spPr>
          <a:xfrm>
            <a:off x="223520" y="2380458"/>
            <a:ext cx="6096000" cy="461665"/>
          </a:xfrm>
          <a:prstGeom prst="rect">
            <a:avLst/>
          </a:prstGeom>
          <a:noFill/>
        </p:spPr>
        <p:txBody>
          <a:bodyPr wrap="square">
            <a:spAutoFit/>
          </a:bodyPr>
          <a:lstStyle/>
          <a:p>
            <a:r>
              <a:rPr lang="es-ES" sz="2400" dirty="0" err="1">
                <a:latin typeface="+mj-lt"/>
              </a:rPr>
              <a:t>The</a:t>
            </a:r>
            <a:r>
              <a:rPr lang="es-ES" sz="2400" dirty="0">
                <a:latin typeface="+mj-lt"/>
              </a:rPr>
              <a:t> </a:t>
            </a:r>
            <a:r>
              <a:rPr lang="es-ES" sz="2400" dirty="0" err="1">
                <a:latin typeface="+mj-lt"/>
              </a:rPr>
              <a:t>equation</a:t>
            </a:r>
            <a:r>
              <a:rPr lang="es-ES" sz="2400" dirty="0">
                <a:latin typeface="+mj-lt"/>
              </a:rPr>
              <a:t> </a:t>
            </a:r>
            <a:r>
              <a:rPr lang="es-ES" sz="2400" dirty="0" err="1">
                <a:latin typeface="+mj-lt"/>
              </a:rPr>
              <a:t>then</a:t>
            </a:r>
            <a:r>
              <a:rPr lang="es-ES" sz="2400" dirty="0">
                <a:latin typeface="+mj-lt"/>
              </a:rPr>
              <a:t> </a:t>
            </a:r>
            <a:r>
              <a:rPr lang="es-ES" sz="2400" dirty="0" err="1">
                <a:latin typeface="+mj-lt"/>
              </a:rPr>
              <a:t>becomes</a:t>
            </a:r>
            <a:r>
              <a:rPr lang="es-ES" sz="2400" dirty="0">
                <a:latin typeface="+mj-lt"/>
              </a:rPr>
              <a:t> </a:t>
            </a:r>
            <a:r>
              <a:rPr lang="es-ES" sz="2400" dirty="0" err="1">
                <a:latin typeface="+mj-lt"/>
              </a:rPr>
              <a:t>the</a:t>
            </a:r>
            <a:r>
              <a:rPr lang="es-ES" sz="2400" dirty="0">
                <a:latin typeface="+mj-lt"/>
              </a:rPr>
              <a:t> </a:t>
            </a:r>
            <a:r>
              <a:rPr lang="es-ES" sz="2400" dirty="0" err="1">
                <a:latin typeface="+mj-lt"/>
              </a:rPr>
              <a:t>following</a:t>
            </a:r>
            <a:r>
              <a:rPr lang="es-ES" sz="2400" dirty="0">
                <a:latin typeface="+mj-lt"/>
              </a:rPr>
              <a:t>:</a:t>
            </a:r>
          </a:p>
        </p:txBody>
      </p:sp>
      <p:pic>
        <p:nvPicPr>
          <p:cNvPr id="11" name="Imagen 10">
            <a:extLst>
              <a:ext uri="{FF2B5EF4-FFF2-40B4-BE49-F238E27FC236}">
                <a16:creationId xmlns:a16="http://schemas.microsoft.com/office/drawing/2014/main" id="{88794534-6541-BCA0-CF05-EC6E4AC1DC88}"/>
              </a:ext>
            </a:extLst>
          </p:cNvPr>
          <p:cNvPicPr>
            <a:picLocks noChangeAspect="1"/>
          </p:cNvPicPr>
          <p:nvPr/>
        </p:nvPicPr>
        <p:blipFill>
          <a:blip r:embed="rId6"/>
          <a:stretch>
            <a:fillRect/>
          </a:stretch>
        </p:blipFill>
        <p:spPr>
          <a:xfrm>
            <a:off x="2211070" y="3175511"/>
            <a:ext cx="5067300" cy="762000"/>
          </a:xfrm>
          <a:prstGeom prst="rect">
            <a:avLst/>
          </a:prstGeom>
        </p:spPr>
      </p:pic>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CB143C3F-949F-5802-8DEA-CCDC3F8CE0E4}"/>
                  </a:ext>
                </a:extLst>
              </p:cNvPr>
              <p:cNvSpPr txBox="1"/>
              <p:nvPr/>
            </p:nvSpPr>
            <p:spPr>
              <a:xfrm>
                <a:off x="6221207" y="1568099"/>
                <a:ext cx="2922793" cy="5021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Upp>
                        <m:limUppPr>
                          <m:ctrlPr>
                            <a:rPr lang="es-ES" sz="2000" b="1" i="1" smtClean="0">
                              <a:solidFill>
                                <a:srgbClr val="836967"/>
                              </a:solidFill>
                              <a:latin typeface="Cambria Math" panose="02040503050406030204" pitchFamily="18" charset="0"/>
                            </a:rPr>
                          </m:ctrlPr>
                        </m:limUppPr>
                        <m:e>
                          <m:sSub>
                            <m:sSubPr>
                              <m:ctrlPr>
                                <a:rPr lang="es-ES" sz="2000" b="1" i="1">
                                  <a:solidFill>
                                    <a:srgbClr val="836967"/>
                                  </a:solidFill>
                                  <a:latin typeface="Cambria Math" panose="02040503050406030204" pitchFamily="18" charset="0"/>
                                </a:rPr>
                              </m:ctrlPr>
                            </m:sSubPr>
                            <m:e>
                              <m:r>
                                <a:rPr lang="es-ES" sz="2000" b="1" i="1">
                                  <a:latin typeface="Cambria Math" panose="02040503050406030204" pitchFamily="18" charset="0"/>
                                </a:rPr>
                                <m:t>𝒚</m:t>
                              </m:r>
                            </m:e>
                            <m:sub>
                              <m:r>
                                <a:rPr lang="es-ES" sz="2000" b="1" i="0">
                                  <a:latin typeface="Cambria Math" panose="02040503050406030204" pitchFamily="18" charset="0"/>
                                </a:rPr>
                                <m:t>𝟏</m:t>
                              </m:r>
                            </m:sub>
                          </m:sSub>
                        </m:e>
                        <m:lim>
                          <m:r>
                            <m:rPr>
                              <m:lit/>
                            </m:rPr>
                            <a:rPr lang="es-ES" sz="2000" b="1" i="0">
                              <a:latin typeface="Cambria Math" panose="02040503050406030204" pitchFamily="18" charset="0"/>
                            </a:rPr>
                            <m:t>^</m:t>
                          </m:r>
                        </m:lim>
                      </m:limUpp>
                      <m:r>
                        <a:rPr lang="es-ES" sz="2000" b="1" i="0">
                          <a:latin typeface="Cambria Math" panose="02040503050406030204" pitchFamily="18" charset="0"/>
                        </a:rPr>
                        <m:t>=</m:t>
                      </m:r>
                      <m:r>
                        <a:rPr lang="es-ES" sz="2000" b="1" i="1">
                          <a:latin typeface="Cambria Math" panose="02040503050406030204" pitchFamily="18" charset="0"/>
                        </a:rPr>
                        <m:t>𝒔𝒐𝒇𝒕𝒎𝒂𝒙</m:t>
                      </m:r>
                      <m:d>
                        <m:dPr>
                          <m:ctrlPr>
                            <a:rPr lang="es-ES" sz="2000" b="1" i="1">
                              <a:latin typeface="Cambria Math" panose="02040503050406030204" pitchFamily="18" charset="0"/>
                            </a:rPr>
                          </m:ctrlPr>
                        </m:dPr>
                        <m:e>
                          <m:r>
                            <a:rPr lang="es-ES" sz="2000" b="1" i="1">
                              <a:latin typeface="Cambria Math" panose="02040503050406030204" pitchFamily="18" charset="0"/>
                            </a:rPr>
                            <m:t>𝑽</m:t>
                          </m:r>
                          <m:sSub>
                            <m:sSubPr>
                              <m:ctrlPr>
                                <a:rPr lang="es-ES" sz="2000" b="1" i="1">
                                  <a:solidFill>
                                    <a:srgbClr val="836967"/>
                                  </a:solidFill>
                                  <a:latin typeface="Cambria Math" panose="02040503050406030204" pitchFamily="18" charset="0"/>
                                </a:rPr>
                              </m:ctrlPr>
                            </m:sSubPr>
                            <m:e>
                              <m:r>
                                <a:rPr lang="es-ES" sz="2000" b="1" i="1">
                                  <a:latin typeface="Cambria Math" panose="02040503050406030204" pitchFamily="18" charset="0"/>
                                </a:rPr>
                                <m:t>𝒉</m:t>
                              </m:r>
                            </m:e>
                            <m:sub>
                              <m:r>
                                <a:rPr lang="es-ES" sz="2000" b="1" i="0">
                                  <a:latin typeface="Cambria Math" panose="02040503050406030204" pitchFamily="18" charset="0"/>
                                </a:rPr>
                                <m:t>𝟏</m:t>
                              </m:r>
                            </m:sub>
                          </m:sSub>
                        </m:e>
                      </m:d>
                    </m:oMath>
                  </m:oMathPara>
                </a14:m>
                <a:endParaRPr lang="es-ES" sz="2000" b="1" dirty="0"/>
              </a:p>
            </p:txBody>
          </p:sp>
        </mc:Choice>
        <mc:Fallback>
          <p:sp>
            <p:nvSpPr>
              <p:cNvPr id="15" name="CuadroTexto 14">
                <a:extLst>
                  <a:ext uri="{FF2B5EF4-FFF2-40B4-BE49-F238E27FC236}">
                    <a16:creationId xmlns:a16="http://schemas.microsoft.com/office/drawing/2014/main" id="{CB143C3F-949F-5802-8DEA-CCDC3F8CE0E4}"/>
                  </a:ext>
                </a:extLst>
              </p:cNvPr>
              <p:cNvSpPr txBox="1">
                <a:spLocks noRot="1" noChangeAspect="1" noMove="1" noResize="1" noEditPoints="1" noAdjustHandles="1" noChangeArrowheads="1" noChangeShapeType="1" noTextEdit="1"/>
              </p:cNvSpPr>
              <p:nvPr/>
            </p:nvSpPr>
            <p:spPr>
              <a:xfrm>
                <a:off x="6221207" y="1568099"/>
                <a:ext cx="2922793" cy="502125"/>
              </a:xfrm>
              <a:prstGeom prst="rect">
                <a:avLst/>
              </a:prstGeom>
              <a:blipFill>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18487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01BE8-C229-9B66-1B53-CDE498F2EF42}"/>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B826523B-72F9-5274-0C56-7EA1104212EC}"/>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045D2EEB-7006-519E-970A-9F9D6558847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EE97FFF-4A90-C1A9-19E5-4BB8F0D0C375}"/>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07E216A2-89DE-827E-905E-EF81397A5A83}"/>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27" name="Imagen 26">
            <a:extLst>
              <a:ext uri="{FF2B5EF4-FFF2-40B4-BE49-F238E27FC236}">
                <a16:creationId xmlns:a16="http://schemas.microsoft.com/office/drawing/2014/main" id="{CD055BEC-0555-622F-B9D9-E7AE1AE3078F}"/>
              </a:ext>
            </a:extLst>
          </p:cNvPr>
          <p:cNvPicPr>
            <a:picLocks noChangeAspect="1"/>
          </p:cNvPicPr>
          <p:nvPr/>
        </p:nvPicPr>
        <p:blipFill>
          <a:blip r:embed="rId2"/>
          <a:stretch>
            <a:fillRect/>
          </a:stretch>
        </p:blipFill>
        <p:spPr>
          <a:xfrm>
            <a:off x="5890258" y="740614"/>
            <a:ext cx="3" cy="4524064"/>
          </a:xfrm>
          <a:prstGeom prst="rect">
            <a:avLst/>
          </a:prstGeom>
        </p:spPr>
      </p:pic>
      <p:pic>
        <p:nvPicPr>
          <p:cNvPr id="4" name="Imagen 3">
            <a:extLst>
              <a:ext uri="{FF2B5EF4-FFF2-40B4-BE49-F238E27FC236}">
                <a16:creationId xmlns:a16="http://schemas.microsoft.com/office/drawing/2014/main" id="{EE758331-471C-A22E-ABD0-5CC5D52C99C4}"/>
              </a:ext>
            </a:extLst>
          </p:cNvPr>
          <p:cNvPicPr>
            <a:picLocks noChangeAspect="1"/>
          </p:cNvPicPr>
          <p:nvPr/>
        </p:nvPicPr>
        <p:blipFill>
          <a:blip r:embed="rId3"/>
          <a:stretch>
            <a:fillRect/>
          </a:stretch>
        </p:blipFill>
        <p:spPr>
          <a:xfrm>
            <a:off x="4639236" y="2389865"/>
            <a:ext cx="2078" cy="752"/>
          </a:xfrm>
          <a:prstGeom prst="rect">
            <a:avLst/>
          </a:prstGeom>
        </p:spPr>
      </p:pic>
      <p:pic>
        <p:nvPicPr>
          <p:cNvPr id="7" name="Imagen 6">
            <a:extLst>
              <a:ext uri="{FF2B5EF4-FFF2-40B4-BE49-F238E27FC236}">
                <a16:creationId xmlns:a16="http://schemas.microsoft.com/office/drawing/2014/main" id="{E37A5BC2-0DDA-9FF5-C4D3-2A435F0D8354}"/>
              </a:ext>
            </a:extLst>
          </p:cNvPr>
          <p:cNvPicPr>
            <a:picLocks noChangeAspect="1"/>
          </p:cNvPicPr>
          <p:nvPr/>
        </p:nvPicPr>
        <p:blipFill>
          <a:blip r:embed="rId3"/>
          <a:stretch>
            <a:fillRect/>
          </a:stretch>
        </p:blipFill>
        <p:spPr>
          <a:xfrm>
            <a:off x="3023796" y="1521696"/>
            <a:ext cx="2078" cy="752"/>
          </a:xfrm>
          <a:prstGeom prst="rect">
            <a:avLst/>
          </a:prstGeom>
        </p:spPr>
      </p:pic>
      <p:pic>
        <p:nvPicPr>
          <p:cNvPr id="2" name="Imagen 1">
            <a:extLst>
              <a:ext uri="{FF2B5EF4-FFF2-40B4-BE49-F238E27FC236}">
                <a16:creationId xmlns:a16="http://schemas.microsoft.com/office/drawing/2014/main" id="{B7FE6D2B-07D7-D510-7A98-20EB7D0684FC}"/>
              </a:ext>
            </a:extLst>
          </p:cNvPr>
          <p:cNvPicPr>
            <a:picLocks noChangeAspect="1"/>
          </p:cNvPicPr>
          <p:nvPr/>
        </p:nvPicPr>
        <p:blipFill>
          <a:blip r:embed="rId3"/>
          <a:stretch>
            <a:fillRect/>
          </a:stretch>
        </p:blipFill>
        <p:spPr>
          <a:xfrm>
            <a:off x="4639236" y="2389865"/>
            <a:ext cx="2078" cy="752"/>
          </a:xfrm>
          <a:prstGeom prst="rect">
            <a:avLst/>
          </a:prstGeom>
        </p:spPr>
      </p:pic>
      <p:sp>
        <p:nvSpPr>
          <p:cNvPr id="3" name="CuadroTexto 2">
            <a:extLst>
              <a:ext uri="{FF2B5EF4-FFF2-40B4-BE49-F238E27FC236}">
                <a16:creationId xmlns:a16="http://schemas.microsoft.com/office/drawing/2014/main" id="{FB840F3F-E647-F158-1C44-48EA9170EAD2}"/>
              </a:ext>
            </a:extLst>
          </p:cNvPr>
          <p:cNvSpPr txBox="1"/>
          <p:nvPr/>
        </p:nvSpPr>
        <p:spPr>
          <a:xfrm>
            <a:off x="220675" y="2054286"/>
            <a:ext cx="6096000" cy="461665"/>
          </a:xfrm>
          <a:prstGeom prst="rect">
            <a:avLst/>
          </a:prstGeom>
          <a:noFill/>
        </p:spPr>
        <p:txBody>
          <a:bodyPr wrap="square">
            <a:spAutoFit/>
          </a:bodyPr>
          <a:lstStyle/>
          <a:p>
            <a:r>
              <a:rPr lang="es-ES" sz="2400" dirty="0" err="1">
                <a:latin typeface="+mj-lt"/>
              </a:rPr>
              <a:t>The</a:t>
            </a:r>
            <a:r>
              <a:rPr lang="es-ES" sz="2400" dirty="0">
                <a:latin typeface="+mj-lt"/>
              </a:rPr>
              <a:t> </a:t>
            </a:r>
            <a:r>
              <a:rPr lang="es-ES" sz="2400" dirty="0" err="1">
                <a:latin typeface="+mj-lt"/>
              </a:rPr>
              <a:t>equation</a:t>
            </a:r>
            <a:r>
              <a:rPr lang="es-ES" sz="2400" dirty="0">
                <a:latin typeface="+mj-lt"/>
              </a:rPr>
              <a:t> </a:t>
            </a:r>
            <a:r>
              <a:rPr lang="es-ES" sz="2400" dirty="0" err="1">
                <a:latin typeface="+mj-lt"/>
              </a:rPr>
              <a:t>then</a:t>
            </a:r>
            <a:r>
              <a:rPr lang="es-ES" sz="2400" dirty="0">
                <a:latin typeface="+mj-lt"/>
              </a:rPr>
              <a:t> </a:t>
            </a:r>
            <a:r>
              <a:rPr lang="es-ES" sz="2400" dirty="0" err="1">
                <a:latin typeface="+mj-lt"/>
              </a:rPr>
              <a:t>becomes</a:t>
            </a:r>
            <a:r>
              <a:rPr lang="es-ES" sz="2400" dirty="0">
                <a:latin typeface="+mj-lt"/>
              </a:rPr>
              <a:t> </a:t>
            </a:r>
            <a:r>
              <a:rPr lang="es-ES" sz="2400" dirty="0" err="1">
                <a:latin typeface="+mj-lt"/>
              </a:rPr>
              <a:t>the</a:t>
            </a:r>
            <a:r>
              <a:rPr lang="es-ES" sz="2400" dirty="0">
                <a:latin typeface="+mj-lt"/>
              </a:rPr>
              <a:t> </a:t>
            </a:r>
            <a:r>
              <a:rPr lang="es-ES" sz="2400" dirty="0" err="1">
                <a:latin typeface="+mj-lt"/>
              </a:rPr>
              <a:t>following</a:t>
            </a:r>
            <a:r>
              <a:rPr lang="es-ES" sz="2400" dirty="0">
                <a:latin typeface="+mj-lt"/>
              </a:rPr>
              <a:t>:</a:t>
            </a:r>
          </a:p>
        </p:txBody>
      </p:sp>
      <p:pic>
        <p:nvPicPr>
          <p:cNvPr id="6" name="Imagen 5">
            <a:extLst>
              <a:ext uri="{FF2B5EF4-FFF2-40B4-BE49-F238E27FC236}">
                <a16:creationId xmlns:a16="http://schemas.microsoft.com/office/drawing/2014/main" id="{6F94B71A-5BD4-5D5E-3513-21EA36A8F91D}"/>
              </a:ext>
            </a:extLst>
          </p:cNvPr>
          <p:cNvPicPr>
            <a:picLocks noChangeAspect="1"/>
          </p:cNvPicPr>
          <p:nvPr/>
        </p:nvPicPr>
        <p:blipFill>
          <a:blip r:embed="rId4"/>
          <a:stretch>
            <a:fillRect/>
          </a:stretch>
        </p:blipFill>
        <p:spPr>
          <a:xfrm>
            <a:off x="4640271" y="2390240"/>
            <a:ext cx="7" cy="2"/>
          </a:xfrm>
          <a:prstGeom prst="rect">
            <a:avLst/>
          </a:prstGeom>
        </p:spPr>
      </p:pic>
      <p:pic>
        <p:nvPicPr>
          <p:cNvPr id="16" name="Imagen 15">
            <a:extLst>
              <a:ext uri="{FF2B5EF4-FFF2-40B4-BE49-F238E27FC236}">
                <a16:creationId xmlns:a16="http://schemas.microsoft.com/office/drawing/2014/main" id="{325D2F60-AC44-EA50-2AFB-88B4336F0B92}"/>
              </a:ext>
            </a:extLst>
          </p:cNvPr>
          <p:cNvPicPr>
            <a:picLocks noChangeAspect="1"/>
          </p:cNvPicPr>
          <p:nvPr/>
        </p:nvPicPr>
        <p:blipFill>
          <a:blip r:embed="rId5"/>
          <a:stretch>
            <a:fillRect/>
          </a:stretch>
        </p:blipFill>
        <p:spPr>
          <a:xfrm>
            <a:off x="3881132" y="563346"/>
            <a:ext cx="2066925" cy="666750"/>
          </a:xfrm>
          <a:prstGeom prst="rect">
            <a:avLst/>
          </a:prstGeom>
        </p:spPr>
      </p:pic>
      <p:pic>
        <p:nvPicPr>
          <p:cNvPr id="17" name="Imagen 16">
            <a:extLst>
              <a:ext uri="{FF2B5EF4-FFF2-40B4-BE49-F238E27FC236}">
                <a16:creationId xmlns:a16="http://schemas.microsoft.com/office/drawing/2014/main" id="{1941E61F-208F-7C6F-3746-026C864C2F57}"/>
              </a:ext>
            </a:extLst>
          </p:cNvPr>
          <p:cNvPicPr>
            <a:picLocks noChangeAspect="1"/>
          </p:cNvPicPr>
          <p:nvPr/>
        </p:nvPicPr>
        <p:blipFill>
          <a:blip r:embed="rId6"/>
          <a:stretch>
            <a:fillRect/>
          </a:stretch>
        </p:blipFill>
        <p:spPr>
          <a:xfrm>
            <a:off x="3376878" y="1394541"/>
            <a:ext cx="3048000" cy="495300"/>
          </a:xfrm>
          <a:prstGeom prst="rect">
            <a:avLst/>
          </a:prstGeom>
        </p:spPr>
      </p:pic>
      <p:pic>
        <p:nvPicPr>
          <p:cNvPr id="18" name="Imagen 17">
            <a:extLst>
              <a:ext uri="{FF2B5EF4-FFF2-40B4-BE49-F238E27FC236}">
                <a16:creationId xmlns:a16="http://schemas.microsoft.com/office/drawing/2014/main" id="{2A58CF04-837D-3212-2A12-75BAD8D30F32}"/>
              </a:ext>
            </a:extLst>
          </p:cNvPr>
          <p:cNvPicPr>
            <a:picLocks noChangeAspect="1"/>
          </p:cNvPicPr>
          <p:nvPr/>
        </p:nvPicPr>
        <p:blipFill>
          <a:blip r:embed="rId7"/>
          <a:stretch>
            <a:fillRect/>
          </a:stretch>
        </p:blipFill>
        <p:spPr>
          <a:xfrm>
            <a:off x="1233753" y="2640262"/>
            <a:ext cx="7334250" cy="771525"/>
          </a:xfrm>
          <a:prstGeom prst="rect">
            <a:avLst/>
          </a:prstGeom>
        </p:spPr>
      </p:pic>
      <p:pic>
        <p:nvPicPr>
          <p:cNvPr id="19" name="Imagen 18">
            <a:extLst>
              <a:ext uri="{FF2B5EF4-FFF2-40B4-BE49-F238E27FC236}">
                <a16:creationId xmlns:a16="http://schemas.microsoft.com/office/drawing/2014/main" id="{1A1A107A-051B-90E1-606F-15E99CC6F4A4}"/>
              </a:ext>
            </a:extLst>
          </p:cNvPr>
          <p:cNvPicPr>
            <a:picLocks noChangeAspect="1"/>
          </p:cNvPicPr>
          <p:nvPr/>
        </p:nvPicPr>
        <p:blipFill>
          <a:blip r:embed="rId8"/>
          <a:stretch>
            <a:fillRect/>
          </a:stretch>
        </p:blipFill>
        <p:spPr>
          <a:xfrm>
            <a:off x="588962" y="3719295"/>
            <a:ext cx="3409950" cy="885825"/>
          </a:xfrm>
          <a:prstGeom prst="rect">
            <a:avLst/>
          </a:prstGeom>
        </p:spPr>
      </p:pic>
      <p:pic>
        <p:nvPicPr>
          <p:cNvPr id="20" name="Imagen 19">
            <a:extLst>
              <a:ext uri="{FF2B5EF4-FFF2-40B4-BE49-F238E27FC236}">
                <a16:creationId xmlns:a16="http://schemas.microsoft.com/office/drawing/2014/main" id="{682DB1D9-2C0C-11A3-B888-2E333ACD6978}"/>
              </a:ext>
            </a:extLst>
          </p:cNvPr>
          <p:cNvPicPr>
            <a:picLocks noChangeAspect="1"/>
          </p:cNvPicPr>
          <p:nvPr/>
        </p:nvPicPr>
        <p:blipFill>
          <a:blip r:embed="rId9"/>
          <a:stretch>
            <a:fillRect/>
          </a:stretch>
        </p:blipFill>
        <p:spPr>
          <a:xfrm>
            <a:off x="5633289" y="3662144"/>
            <a:ext cx="2562225" cy="1000125"/>
          </a:xfrm>
          <a:prstGeom prst="rect">
            <a:avLst/>
          </a:prstGeom>
        </p:spPr>
      </p:pic>
    </p:spTree>
    <p:extLst>
      <p:ext uri="{BB962C8B-B14F-4D97-AF65-F5344CB8AC3E}">
        <p14:creationId xmlns:p14="http://schemas.microsoft.com/office/powerpoint/2010/main" val="191686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FEDF3-7495-74C7-59C7-45D94FC4F652}"/>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BB8D5077-9F6C-9CD5-6EF1-00DC20BEB072}"/>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9067F447-4272-694F-BFD2-66B7B2F26297}"/>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4C079DAD-8D63-545F-F64C-968EF2514CB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AB1870C1-3665-B8D5-CA53-2F208252C305}"/>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using</a:t>
            </a:r>
            <a:r>
              <a:rPr lang="es-MX" sz="2400" b="1" dirty="0">
                <a:solidFill>
                  <a:srgbClr val="002060"/>
                </a:solidFill>
                <a:latin typeface="Raleway" pitchFamily="2" charset="0"/>
                <a:ea typeface="+mn-ea"/>
                <a:cs typeface="+mn-cs"/>
              </a:rPr>
              <a:t> RNN</a:t>
            </a:r>
          </a:p>
        </p:txBody>
      </p:sp>
      <p:pic>
        <p:nvPicPr>
          <p:cNvPr id="27" name="Imagen 26">
            <a:extLst>
              <a:ext uri="{FF2B5EF4-FFF2-40B4-BE49-F238E27FC236}">
                <a16:creationId xmlns:a16="http://schemas.microsoft.com/office/drawing/2014/main" id="{C9F424D2-1D36-9ACD-BD30-0A97C23F8E62}"/>
              </a:ext>
            </a:extLst>
          </p:cNvPr>
          <p:cNvPicPr>
            <a:picLocks noChangeAspect="1"/>
          </p:cNvPicPr>
          <p:nvPr/>
        </p:nvPicPr>
        <p:blipFill>
          <a:blip r:embed="rId2"/>
          <a:stretch>
            <a:fillRect/>
          </a:stretch>
        </p:blipFill>
        <p:spPr>
          <a:xfrm>
            <a:off x="5890258" y="740614"/>
            <a:ext cx="3" cy="4524064"/>
          </a:xfrm>
          <a:prstGeom prst="rect">
            <a:avLst/>
          </a:prstGeom>
        </p:spPr>
      </p:pic>
      <p:pic>
        <p:nvPicPr>
          <p:cNvPr id="4" name="Imagen 3">
            <a:extLst>
              <a:ext uri="{FF2B5EF4-FFF2-40B4-BE49-F238E27FC236}">
                <a16:creationId xmlns:a16="http://schemas.microsoft.com/office/drawing/2014/main" id="{1F435046-3318-4DC1-133C-E6B7163BBF5A}"/>
              </a:ext>
            </a:extLst>
          </p:cNvPr>
          <p:cNvPicPr>
            <a:picLocks noChangeAspect="1"/>
          </p:cNvPicPr>
          <p:nvPr/>
        </p:nvPicPr>
        <p:blipFill>
          <a:blip r:embed="rId3"/>
          <a:stretch>
            <a:fillRect/>
          </a:stretch>
        </p:blipFill>
        <p:spPr>
          <a:xfrm>
            <a:off x="4639236" y="2389865"/>
            <a:ext cx="2078" cy="752"/>
          </a:xfrm>
          <a:prstGeom prst="rect">
            <a:avLst/>
          </a:prstGeom>
        </p:spPr>
      </p:pic>
      <p:pic>
        <p:nvPicPr>
          <p:cNvPr id="7" name="Imagen 6">
            <a:extLst>
              <a:ext uri="{FF2B5EF4-FFF2-40B4-BE49-F238E27FC236}">
                <a16:creationId xmlns:a16="http://schemas.microsoft.com/office/drawing/2014/main" id="{D7D028B5-47D1-407E-46B4-3A2933ECFA57}"/>
              </a:ext>
            </a:extLst>
          </p:cNvPr>
          <p:cNvPicPr>
            <a:picLocks noChangeAspect="1"/>
          </p:cNvPicPr>
          <p:nvPr/>
        </p:nvPicPr>
        <p:blipFill>
          <a:blip r:embed="rId3"/>
          <a:stretch>
            <a:fillRect/>
          </a:stretch>
        </p:blipFill>
        <p:spPr>
          <a:xfrm>
            <a:off x="3023796" y="1521696"/>
            <a:ext cx="2078" cy="752"/>
          </a:xfrm>
          <a:prstGeom prst="rect">
            <a:avLst/>
          </a:prstGeom>
        </p:spPr>
      </p:pic>
      <p:pic>
        <p:nvPicPr>
          <p:cNvPr id="2" name="Imagen 1">
            <a:extLst>
              <a:ext uri="{FF2B5EF4-FFF2-40B4-BE49-F238E27FC236}">
                <a16:creationId xmlns:a16="http://schemas.microsoft.com/office/drawing/2014/main" id="{CA867035-DB15-E1B5-48E1-63E8DE7E4CB5}"/>
              </a:ext>
            </a:extLst>
          </p:cNvPr>
          <p:cNvPicPr>
            <a:picLocks noChangeAspect="1"/>
          </p:cNvPicPr>
          <p:nvPr/>
        </p:nvPicPr>
        <p:blipFill>
          <a:blip r:embed="rId3"/>
          <a:stretch>
            <a:fillRect/>
          </a:stretch>
        </p:blipFill>
        <p:spPr>
          <a:xfrm>
            <a:off x="4639236" y="2389865"/>
            <a:ext cx="2078" cy="752"/>
          </a:xfrm>
          <a:prstGeom prst="rect">
            <a:avLst/>
          </a:prstGeom>
        </p:spPr>
      </p:pic>
      <p:pic>
        <p:nvPicPr>
          <p:cNvPr id="6" name="Imagen 5">
            <a:extLst>
              <a:ext uri="{FF2B5EF4-FFF2-40B4-BE49-F238E27FC236}">
                <a16:creationId xmlns:a16="http://schemas.microsoft.com/office/drawing/2014/main" id="{25268443-7D96-3E66-D928-4624FE5EF80A}"/>
              </a:ext>
            </a:extLst>
          </p:cNvPr>
          <p:cNvPicPr>
            <a:picLocks noChangeAspect="1"/>
          </p:cNvPicPr>
          <p:nvPr/>
        </p:nvPicPr>
        <p:blipFill>
          <a:blip r:embed="rId4"/>
          <a:stretch>
            <a:fillRect/>
          </a:stretch>
        </p:blipFill>
        <p:spPr>
          <a:xfrm>
            <a:off x="4640271" y="2390240"/>
            <a:ext cx="7" cy="2"/>
          </a:xfrm>
          <a:prstGeom prst="rect">
            <a:avLst/>
          </a:prstGeom>
        </p:spPr>
      </p:pic>
      <p:pic>
        <p:nvPicPr>
          <p:cNvPr id="8" name="Imagen 7">
            <a:extLst>
              <a:ext uri="{FF2B5EF4-FFF2-40B4-BE49-F238E27FC236}">
                <a16:creationId xmlns:a16="http://schemas.microsoft.com/office/drawing/2014/main" id="{6DDAD2A1-3B2E-3874-FEA3-75BD1E63E1B8}"/>
              </a:ext>
            </a:extLst>
          </p:cNvPr>
          <p:cNvPicPr>
            <a:picLocks noChangeAspect="1"/>
          </p:cNvPicPr>
          <p:nvPr/>
        </p:nvPicPr>
        <p:blipFill>
          <a:blip r:embed="rId3"/>
          <a:stretch>
            <a:fillRect/>
          </a:stretch>
        </p:blipFill>
        <p:spPr>
          <a:xfrm>
            <a:off x="3813710" y="2194476"/>
            <a:ext cx="126335" cy="45719"/>
          </a:xfrm>
          <a:prstGeom prst="rect">
            <a:avLst/>
          </a:prstGeom>
        </p:spPr>
      </p:pic>
      <p:pic>
        <p:nvPicPr>
          <p:cNvPr id="9" name="Imagen 8">
            <a:extLst>
              <a:ext uri="{FF2B5EF4-FFF2-40B4-BE49-F238E27FC236}">
                <a16:creationId xmlns:a16="http://schemas.microsoft.com/office/drawing/2014/main" id="{EB91C370-793E-529C-E4DE-27BE784CAF43}"/>
              </a:ext>
            </a:extLst>
          </p:cNvPr>
          <p:cNvPicPr>
            <a:picLocks noChangeAspect="1"/>
          </p:cNvPicPr>
          <p:nvPr/>
        </p:nvPicPr>
        <p:blipFill>
          <a:blip r:embed="rId4"/>
          <a:stretch>
            <a:fillRect/>
          </a:stretch>
        </p:blipFill>
        <p:spPr>
          <a:xfrm>
            <a:off x="3778992" y="2194101"/>
            <a:ext cx="160017" cy="45719"/>
          </a:xfrm>
          <a:prstGeom prst="rect">
            <a:avLst/>
          </a:prstGeom>
        </p:spPr>
      </p:pic>
      <p:pic>
        <p:nvPicPr>
          <p:cNvPr id="10" name="Imagen 9">
            <a:extLst>
              <a:ext uri="{FF2B5EF4-FFF2-40B4-BE49-F238E27FC236}">
                <a16:creationId xmlns:a16="http://schemas.microsoft.com/office/drawing/2014/main" id="{0518E130-0209-D892-C9D9-49543ED896E3}"/>
              </a:ext>
            </a:extLst>
          </p:cNvPr>
          <p:cNvPicPr>
            <a:picLocks noChangeAspect="1"/>
          </p:cNvPicPr>
          <p:nvPr/>
        </p:nvPicPr>
        <p:blipFill>
          <a:blip r:embed="rId5"/>
          <a:stretch>
            <a:fillRect/>
          </a:stretch>
        </p:blipFill>
        <p:spPr>
          <a:xfrm>
            <a:off x="1314885" y="932849"/>
            <a:ext cx="2941633" cy="764167"/>
          </a:xfrm>
          <a:prstGeom prst="rect">
            <a:avLst/>
          </a:prstGeom>
        </p:spPr>
      </p:pic>
      <p:pic>
        <p:nvPicPr>
          <p:cNvPr id="11" name="Imagen 10">
            <a:extLst>
              <a:ext uri="{FF2B5EF4-FFF2-40B4-BE49-F238E27FC236}">
                <a16:creationId xmlns:a16="http://schemas.microsoft.com/office/drawing/2014/main" id="{3E5D394C-25F8-2260-F624-4D98BF0D5EBD}"/>
              </a:ext>
            </a:extLst>
          </p:cNvPr>
          <p:cNvPicPr>
            <a:picLocks noChangeAspect="1"/>
          </p:cNvPicPr>
          <p:nvPr/>
        </p:nvPicPr>
        <p:blipFill>
          <a:blip r:embed="rId6"/>
          <a:stretch>
            <a:fillRect/>
          </a:stretch>
        </p:blipFill>
        <p:spPr>
          <a:xfrm>
            <a:off x="4785091" y="872017"/>
            <a:ext cx="2210333" cy="862769"/>
          </a:xfrm>
          <a:prstGeom prst="rect">
            <a:avLst/>
          </a:prstGeom>
        </p:spPr>
      </p:pic>
      <p:pic>
        <p:nvPicPr>
          <p:cNvPr id="15" name="Imagen 14">
            <a:extLst>
              <a:ext uri="{FF2B5EF4-FFF2-40B4-BE49-F238E27FC236}">
                <a16:creationId xmlns:a16="http://schemas.microsoft.com/office/drawing/2014/main" id="{52E67C52-5A7F-020D-B8C5-170E6FEFB84B}"/>
              </a:ext>
            </a:extLst>
          </p:cNvPr>
          <p:cNvPicPr>
            <a:picLocks noChangeAspect="1"/>
          </p:cNvPicPr>
          <p:nvPr/>
        </p:nvPicPr>
        <p:blipFill>
          <a:blip r:embed="rId7"/>
          <a:stretch>
            <a:fillRect/>
          </a:stretch>
        </p:blipFill>
        <p:spPr>
          <a:xfrm>
            <a:off x="455356" y="2048305"/>
            <a:ext cx="8233286" cy="1092841"/>
          </a:xfrm>
          <a:prstGeom prst="rect">
            <a:avLst/>
          </a:prstGeom>
        </p:spPr>
      </p:pic>
      <p:pic>
        <p:nvPicPr>
          <p:cNvPr id="21" name="Imagen 20">
            <a:extLst>
              <a:ext uri="{FF2B5EF4-FFF2-40B4-BE49-F238E27FC236}">
                <a16:creationId xmlns:a16="http://schemas.microsoft.com/office/drawing/2014/main" id="{5775C636-2459-F2C3-2C71-695480C61053}"/>
              </a:ext>
            </a:extLst>
          </p:cNvPr>
          <p:cNvPicPr>
            <a:picLocks noChangeAspect="1"/>
          </p:cNvPicPr>
          <p:nvPr/>
        </p:nvPicPr>
        <p:blipFill>
          <a:blip r:embed="rId8"/>
          <a:stretch>
            <a:fillRect/>
          </a:stretch>
        </p:blipFill>
        <p:spPr>
          <a:xfrm>
            <a:off x="3609847" y="2194102"/>
            <a:ext cx="329177" cy="45719"/>
          </a:xfrm>
          <a:prstGeom prst="rect">
            <a:avLst/>
          </a:prstGeom>
        </p:spPr>
      </p:pic>
      <p:pic>
        <p:nvPicPr>
          <p:cNvPr id="22" name="Imagen 21">
            <a:extLst>
              <a:ext uri="{FF2B5EF4-FFF2-40B4-BE49-F238E27FC236}">
                <a16:creationId xmlns:a16="http://schemas.microsoft.com/office/drawing/2014/main" id="{E2EE0C92-EDC6-D2A0-DBF4-B0AD66A074AB}"/>
              </a:ext>
            </a:extLst>
          </p:cNvPr>
          <p:cNvPicPr>
            <a:picLocks noChangeAspect="1"/>
          </p:cNvPicPr>
          <p:nvPr/>
        </p:nvPicPr>
        <p:blipFill>
          <a:blip r:embed="rId9"/>
          <a:stretch>
            <a:fillRect/>
          </a:stretch>
        </p:blipFill>
        <p:spPr>
          <a:xfrm>
            <a:off x="102032" y="3403561"/>
            <a:ext cx="8939935" cy="1240745"/>
          </a:xfrm>
          <a:prstGeom prst="rect">
            <a:avLst/>
          </a:prstGeom>
        </p:spPr>
      </p:pic>
    </p:spTree>
    <p:extLst>
      <p:ext uri="{BB962C8B-B14F-4D97-AF65-F5344CB8AC3E}">
        <p14:creationId xmlns:p14="http://schemas.microsoft.com/office/powerpoint/2010/main" val="244963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79C87-E3D4-2255-6B31-2F6F21F845E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D9E6FD6-421F-54D8-48F9-6AC94F56A8F6}"/>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8B5BA960-C9DD-4C6B-6C6F-20E7BAFE3987}"/>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EE39E6F-27C0-1733-D6A8-2E90B9759CC9}"/>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54940CED-9BDA-4301-FB2A-3B65C159B97A}"/>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Different</a:t>
            </a:r>
            <a:r>
              <a:rPr lang="es-MX" sz="2400" b="1" dirty="0">
                <a:solidFill>
                  <a:srgbClr val="002060"/>
                </a:solidFill>
                <a:latin typeface="Raleway" pitchFamily="2" charset="0"/>
                <a:ea typeface="+mn-ea"/>
                <a:cs typeface="+mn-cs"/>
              </a:rPr>
              <a:t> RNN </a:t>
            </a:r>
            <a:r>
              <a:rPr lang="es-MX" sz="2400" b="1" dirty="0" err="1">
                <a:solidFill>
                  <a:srgbClr val="002060"/>
                </a:solidFill>
                <a:latin typeface="Raleway" pitchFamily="2" charset="0"/>
                <a:ea typeface="+mn-ea"/>
                <a:cs typeface="+mn-cs"/>
              </a:rPr>
              <a:t>Architectures</a:t>
            </a:r>
            <a:r>
              <a:rPr lang="es-MX" sz="2400" b="1" dirty="0">
                <a:solidFill>
                  <a:srgbClr val="002060"/>
                </a:solidFill>
                <a:latin typeface="Raleway" pitchFamily="2" charset="0"/>
                <a:ea typeface="+mn-ea"/>
                <a:cs typeface="+mn-cs"/>
              </a:rPr>
              <a:t> </a:t>
            </a:r>
          </a:p>
        </p:txBody>
      </p:sp>
      <p:pic>
        <p:nvPicPr>
          <p:cNvPr id="27" name="Imagen 26">
            <a:extLst>
              <a:ext uri="{FF2B5EF4-FFF2-40B4-BE49-F238E27FC236}">
                <a16:creationId xmlns:a16="http://schemas.microsoft.com/office/drawing/2014/main" id="{3005F7EC-28E2-B741-353E-E7AFB35839A0}"/>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208F04CE-FB7C-27E1-C3D7-187F88DA31BE}"/>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0C531E60-F36B-2084-3CB6-D9E0EC1B621D}"/>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E515CB09-9C2A-446C-6B2D-9607AB0BBFD0}"/>
              </a:ext>
            </a:extLst>
          </p:cNvPr>
          <p:cNvPicPr>
            <a:picLocks noChangeAspect="1"/>
          </p:cNvPicPr>
          <p:nvPr/>
        </p:nvPicPr>
        <p:blipFill>
          <a:blip r:embed="rId5"/>
          <a:stretch>
            <a:fillRect/>
          </a:stretch>
        </p:blipFill>
        <p:spPr>
          <a:xfrm>
            <a:off x="6012162" y="2874796"/>
            <a:ext cx="36" cy="5"/>
          </a:xfrm>
          <a:prstGeom prst="rect">
            <a:avLst/>
          </a:prstGeom>
        </p:spPr>
      </p:pic>
      <p:sp>
        <p:nvSpPr>
          <p:cNvPr id="18" name="Title 2">
            <a:extLst>
              <a:ext uri="{FF2B5EF4-FFF2-40B4-BE49-F238E27FC236}">
                <a16:creationId xmlns:a16="http://schemas.microsoft.com/office/drawing/2014/main" id="{36DDBF96-7607-4295-5E4F-B05C35D74771}"/>
              </a:ext>
            </a:extLst>
          </p:cNvPr>
          <p:cNvSpPr txBox="1">
            <a:spLocks/>
          </p:cNvSpPr>
          <p:nvPr/>
        </p:nvSpPr>
        <p:spPr>
          <a:xfrm>
            <a:off x="507107" y="476474"/>
            <a:ext cx="4673840" cy="515609"/>
          </a:xfrm>
          <a:prstGeom prst="rect">
            <a:avLst/>
          </a:prstGeom>
        </p:spPr>
        <p:txBody>
          <a:bodyPr vert="horz" lIns="91440" tIns="45720" rIns="91440" bIns="45720" rtlCol="0" anchor="b" anchorCtr="0">
            <a:norm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r>
              <a:rPr lang="es-MX" sz="2400" b="1" dirty="0" err="1">
                <a:cs typeface="Segoe UI Light" panose="020B0502040204020203" pitchFamily="34" charset="0"/>
              </a:rPr>
              <a:t>One-to-one</a:t>
            </a:r>
            <a:endParaRPr lang="en-US" sz="2400" b="1" dirty="0">
              <a:cs typeface="Segoe UI Light" panose="020B0502040204020203" pitchFamily="34" charset="0"/>
            </a:endParaRPr>
          </a:p>
        </p:txBody>
      </p:sp>
      <p:sp>
        <p:nvSpPr>
          <p:cNvPr id="19" name="CuadroTexto 18">
            <a:extLst>
              <a:ext uri="{FF2B5EF4-FFF2-40B4-BE49-F238E27FC236}">
                <a16:creationId xmlns:a16="http://schemas.microsoft.com/office/drawing/2014/main" id="{87B22459-6E7D-140C-584E-BA8A5F0531A8}"/>
              </a:ext>
            </a:extLst>
          </p:cNvPr>
          <p:cNvSpPr txBox="1"/>
          <p:nvPr/>
        </p:nvSpPr>
        <p:spPr>
          <a:xfrm>
            <a:off x="276745" y="918236"/>
            <a:ext cx="4829175" cy="4093428"/>
          </a:xfrm>
          <a:prstGeom prst="rect">
            <a:avLst/>
          </a:prstGeom>
          <a:noFill/>
        </p:spPr>
        <p:txBody>
          <a:bodyPr wrap="square">
            <a:spAutoFit/>
          </a:bodyPr>
          <a:lstStyle/>
          <a:p>
            <a:pPr algn="just"/>
            <a:r>
              <a:rPr lang="es-ES" sz="2000" dirty="0">
                <a:latin typeface="+mj-lt"/>
              </a:rPr>
              <a:t>In a </a:t>
            </a:r>
            <a:r>
              <a:rPr lang="es-ES" sz="2000" dirty="0" err="1">
                <a:latin typeface="+mj-lt"/>
              </a:rPr>
              <a:t>one-to-one</a:t>
            </a:r>
            <a:r>
              <a:rPr lang="es-ES" sz="2000" dirty="0">
                <a:latin typeface="+mj-lt"/>
              </a:rPr>
              <a:t> </a:t>
            </a:r>
            <a:r>
              <a:rPr lang="es-ES" sz="2000" dirty="0" err="1">
                <a:latin typeface="+mj-lt"/>
              </a:rPr>
              <a:t>architecture</a:t>
            </a:r>
            <a:r>
              <a:rPr lang="es-ES" sz="2000" dirty="0">
                <a:latin typeface="+mj-lt"/>
              </a:rPr>
              <a:t>, a single input </a:t>
            </a:r>
            <a:r>
              <a:rPr lang="es-ES" sz="2000" dirty="0" err="1">
                <a:latin typeface="+mj-lt"/>
              </a:rPr>
              <a:t>is</a:t>
            </a:r>
            <a:r>
              <a:rPr lang="es-ES" sz="2000" dirty="0">
                <a:latin typeface="+mj-lt"/>
              </a:rPr>
              <a:t> </a:t>
            </a:r>
            <a:r>
              <a:rPr lang="es-ES" sz="2000" dirty="0" err="1">
                <a:latin typeface="+mj-lt"/>
              </a:rPr>
              <a:t>mapped</a:t>
            </a:r>
            <a:r>
              <a:rPr lang="es-ES" sz="2000" dirty="0">
                <a:latin typeface="+mj-lt"/>
              </a:rPr>
              <a:t> </a:t>
            </a:r>
            <a:r>
              <a:rPr lang="es-ES" sz="2000" dirty="0" err="1">
                <a:latin typeface="+mj-lt"/>
              </a:rPr>
              <a:t>to</a:t>
            </a:r>
            <a:r>
              <a:rPr lang="es-ES" sz="2000" dirty="0">
                <a:latin typeface="+mj-lt"/>
              </a:rPr>
              <a:t> a single output, and </a:t>
            </a:r>
            <a:r>
              <a:rPr lang="es-ES" sz="2000" dirty="0" err="1">
                <a:latin typeface="+mj-lt"/>
              </a:rPr>
              <a:t>the</a:t>
            </a:r>
            <a:r>
              <a:rPr lang="es-ES" sz="2000" dirty="0">
                <a:latin typeface="+mj-lt"/>
              </a:rPr>
              <a:t> output </a:t>
            </a:r>
            <a:r>
              <a:rPr lang="es-ES" sz="2000" dirty="0" err="1">
                <a:latin typeface="+mj-lt"/>
              </a:rPr>
              <a:t>from</a:t>
            </a:r>
            <a:r>
              <a:rPr lang="es-ES" sz="2000" dirty="0">
                <a:latin typeface="+mj-lt"/>
              </a:rPr>
              <a:t> </a:t>
            </a:r>
            <a:r>
              <a:rPr lang="es-ES" sz="2000" dirty="0" err="1">
                <a:latin typeface="+mj-lt"/>
              </a:rPr>
              <a:t>the</a:t>
            </a:r>
            <a:r>
              <a:rPr lang="es-ES" sz="2000" dirty="0">
                <a:latin typeface="+mj-lt"/>
              </a:rPr>
              <a:t> time step t </a:t>
            </a:r>
            <a:r>
              <a:rPr lang="es-ES" sz="2000" dirty="0" err="1">
                <a:latin typeface="+mj-lt"/>
              </a:rPr>
              <a:t>is</a:t>
            </a:r>
            <a:r>
              <a:rPr lang="es-ES" sz="2000" dirty="0">
                <a:latin typeface="+mj-lt"/>
              </a:rPr>
              <a:t> </a:t>
            </a:r>
            <a:r>
              <a:rPr lang="es-ES" sz="2000" dirty="0" err="1">
                <a:latin typeface="+mj-lt"/>
              </a:rPr>
              <a:t>fed</a:t>
            </a:r>
            <a:r>
              <a:rPr lang="es-ES" sz="2000" dirty="0">
                <a:latin typeface="+mj-lt"/>
              </a:rPr>
              <a:t> as </a:t>
            </a:r>
            <a:r>
              <a:rPr lang="es-ES" sz="2000" dirty="0" err="1">
                <a:latin typeface="+mj-lt"/>
              </a:rPr>
              <a:t>an</a:t>
            </a:r>
            <a:r>
              <a:rPr lang="es-ES" sz="2000" dirty="0">
                <a:latin typeface="+mj-lt"/>
              </a:rPr>
              <a:t> input </a:t>
            </a:r>
            <a:r>
              <a:rPr lang="es-ES" sz="2000" dirty="0" err="1">
                <a:latin typeface="+mj-lt"/>
              </a:rPr>
              <a:t>to</a:t>
            </a:r>
            <a:r>
              <a:rPr lang="es-ES" sz="2000" dirty="0">
                <a:latin typeface="+mj-lt"/>
              </a:rPr>
              <a:t> </a:t>
            </a:r>
            <a:r>
              <a:rPr lang="es-ES" sz="2000" dirty="0" err="1">
                <a:latin typeface="+mj-lt"/>
              </a:rPr>
              <a:t>the</a:t>
            </a:r>
            <a:r>
              <a:rPr lang="es-ES" sz="2000" dirty="0">
                <a:latin typeface="+mj-lt"/>
              </a:rPr>
              <a:t> </a:t>
            </a:r>
            <a:r>
              <a:rPr lang="es-ES" sz="2000" dirty="0" err="1">
                <a:latin typeface="+mj-lt"/>
              </a:rPr>
              <a:t>next</a:t>
            </a:r>
            <a:r>
              <a:rPr lang="es-ES" sz="2000" dirty="0">
                <a:latin typeface="+mj-lt"/>
              </a:rPr>
              <a:t> time step. </a:t>
            </a:r>
            <a:r>
              <a:rPr lang="en-US" sz="2000" dirty="0">
                <a:latin typeface="+mj-lt"/>
              </a:rPr>
              <a:t>For instance, for a text generation task, we take the output generated from a current time step and feed it as the input to the next time step to generate the next word. This architecture is also widely used in stock market predictions. The following figure shows the one-to-one RNN architecture. As you can see, output predicted at the time step t is sent as the input to the next time step:</a:t>
            </a:r>
            <a:endParaRPr lang="es-ES" sz="2000" dirty="0">
              <a:latin typeface="+mj-lt"/>
            </a:endParaRPr>
          </a:p>
        </p:txBody>
      </p:sp>
      <p:pic>
        <p:nvPicPr>
          <p:cNvPr id="20" name="Imagen 19">
            <a:extLst>
              <a:ext uri="{FF2B5EF4-FFF2-40B4-BE49-F238E27FC236}">
                <a16:creationId xmlns:a16="http://schemas.microsoft.com/office/drawing/2014/main" id="{A4BD2123-2FFB-F01B-A4BD-3F05592D8555}"/>
              </a:ext>
            </a:extLst>
          </p:cNvPr>
          <p:cNvPicPr>
            <a:picLocks noChangeAspect="1"/>
          </p:cNvPicPr>
          <p:nvPr/>
        </p:nvPicPr>
        <p:blipFill>
          <a:blip r:embed="rId6"/>
          <a:stretch>
            <a:fillRect/>
          </a:stretch>
        </p:blipFill>
        <p:spPr>
          <a:xfrm>
            <a:off x="5166360" y="1050072"/>
            <a:ext cx="3844507" cy="3711364"/>
          </a:xfrm>
          <a:prstGeom prst="rect">
            <a:avLst/>
          </a:prstGeom>
        </p:spPr>
      </p:pic>
    </p:spTree>
    <p:extLst>
      <p:ext uri="{BB962C8B-B14F-4D97-AF65-F5344CB8AC3E}">
        <p14:creationId xmlns:p14="http://schemas.microsoft.com/office/powerpoint/2010/main" val="4025927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32481-CDC3-6A1D-4BEC-A9E2469109B9}"/>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D08AD431-DB81-4D2F-F3DD-C9EAD9795C85}"/>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A78D6F3D-9989-3D6D-64C9-43A5C3C64EEC}"/>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F549D8DB-6184-6741-D936-E39FE91AFC95}"/>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7" name="Imagen 26">
            <a:extLst>
              <a:ext uri="{FF2B5EF4-FFF2-40B4-BE49-F238E27FC236}">
                <a16:creationId xmlns:a16="http://schemas.microsoft.com/office/drawing/2014/main" id="{8B234CD8-B91B-51E1-5DA5-E4E3BD19FD11}"/>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C3E0F8D1-AC92-FEC7-B6E2-CFD51055CC74}"/>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B2AD0019-12CC-B794-1EFE-F320EFC6D31A}"/>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05DF6F1D-1542-6C56-5709-C680AB7CFD8F}"/>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36340A86-49C9-8C15-3827-A4EBD6D2E9C4}"/>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F44371EE-7E3B-372C-5DFA-9D3A151434BF}"/>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4103A4DD-8334-7063-CB42-3AC05C6842E1}"/>
              </a:ext>
            </a:extLst>
          </p:cNvPr>
          <p:cNvPicPr>
            <a:picLocks noChangeAspect="1"/>
          </p:cNvPicPr>
          <p:nvPr/>
        </p:nvPicPr>
        <p:blipFill>
          <a:blip r:embed="rId5"/>
          <a:stretch>
            <a:fillRect/>
          </a:stretch>
        </p:blipFill>
        <p:spPr>
          <a:xfrm>
            <a:off x="6095982" y="3428997"/>
            <a:ext cx="36" cy="5"/>
          </a:xfrm>
          <a:prstGeom prst="rect">
            <a:avLst/>
          </a:prstGeom>
        </p:spPr>
      </p:pic>
      <p:sp>
        <p:nvSpPr>
          <p:cNvPr id="7" name="Title 2">
            <a:extLst>
              <a:ext uri="{FF2B5EF4-FFF2-40B4-BE49-F238E27FC236}">
                <a16:creationId xmlns:a16="http://schemas.microsoft.com/office/drawing/2014/main" id="{9E8E6C54-42CA-3A57-CE07-25768397229B}"/>
              </a:ext>
            </a:extLst>
          </p:cNvPr>
          <p:cNvSpPr txBox="1">
            <a:spLocks/>
          </p:cNvSpPr>
          <p:nvPr/>
        </p:nvSpPr>
        <p:spPr>
          <a:xfrm>
            <a:off x="588962" y="364490"/>
            <a:ext cx="4077687" cy="503238"/>
          </a:xfrm>
          <a:prstGeom prst="rect">
            <a:avLst/>
          </a:prstGeom>
        </p:spPr>
        <p:txBody>
          <a:bodyPr vert="horz" lIns="91440" tIns="45720" rIns="91440" bIns="45720" rtlCol="0" anchor="b" anchorCtr="0">
            <a:norm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r>
              <a:rPr lang="es-MX" sz="2400" b="1" dirty="0" err="1">
                <a:cs typeface="Segoe UI Light" panose="020B0502040204020203" pitchFamily="34" charset="0"/>
              </a:rPr>
              <a:t>One-to-many</a:t>
            </a:r>
            <a:endParaRPr lang="en-US" sz="2400" b="1" dirty="0">
              <a:cs typeface="Segoe UI Light" panose="020B0502040204020203" pitchFamily="34" charset="0"/>
            </a:endParaRPr>
          </a:p>
        </p:txBody>
      </p:sp>
      <p:sp>
        <p:nvSpPr>
          <p:cNvPr id="8" name="CuadroTexto 7">
            <a:extLst>
              <a:ext uri="{FF2B5EF4-FFF2-40B4-BE49-F238E27FC236}">
                <a16:creationId xmlns:a16="http://schemas.microsoft.com/office/drawing/2014/main" id="{D4110DE9-74D2-3E4B-3A01-1221986C3F24}"/>
              </a:ext>
            </a:extLst>
          </p:cNvPr>
          <p:cNvSpPr txBox="1"/>
          <p:nvPr/>
        </p:nvSpPr>
        <p:spPr>
          <a:xfrm>
            <a:off x="243538" y="756925"/>
            <a:ext cx="5034916" cy="4401205"/>
          </a:xfrm>
          <a:prstGeom prst="rect">
            <a:avLst/>
          </a:prstGeom>
          <a:noFill/>
        </p:spPr>
        <p:txBody>
          <a:bodyPr wrap="square">
            <a:spAutoFit/>
          </a:bodyPr>
          <a:lstStyle/>
          <a:p>
            <a:pPr algn="just"/>
            <a:r>
              <a:rPr lang="en-US" sz="2000" dirty="0">
                <a:latin typeface="+mj-lt"/>
              </a:rPr>
              <a:t>In a one-to-many architecture, a single input is mapped to multiple hidden states and multiple output values, which means RNN takes a single input and maps it to an output sequence. Although we have a single input value, we share the hidden states across time steps to predict the output. Unlike the previous one-to-one architecture, here, we only share the previous hidden states across time steps and not the previous outputs. One such application of this architecture is image caption generation. We pass a single image as an input, and the output is the sequence of words constituting a caption of the image.</a:t>
            </a:r>
            <a:endParaRPr lang="es-ES" sz="2000" dirty="0">
              <a:latin typeface="+mj-lt"/>
            </a:endParaRPr>
          </a:p>
        </p:txBody>
      </p:sp>
      <p:pic>
        <p:nvPicPr>
          <p:cNvPr id="9" name="Imagen 8">
            <a:extLst>
              <a:ext uri="{FF2B5EF4-FFF2-40B4-BE49-F238E27FC236}">
                <a16:creationId xmlns:a16="http://schemas.microsoft.com/office/drawing/2014/main" id="{23271208-810D-36C5-9573-BDB4948250BB}"/>
              </a:ext>
            </a:extLst>
          </p:cNvPr>
          <p:cNvPicPr>
            <a:picLocks noChangeAspect="1"/>
          </p:cNvPicPr>
          <p:nvPr/>
        </p:nvPicPr>
        <p:blipFill>
          <a:blip r:embed="rId6"/>
          <a:stretch>
            <a:fillRect/>
          </a:stretch>
        </p:blipFill>
        <p:spPr>
          <a:xfrm>
            <a:off x="5278454" y="1239658"/>
            <a:ext cx="3782243" cy="3161547"/>
          </a:xfrm>
          <a:prstGeom prst="rect">
            <a:avLst/>
          </a:prstGeom>
        </p:spPr>
      </p:pic>
      <p:sp>
        <p:nvSpPr>
          <p:cNvPr id="15" name="Título 3">
            <a:extLst>
              <a:ext uri="{FF2B5EF4-FFF2-40B4-BE49-F238E27FC236}">
                <a16:creationId xmlns:a16="http://schemas.microsoft.com/office/drawing/2014/main" id="{4F783BE1-080B-7667-322D-7B1F7EE4B756}"/>
              </a:ext>
            </a:extLst>
          </p:cNvPr>
          <p:cNvSpPr txBox="1">
            <a:spLocks/>
          </p:cNvSpPr>
          <p:nvPr/>
        </p:nvSpPr>
        <p:spPr>
          <a:xfrm>
            <a:off x="1049792" y="-253558"/>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b="1">
                <a:solidFill>
                  <a:srgbClr val="002060"/>
                </a:solidFill>
                <a:latin typeface="Raleway" pitchFamily="2" charset="0"/>
                <a:ea typeface="+mn-ea"/>
                <a:cs typeface="+mn-cs"/>
              </a:rPr>
              <a:t>Different RNN Architectures </a:t>
            </a:r>
            <a:endParaRPr lang="es-MX" sz="2400" b="1" dirty="0">
              <a:solidFill>
                <a:srgbClr val="002060"/>
              </a:solidFill>
              <a:latin typeface="Raleway" pitchFamily="2" charset="0"/>
              <a:ea typeface="+mn-ea"/>
              <a:cs typeface="+mn-cs"/>
            </a:endParaRPr>
          </a:p>
        </p:txBody>
      </p:sp>
    </p:spTree>
    <p:extLst>
      <p:ext uri="{BB962C8B-B14F-4D97-AF65-F5344CB8AC3E}">
        <p14:creationId xmlns:p14="http://schemas.microsoft.com/office/powerpoint/2010/main" val="389487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7D36C-AD16-6EFA-0397-B8274A5F7245}"/>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4434CA46-BD50-D0D2-760A-9150D6570D1D}"/>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C39A5BA4-50ED-EC5E-4893-D29B134DDAE7}"/>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1EDE0FD-4845-8E7F-B64D-03BDD43EB02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7" name="Imagen 26">
            <a:extLst>
              <a:ext uri="{FF2B5EF4-FFF2-40B4-BE49-F238E27FC236}">
                <a16:creationId xmlns:a16="http://schemas.microsoft.com/office/drawing/2014/main" id="{D78E17D0-E331-3E2A-FA9C-9104EF0E7A8D}"/>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8A5B2A7E-375C-F016-A91E-D9C451D19A49}"/>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0079CE6A-1F79-94FC-270C-1EEB90F50A8A}"/>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24663460-C9DE-E68E-C28D-96D4691B22F1}"/>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7A9D5778-B920-9780-65DB-C796B5A53480}"/>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4DFDBC05-A3AC-4DE7-266B-031756CF52BE}"/>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204F0E2C-0942-D883-DAA7-E010753378FC}"/>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71B849FD-F25D-831D-C156-AB52AC76558C}"/>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B994C1CB-925E-783D-4442-2EA6E8DC6D62}"/>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375F19F6-D317-25C4-3F21-E1BAE1189D29}"/>
              </a:ext>
            </a:extLst>
          </p:cNvPr>
          <p:cNvPicPr>
            <a:picLocks noChangeAspect="1"/>
          </p:cNvPicPr>
          <p:nvPr/>
        </p:nvPicPr>
        <p:blipFill>
          <a:blip r:embed="rId5"/>
          <a:stretch>
            <a:fillRect/>
          </a:stretch>
        </p:blipFill>
        <p:spPr>
          <a:xfrm>
            <a:off x="6172954" y="2520650"/>
            <a:ext cx="36" cy="5"/>
          </a:xfrm>
          <a:prstGeom prst="rect">
            <a:avLst/>
          </a:prstGeom>
        </p:spPr>
      </p:pic>
      <p:sp>
        <p:nvSpPr>
          <p:cNvPr id="18" name="Title 2">
            <a:extLst>
              <a:ext uri="{FF2B5EF4-FFF2-40B4-BE49-F238E27FC236}">
                <a16:creationId xmlns:a16="http://schemas.microsoft.com/office/drawing/2014/main" id="{E0613C49-C274-BE9B-4396-E3902C95E312}"/>
              </a:ext>
            </a:extLst>
          </p:cNvPr>
          <p:cNvSpPr txBox="1">
            <a:spLocks/>
          </p:cNvSpPr>
          <p:nvPr/>
        </p:nvSpPr>
        <p:spPr>
          <a:xfrm>
            <a:off x="588962" y="243528"/>
            <a:ext cx="8649687" cy="640080"/>
          </a:xfrm>
          <a:prstGeom prst="rect">
            <a:avLst/>
          </a:prstGeom>
        </p:spPr>
        <p:txBody>
          <a:bodyPr vert="horz" lIns="91440" tIns="45720" rIns="91440" bIns="45720" rtlCol="0" anchor="b" anchorCtr="0">
            <a:norm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r>
              <a:rPr lang="es-MX" sz="2400" b="1" dirty="0" err="1">
                <a:cs typeface="Segoe UI Light" panose="020B0502040204020203" pitchFamily="34" charset="0"/>
              </a:rPr>
              <a:t>Many-to-one</a:t>
            </a:r>
            <a:endParaRPr lang="en-US" sz="2400" b="1" dirty="0">
              <a:cs typeface="Segoe UI Light" panose="020B0502040204020203" pitchFamily="34" charset="0"/>
            </a:endParaRPr>
          </a:p>
        </p:txBody>
      </p:sp>
      <p:sp>
        <p:nvSpPr>
          <p:cNvPr id="19" name="CuadroTexto 18">
            <a:extLst>
              <a:ext uri="{FF2B5EF4-FFF2-40B4-BE49-F238E27FC236}">
                <a16:creationId xmlns:a16="http://schemas.microsoft.com/office/drawing/2014/main" id="{413C523B-8E4A-A75F-B914-81E8C8BA658A}"/>
              </a:ext>
            </a:extLst>
          </p:cNvPr>
          <p:cNvSpPr txBox="1"/>
          <p:nvPr/>
        </p:nvSpPr>
        <p:spPr>
          <a:xfrm>
            <a:off x="497978" y="759251"/>
            <a:ext cx="4802628" cy="4401205"/>
          </a:xfrm>
          <a:prstGeom prst="rect">
            <a:avLst/>
          </a:prstGeom>
          <a:noFill/>
        </p:spPr>
        <p:txBody>
          <a:bodyPr wrap="square">
            <a:spAutoFit/>
          </a:bodyPr>
          <a:lstStyle/>
          <a:p>
            <a:pPr algn="just"/>
            <a:r>
              <a:rPr lang="en-US" sz="2000" dirty="0">
                <a:latin typeface="+mj-lt"/>
              </a:rPr>
              <a:t>A many-to-one architecture, as the name suggests, takes a sequence of input and maps it to a single output value. One such popular example of a many-to-one architecture is sentiment classification. A sentence is a sequence of words, so on each time step, we pass each word as input and predict the output at the final time step. Let's suppose that we have a sentence: Paris is a beautiful city. As shown in the following figure, at each time step, a single word is passed as an input, along with the previous hidden state; and, at the final time step, it predicts the sentiment of the sentence:</a:t>
            </a:r>
            <a:endParaRPr lang="es-ES" sz="2000" dirty="0">
              <a:latin typeface="+mj-lt"/>
            </a:endParaRPr>
          </a:p>
        </p:txBody>
      </p:sp>
      <p:pic>
        <p:nvPicPr>
          <p:cNvPr id="20" name="Imagen 19">
            <a:extLst>
              <a:ext uri="{FF2B5EF4-FFF2-40B4-BE49-F238E27FC236}">
                <a16:creationId xmlns:a16="http://schemas.microsoft.com/office/drawing/2014/main" id="{9535F104-33CC-2849-E42E-7221CE8E45E4}"/>
              </a:ext>
            </a:extLst>
          </p:cNvPr>
          <p:cNvPicPr>
            <a:picLocks noChangeAspect="1"/>
          </p:cNvPicPr>
          <p:nvPr/>
        </p:nvPicPr>
        <p:blipFill>
          <a:blip r:embed="rId6"/>
          <a:stretch>
            <a:fillRect/>
          </a:stretch>
        </p:blipFill>
        <p:spPr>
          <a:xfrm>
            <a:off x="6172964" y="2520644"/>
            <a:ext cx="16" cy="17"/>
          </a:xfrm>
          <a:prstGeom prst="rect">
            <a:avLst/>
          </a:prstGeom>
        </p:spPr>
      </p:pic>
      <p:pic>
        <p:nvPicPr>
          <p:cNvPr id="21" name="Imagen 20">
            <a:extLst>
              <a:ext uri="{FF2B5EF4-FFF2-40B4-BE49-F238E27FC236}">
                <a16:creationId xmlns:a16="http://schemas.microsoft.com/office/drawing/2014/main" id="{E3CCF33C-063C-C2AD-927F-3BAB44888D3E}"/>
              </a:ext>
            </a:extLst>
          </p:cNvPr>
          <p:cNvPicPr>
            <a:picLocks noChangeAspect="1"/>
          </p:cNvPicPr>
          <p:nvPr/>
        </p:nvPicPr>
        <p:blipFill>
          <a:blip r:embed="rId7"/>
          <a:stretch>
            <a:fillRect/>
          </a:stretch>
        </p:blipFill>
        <p:spPr>
          <a:xfrm>
            <a:off x="5300606" y="900796"/>
            <a:ext cx="3755639" cy="3947254"/>
          </a:xfrm>
          <a:prstGeom prst="rect">
            <a:avLst/>
          </a:prstGeom>
        </p:spPr>
      </p:pic>
      <p:sp>
        <p:nvSpPr>
          <p:cNvPr id="24" name="Título 3">
            <a:extLst>
              <a:ext uri="{FF2B5EF4-FFF2-40B4-BE49-F238E27FC236}">
                <a16:creationId xmlns:a16="http://schemas.microsoft.com/office/drawing/2014/main" id="{F626EC32-D1F9-83CF-2C82-F2FE7FCB51DF}"/>
              </a:ext>
            </a:extLst>
          </p:cNvPr>
          <p:cNvSpPr txBox="1">
            <a:spLocks/>
          </p:cNvSpPr>
          <p:nvPr/>
        </p:nvSpPr>
        <p:spPr>
          <a:xfrm>
            <a:off x="1049792" y="-253558"/>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b="1">
                <a:solidFill>
                  <a:srgbClr val="002060"/>
                </a:solidFill>
                <a:latin typeface="Raleway" pitchFamily="2" charset="0"/>
                <a:ea typeface="+mn-ea"/>
                <a:cs typeface="+mn-cs"/>
              </a:rPr>
              <a:t>Different RNN Architectures </a:t>
            </a:r>
            <a:endParaRPr lang="es-MX" sz="2400" b="1" dirty="0">
              <a:solidFill>
                <a:srgbClr val="002060"/>
              </a:solidFill>
              <a:latin typeface="Raleway" pitchFamily="2" charset="0"/>
              <a:ea typeface="+mn-ea"/>
              <a:cs typeface="+mn-cs"/>
            </a:endParaRPr>
          </a:p>
        </p:txBody>
      </p:sp>
    </p:spTree>
    <p:extLst>
      <p:ext uri="{BB962C8B-B14F-4D97-AF65-F5344CB8AC3E}">
        <p14:creationId xmlns:p14="http://schemas.microsoft.com/office/powerpoint/2010/main" val="2909279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8A332-EFE2-F78D-89D9-7C8F9942F88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2A3A2E02-D60A-2444-1B6A-55222F3A3AE6}"/>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96D12177-0AD0-618E-656A-B206EA76C08C}"/>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335214F6-6D6D-F656-8215-D471ABCA821C}"/>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7" name="Imagen 26">
            <a:extLst>
              <a:ext uri="{FF2B5EF4-FFF2-40B4-BE49-F238E27FC236}">
                <a16:creationId xmlns:a16="http://schemas.microsoft.com/office/drawing/2014/main" id="{0A9D4053-0072-94BD-CFEF-34F526654A00}"/>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6BE2A673-9C0C-952A-7A2B-480BC583618F}"/>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B3B766EF-49E2-1EC9-D07F-C8BFDD249BFA}"/>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4FF012A3-C96B-CD16-6A34-E94182D7435F}"/>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8AB6C835-876E-638E-FD86-6AACE6AA241A}"/>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7CB551BD-933F-CA1C-8E04-86266E9488F5}"/>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23CF4FA5-4EDD-C8EF-32BB-1EBF1BBF7F69}"/>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AA95D8F9-88F4-FE41-E922-40015742AE6D}"/>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B5751F5D-0D93-E7AF-1859-065BBC4DF8B4}"/>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D7B9E5FC-D23D-28C4-03E7-6020E6EC3851}"/>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9CABEDBE-F1DE-7F1B-CF5F-F1F2E3B307CE}"/>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0FB4CE63-D482-455B-F050-0ABF8784864F}"/>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FFF0C873-4CC5-8371-034F-1D7C4171B935}"/>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F061E4A7-ECAA-14EA-48C4-B47DC8334E2B}"/>
              </a:ext>
            </a:extLst>
          </p:cNvPr>
          <p:cNvPicPr>
            <a:picLocks noChangeAspect="1"/>
          </p:cNvPicPr>
          <p:nvPr/>
        </p:nvPicPr>
        <p:blipFill>
          <a:blip r:embed="rId5"/>
          <a:stretch>
            <a:fillRect/>
          </a:stretch>
        </p:blipFill>
        <p:spPr>
          <a:xfrm>
            <a:off x="6027402" y="2761891"/>
            <a:ext cx="36" cy="5"/>
          </a:xfrm>
          <a:prstGeom prst="rect">
            <a:avLst/>
          </a:prstGeom>
        </p:spPr>
      </p:pic>
      <p:sp>
        <p:nvSpPr>
          <p:cNvPr id="22" name="Title 2">
            <a:extLst>
              <a:ext uri="{FF2B5EF4-FFF2-40B4-BE49-F238E27FC236}">
                <a16:creationId xmlns:a16="http://schemas.microsoft.com/office/drawing/2014/main" id="{77C00A75-0972-9C53-E9F7-210FDC7F543F}"/>
              </a:ext>
            </a:extLst>
          </p:cNvPr>
          <p:cNvSpPr txBox="1">
            <a:spLocks/>
          </p:cNvSpPr>
          <p:nvPr/>
        </p:nvSpPr>
        <p:spPr>
          <a:xfrm>
            <a:off x="494313" y="354092"/>
            <a:ext cx="8649687" cy="640080"/>
          </a:xfrm>
          <a:prstGeom prst="rect">
            <a:avLst/>
          </a:prstGeom>
        </p:spPr>
        <p:txBody>
          <a:bodyPr vert="horz" lIns="91440" tIns="45720" rIns="91440" bIns="45720" rtlCol="0" anchor="b" anchorCtr="0">
            <a:norm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r>
              <a:rPr lang="es-MX" sz="2400" b="1" dirty="0" err="1">
                <a:cs typeface="Segoe UI Light" panose="020B0502040204020203" pitchFamily="34" charset="0"/>
              </a:rPr>
              <a:t>Many-to-many</a:t>
            </a:r>
            <a:endParaRPr lang="en-US" sz="2400" b="1" dirty="0">
              <a:cs typeface="Segoe UI Light" panose="020B0502040204020203" pitchFamily="34" charset="0"/>
            </a:endParaRPr>
          </a:p>
        </p:txBody>
      </p:sp>
      <p:sp>
        <p:nvSpPr>
          <p:cNvPr id="23" name="CuadroTexto 22">
            <a:extLst>
              <a:ext uri="{FF2B5EF4-FFF2-40B4-BE49-F238E27FC236}">
                <a16:creationId xmlns:a16="http://schemas.microsoft.com/office/drawing/2014/main" id="{5DEB730E-35DE-5D18-66B1-2D955CE570E5}"/>
              </a:ext>
            </a:extLst>
          </p:cNvPr>
          <p:cNvSpPr txBox="1"/>
          <p:nvPr/>
        </p:nvSpPr>
        <p:spPr>
          <a:xfrm>
            <a:off x="242844" y="981597"/>
            <a:ext cx="4884466" cy="3785652"/>
          </a:xfrm>
          <a:prstGeom prst="rect">
            <a:avLst/>
          </a:prstGeom>
          <a:noFill/>
        </p:spPr>
        <p:txBody>
          <a:bodyPr wrap="square">
            <a:spAutoFit/>
          </a:bodyPr>
          <a:lstStyle/>
          <a:p>
            <a:pPr algn="just"/>
            <a:r>
              <a:rPr lang="en-US" sz="2000" dirty="0">
                <a:latin typeface="+mj-lt"/>
              </a:rPr>
              <a:t>In many-to-many architectures, we map a sequence of input of arbitrary length to a</a:t>
            </a:r>
          </a:p>
          <a:p>
            <a:pPr algn="just"/>
            <a:r>
              <a:rPr lang="en-US" sz="2000" dirty="0">
                <a:latin typeface="+mj-lt"/>
              </a:rPr>
              <a:t>sequence of output of arbitrary length. This architecture has been used in various applications. Some of the popular applications of many-to-many architectures include language translation, conversational bots, and audio generation. Let's suppose that we are converting a sentence from English to French. Consider our input sentence: What are you doing? It would be mapped to, Que </a:t>
            </a:r>
            <a:r>
              <a:rPr lang="en-US" sz="2000" dirty="0" err="1">
                <a:latin typeface="+mj-lt"/>
              </a:rPr>
              <a:t>faites</a:t>
            </a:r>
            <a:r>
              <a:rPr lang="en-US" sz="2000" dirty="0">
                <a:latin typeface="+mj-lt"/>
              </a:rPr>
              <a:t> </a:t>
            </a:r>
            <a:r>
              <a:rPr lang="en-US" sz="2000" dirty="0" err="1">
                <a:latin typeface="+mj-lt"/>
              </a:rPr>
              <a:t>vous</a:t>
            </a:r>
            <a:r>
              <a:rPr lang="en-US" sz="2000" dirty="0">
                <a:latin typeface="+mj-lt"/>
              </a:rPr>
              <a:t> as shown in the following figure:</a:t>
            </a:r>
            <a:endParaRPr lang="es-ES" sz="2000" dirty="0">
              <a:latin typeface="+mj-lt"/>
            </a:endParaRPr>
          </a:p>
        </p:txBody>
      </p:sp>
      <p:pic>
        <p:nvPicPr>
          <p:cNvPr id="24" name="Imagen 23">
            <a:extLst>
              <a:ext uri="{FF2B5EF4-FFF2-40B4-BE49-F238E27FC236}">
                <a16:creationId xmlns:a16="http://schemas.microsoft.com/office/drawing/2014/main" id="{2D38473A-5F38-8BAA-AFF0-515B0CAB6D0A}"/>
              </a:ext>
            </a:extLst>
          </p:cNvPr>
          <p:cNvPicPr>
            <a:picLocks noChangeAspect="1"/>
          </p:cNvPicPr>
          <p:nvPr/>
        </p:nvPicPr>
        <p:blipFill>
          <a:blip r:embed="rId6"/>
          <a:stretch>
            <a:fillRect/>
          </a:stretch>
        </p:blipFill>
        <p:spPr>
          <a:xfrm>
            <a:off x="6027412" y="2761885"/>
            <a:ext cx="16" cy="17"/>
          </a:xfrm>
          <a:prstGeom prst="rect">
            <a:avLst/>
          </a:prstGeom>
        </p:spPr>
      </p:pic>
      <p:pic>
        <p:nvPicPr>
          <p:cNvPr id="25" name="Imagen 24">
            <a:extLst>
              <a:ext uri="{FF2B5EF4-FFF2-40B4-BE49-F238E27FC236}">
                <a16:creationId xmlns:a16="http://schemas.microsoft.com/office/drawing/2014/main" id="{14FF0270-725D-9EB0-E6B7-ED8A3E07A2EC}"/>
              </a:ext>
            </a:extLst>
          </p:cNvPr>
          <p:cNvPicPr>
            <a:picLocks noChangeAspect="1"/>
          </p:cNvPicPr>
          <p:nvPr/>
        </p:nvPicPr>
        <p:blipFill>
          <a:blip r:embed="rId7"/>
          <a:stretch>
            <a:fillRect/>
          </a:stretch>
        </p:blipFill>
        <p:spPr>
          <a:xfrm>
            <a:off x="5127310" y="1344526"/>
            <a:ext cx="3865950" cy="2565253"/>
          </a:xfrm>
          <a:prstGeom prst="rect">
            <a:avLst/>
          </a:prstGeom>
        </p:spPr>
      </p:pic>
      <p:sp>
        <p:nvSpPr>
          <p:cNvPr id="29" name="Título 3">
            <a:extLst>
              <a:ext uri="{FF2B5EF4-FFF2-40B4-BE49-F238E27FC236}">
                <a16:creationId xmlns:a16="http://schemas.microsoft.com/office/drawing/2014/main" id="{DBE31814-44F4-3A00-6E7C-848262CB0DA8}"/>
              </a:ext>
            </a:extLst>
          </p:cNvPr>
          <p:cNvSpPr txBox="1">
            <a:spLocks/>
          </p:cNvSpPr>
          <p:nvPr/>
        </p:nvSpPr>
        <p:spPr>
          <a:xfrm>
            <a:off x="1049792" y="-253558"/>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b="1">
                <a:solidFill>
                  <a:srgbClr val="002060"/>
                </a:solidFill>
                <a:latin typeface="Raleway" pitchFamily="2" charset="0"/>
                <a:ea typeface="+mn-ea"/>
                <a:cs typeface="+mn-cs"/>
              </a:rPr>
              <a:t>Different RNN Architectures </a:t>
            </a:r>
            <a:endParaRPr lang="es-MX" sz="2400" b="1" dirty="0">
              <a:solidFill>
                <a:srgbClr val="002060"/>
              </a:solidFill>
              <a:latin typeface="Raleway" pitchFamily="2" charset="0"/>
              <a:ea typeface="+mn-ea"/>
              <a:cs typeface="+mn-cs"/>
            </a:endParaRPr>
          </a:p>
        </p:txBody>
      </p:sp>
    </p:spTree>
    <p:extLst>
      <p:ext uri="{BB962C8B-B14F-4D97-AF65-F5344CB8AC3E}">
        <p14:creationId xmlns:p14="http://schemas.microsoft.com/office/powerpoint/2010/main" val="19745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4F2AD-175C-866C-31D0-6997F9F0DDA1}"/>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46F59324-057E-9559-B0E3-023020761CA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F98F21F-83BC-9167-A04E-DEEB517D3471}"/>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B8DEAB12-90C7-B146-B30F-168C5E717B36}"/>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42A190EA-F44D-FCBA-9A77-561F46255EBD}"/>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Long-short-</a:t>
            </a:r>
            <a:r>
              <a:rPr lang="es-MX" sz="2400" b="1" dirty="0" err="1">
                <a:solidFill>
                  <a:srgbClr val="002060"/>
                </a:solidFill>
                <a:latin typeface="Raleway" pitchFamily="2" charset="0"/>
                <a:ea typeface="+mn-ea"/>
                <a:cs typeface="+mn-cs"/>
              </a:rPr>
              <a:t>term</a:t>
            </a:r>
            <a:r>
              <a:rPr lang="es-MX" sz="2400" b="1" dirty="0">
                <a:solidFill>
                  <a:srgbClr val="002060"/>
                </a:solidFill>
                <a:latin typeface="Raleway" pitchFamily="2" charset="0"/>
                <a:ea typeface="+mn-ea"/>
                <a:cs typeface="+mn-cs"/>
              </a:rPr>
              <a:t>-</a:t>
            </a:r>
            <a:r>
              <a:rPr lang="es-MX" sz="2400" b="1" dirty="0" err="1">
                <a:solidFill>
                  <a:srgbClr val="002060"/>
                </a:solidFill>
                <a:latin typeface="Raleway" pitchFamily="2" charset="0"/>
                <a:ea typeface="+mn-ea"/>
                <a:cs typeface="+mn-cs"/>
              </a:rPr>
              <a:t>memory</a:t>
            </a:r>
            <a:r>
              <a:rPr lang="es-MX" sz="2400" b="1" dirty="0">
                <a:solidFill>
                  <a:srgbClr val="002060"/>
                </a:solidFill>
                <a:latin typeface="Raleway" pitchFamily="2" charset="0"/>
                <a:ea typeface="+mn-ea"/>
                <a:cs typeface="+mn-cs"/>
              </a:rPr>
              <a:t> (LSTM) </a:t>
            </a:r>
          </a:p>
        </p:txBody>
      </p:sp>
      <p:pic>
        <p:nvPicPr>
          <p:cNvPr id="27" name="Imagen 26">
            <a:extLst>
              <a:ext uri="{FF2B5EF4-FFF2-40B4-BE49-F238E27FC236}">
                <a16:creationId xmlns:a16="http://schemas.microsoft.com/office/drawing/2014/main" id="{C9275BA3-9280-0108-E98A-B8DE5DA2F954}"/>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4982E107-9542-2615-59AF-2825501DEC99}"/>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6C49EB3E-3AE2-62E3-BADB-FC8DD1A15EAD}"/>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EF2A1D96-7F82-2B35-9EA1-16DC5865B8B7}"/>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813FCB17-33D0-6AD5-6967-F9F8D7C2E2EC}"/>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AAC08FB9-2F75-F02B-998C-28DDA4560962}"/>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D572022D-D5FA-E11B-CD22-1F680A6D73D3}"/>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13B92E06-44EA-8367-B50A-059EAEE2250F}"/>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49FB7AF3-8097-972C-5798-60CC08CE7EAF}"/>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915C3999-130D-3D93-7938-68CC5A98AA33}"/>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DD8D107A-4C6F-43D4-F567-7EE564C20A64}"/>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96D5B98D-C713-EEAB-A935-2C63DBF51353}"/>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7E9F8D7E-BF0C-294B-6EC4-12F6B097343D}"/>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55F67893-63A2-9E61-E2AF-13EB77FFED2F}"/>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614FE878-E0B2-C76E-C8EF-E53285CC238F}"/>
              </a:ext>
            </a:extLst>
          </p:cNvPr>
          <p:cNvPicPr>
            <a:picLocks noChangeAspect="1"/>
          </p:cNvPicPr>
          <p:nvPr/>
        </p:nvPicPr>
        <p:blipFill>
          <a:blip r:embed="rId6"/>
          <a:stretch>
            <a:fillRect/>
          </a:stretch>
        </p:blipFill>
        <p:spPr>
          <a:xfrm>
            <a:off x="6027412" y="2761885"/>
            <a:ext cx="16" cy="17"/>
          </a:xfrm>
          <a:prstGeom prst="rect">
            <a:avLst/>
          </a:prstGeom>
        </p:spPr>
      </p:pic>
      <p:sp>
        <p:nvSpPr>
          <p:cNvPr id="18" name="CuadroTexto 17">
            <a:extLst>
              <a:ext uri="{FF2B5EF4-FFF2-40B4-BE49-F238E27FC236}">
                <a16:creationId xmlns:a16="http://schemas.microsoft.com/office/drawing/2014/main" id="{8596EDE8-CB74-3952-E580-B2E8E103145C}"/>
              </a:ext>
            </a:extLst>
          </p:cNvPr>
          <p:cNvSpPr txBox="1"/>
          <p:nvPr/>
        </p:nvSpPr>
        <p:spPr>
          <a:xfrm>
            <a:off x="326390" y="740614"/>
            <a:ext cx="8491219" cy="3816429"/>
          </a:xfrm>
          <a:prstGeom prst="rect">
            <a:avLst/>
          </a:prstGeom>
          <a:noFill/>
        </p:spPr>
        <p:txBody>
          <a:bodyPr wrap="square">
            <a:spAutoFit/>
          </a:bodyPr>
          <a:lstStyle/>
          <a:p>
            <a:pPr algn="just"/>
            <a:r>
              <a:rPr lang="es-ES" sz="2200" dirty="0" err="1">
                <a:latin typeface="+mj-lt"/>
              </a:rPr>
              <a:t>The</a:t>
            </a:r>
            <a:r>
              <a:rPr lang="es-ES" sz="2200" dirty="0">
                <a:latin typeface="+mj-lt"/>
              </a:rPr>
              <a:t> </a:t>
            </a:r>
            <a:r>
              <a:rPr lang="es-ES" sz="2200" dirty="0" err="1">
                <a:latin typeface="+mj-lt"/>
              </a:rPr>
              <a:t>drawback</a:t>
            </a:r>
            <a:r>
              <a:rPr lang="es-ES" sz="2200" dirty="0">
                <a:latin typeface="+mj-lt"/>
              </a:rPr>
              <a:t> </a:t>
            </a:r>
            <a:r>
              <a:rPr lang="es-ES" sz="2200" dirty="0" err="1">
                <a:latin typeface="+mj-lt"/>
              </a:rPr>
              <a:t>of</a:t>
            </a:r>
            <a:r>
              <a:rPr lang="es-ES" sz="2200" dirty="0">
                <a:latin typeface="+mj-lt"/>
              </a:rPr>
              <a:t> a </a:t>
            </a:r>
            <a:r>
              <a:rPr lang="es-ES" sz="2200" dirty="0" err="1">
                <a:latin typeface="+mj-lt"/>
              </a:rPr>
              <a:t>recurrent</a:t>
            </a:r>
            <a:r>
              <a:rPr lang="es-ES" sz="2200" dirty="0">
                <a:latin typeface="+mj-lt"/>
              </a:rPr>
              <a:t> neural </a:t>
            </a:r>
            <a:r>
              <a:rPr lang="es-ES" sz="2200" dirty="0" err="1">
                <a:latin typeface="+mj-lt"/>
              </a:rPr>
              <a:t>network</a:t>
            </a:r>
            <a:r>
              <a:rPr lang="es-ES" sz="2200" dirty="0">
                <a:latin typeface="+mj-lt"/>
              </a:rPr>
              <a:t> (RNN) </a:t>
            </a:r>
            <a:r>
              <a:rPr lang="es-ES" sz="2200" dirty="0" err="1">
                <a:latin typeface="+mj-lt"/>
              </a:rPr>
              <a:t>is</a:t>
            </a:r>
            <a:r>
              <a:rPr lang="es-ES" sz="2200" dirty="0">
                <a:latin typeface="+mj-lt"/>
              </a:rPr>
              <a:t> </a:t>
            </a:r>
            <a:r>
              <a:rPr lang="es-ES" sz="2200" dirty="0" err="1">
                <a:latin typeface="+mj-lt"/>
              </a:rPr>
              <a:t>that</a:t>
            </a:r>
            <a:r>
              <a:rPr lang="es-ES" sz="2200" dirty="0">
                <a:latin typeface="+mj-lt"/>
              </a:rPr>
              <a:t> </a:t>
            </a:r>
            <a:r>
              <a:rPr lang="es-ES" sz="2200" dirty="0" err="1">
                <a:latin typeface="+mj-lt"/>
              </a:rPr>
              <a:t>it</a:t>
            </a:r>
            <a:r>
              <a:rPr lang="es-ES" sz="2200" dirty="0">
                <a:latin typeface="+mj-lt"/>
              </a:rPr>
              <a:t> </a:t>
            </a:r>
            <a:r>
              <a:rPr lang="es-ES" sz="2200" dirty="0" err="1">
                <a:latin typeface="+mj-lt"/>
              </a:rPr>
              <a:t>will</a:t>
            </a:r>
            <a:r>
              <a:rPr lang="es-ES" sz="2200" dirty="0">
                <a:latin typeface="+mj-lt"/>
              </a:rPr>
              <a:t> </a:t>
            </a:r>
            <a:r>
              <a:rPr lang="es-ES" sz="2200" dirty="0" err="1">
                <a:latin typeface="+mj-lt"/>
              </a:rPr>
              <a:t>not</a:t>
            </a:r>
            <a:r>
              <a:rPr lang="es-ES" sz="2200" dirty="0">
                <a:latin typeface="+mj-lt"/>
              </a:rPr>
              <a:t> </a:t>
            </a:r>
            <a:r>
              <a:rPr lang="es-ES" sz="2200" dirty="0" err="1">
                <a:latin typeface="+mj-lt"/>
              </a:rPr>
              <a:t>retain</a:t>
            </a:r>
            <a:r>
              <a:rPr lang="es-ES" sz="2200" dirty="0">
                <a:latin typeface="+mj-lt"/>
              </a:rPr>
              <a:t> </a:t>
            </a:r>
            <a:r>
              <a:rPr lang="es-ES" sz="2200" dirty="0" err="1">
                <a:latin typeface="+mj-lt"/>
              </a:rPr>
              <a:t>information</a:t>
            </a:r>
            <a:r>
              <a:rPr lang="es-ES" sz="2200" dirty="0">
                <a:latin typeface="+mj-lt"/>
              </a:rPr>
              <a:t> </a:t>
            </a:r>
            <a:r>
              <a:rPr lang="es-ES" sz="2200" dirty="0" err="1">
                <a:latin typeface="+mj-lt"/>
              </a:rPr>
              <a:t>for</a:t>
            </a:r>
            <a:r>
              <a:rPr lang="es-ES" sz="2200" dirty="0">
                <a:latin typeface="+mj-lt"/>
              </a:rPr>
              <a:t> a </a:t>
            </a:r>
            <a:r>
              <a:rPr lang="es-ES" sz="2200" dirty="0" err="1">
                <a:latin typeface="+mj-lt"/>
              </a:rPr>
              <a:t>long</a:t>
            </a:r>
            <a:r>
              <a:rPr lang="es-ES" sz="2200" dirty="0">
                <a:latin typeface="+mj-lt"/>
              </a:rPr>
              <a:t> time in </a:t>
            </a:r>
            <a:r>
              <a:rPr lang="es-ES" sz="2200" dirty="0" err="1">
                <a:latin typeface="+mj-lt"/>
              </a:rPr>
              <a:t>memory</a:t>
            </a:r>
            <a:r>
              <a:rPr lang="es-ES" sz="2200" dirty="0">
                <a:latin typeface="+mj-lt"/>
              </a:rPr>
              <a:t>. </a:t>
            </a:r>
            <a:r>
              <a:rPr lang="es-ES" sz="2200" dirty="0" err="1">
                <a:latin typeface="+mj-lt"/>
              </a:rPr>
              <a:t>We</a:t>
            </a:r>
            <a:r>
              <a:rPr lang="es-ES" sz="2200" dirty="0">
                <a:latin typeface="+mj-lt"/>
              </a:rPr>
              <a:t> </a:t>
            </a:r>
            <a:r>
              <a:rPr lang="es-ES" sz="2200" dirty="0" err="1">
                <a:latin typeface="+mj-lt"/>
              </a:rPr>
              <a:t>know</a:t>
            </a:r>
            <a:r>
              <a:rPr lang="es-ES" sz="2200" dirty="0">
                <a:latin typeface="+mj-lt"/>
              </a:rPr>
              <a:t> </a:t>
            </a:r>
            <a:r>
              <a:rPr lang="es-ES" sz="2200" dirty="0" err="1">
                <a:latin typeface="+mj-lt"/>
              </a:rPr>
              <a:t>that</a:t>
            </a:r>
            <a:r>
              <a:rPr lang="es-ES" sz="2200" dirty="0">
                <a:latin typeface="+mj-lt"/>
              </a:rPr>
              <a:t> </a:t>
            </a:r>
            <a:r>
              <a:rPr lang="es-ES" sz="2200" dirty="0" err="1">
                <a:latin typeface="+mj-lt"/>
              </a:rPr>
              <a:t>an</a:t>
            </a:r>
            <a:r>
              <a:rPr lang="es-ES" sz="2200" dirty="0">
                <a:latin typeface="+mj-lt"/>
              </a:rPr>
              <a:t> RNN </a:t>
            </a:r>
            <a:r>
              <a:rPr lang="es-ES" sz="2200" dirty="0" err="1">
                <a:latin typeface="+mj-lt"/>
              </a:rPr>
              <a:t>stores</a:t>
            </a:r>
            <a:r>
              <a:rPr lang="es-ES" sz="2200" dirty="0">
                <a:latin typeface="+mj-lt"/>
              </a:rPr>
              <a:t> </a:t>
            </a:r>
            <a:r>
              <a:rPr lang="es-ES" sz="2200" dirty="0" err="1">
                <a:latin typeface="+mj-lt"/>
              </a:rPr>
              <a:t>sequences</a:t>
            </a:r>
            <a:r>
              <a:rPr lang="es-ES" sz="2200" dirty="0">
                <a:latin typeface="+mj-lt"/>
              </a:rPr>
              <a:t> </a:t>
            </a:r>
            <a:r>
              <a:rPr lang="es-ES" sz="2200" dirty="0" err="1">
                <a:latin typeface="+mj-lt"/>
              </a:rPr>
              <a:t>of</a:t>
            </a:r>
            <a:r>
              <a:rPr lang="es-ES" sz="2200" dirty="0">
                <a:latin typeface="+mj-lt"/>
              </a:rPr>
              <a:t> </a:t>
            </a:r>
            <a:r>
              <a:rPr lang="es-ES" sz="2200" dirty="0" err="1">
                <a:latin typeface="+mj-lt"/>
              </a:rPr>
              <a:t>information</a:t>
            </a:r>
            <a:r>
              <a:rPr lang="es-ES" sz="2200" dirty="0">
                <a:latin typeface="+mj-lt"/>
              </a:rPr>
              <a:t> in </a:t>
            </a:r>
            <a:r>
              <a:rPr lang="es-ES" sz="2200" dirty="0" err="1">
                <a:latin typeface="+mj-lt"/>
              </a:rPr>
              <a:t>its</a:t>
            </a:r>
            <a:r>
              <a:rPr lang="es-ES" sz="2200" dirty="0">
                <a:latin typeface="+mj-lt"/>
              </a:rPr>
              <a:t> </a:t>
            </a:r>
            <a:r>
              <a:rPr lang="es-ES" sz="2200" dirty="0" err="1">
                <a:latin typeface="+mj-lt"/>
              </a:rPr>
              <a:t>hidden</a:t>
            </a:r>
            <a:r>
              <a:rPr lang="es-ES" sz="2200" dirty="0">
                <a:latin typeface="+mj-lt"/>
              </a:rPr>
              <a:t> </a:t>
            </a:r>
            <a:r>
              <a:rPr lang="es-ES" sz="2200" dirty="0" err="1">
                <a:latin typeface="+mj-lt"/>
              </a:rPr>
              <a:t>state</a:t>
            </a:r>
            <a:r>
              <a:rPr lang="es-ES" sz="2200" dirty="0">
                <a:latin typeface="+mj-lt"/>
              </a:rPr>
              <a:t> </a:t>
            </a:r>
            <a:r>
              <a:rPr lang="es-ES" sz="2200" dirty="0" err="1">
                <a:latin typeface="+mj-lt"/>
              </a:rPr>
              <a:t>but</a:t>
            </a:r>
            <a:r>
              <a:rPr lang="es-ES" sz="2200" dirty="0">
                <a:latin typeface="+mj-lt"/>
              </a:rPr>
              <a:t> </a:t>
            </a:r>
            <a:r>
              <a:rPr lang="es-ES" sz="2200" dirty="0" err="1">
                <a:latin typeface="+mj-lt"/>
              </a:rPr>
              <a:t>when</a:t>
            </a:r>
            <a:r>
              <a:rPr lang="es-ES" sz="2200" dirty="0">
                <a:latin typeface="+mj-lt"/>
              </a:rPr>
              <a:t> </a:t>
            </a:r>
            <a:r>
              <a:rPr lang="es-ES" sz="2200" dirty="0" err="1">
                <a:latin typeface="+mj-lt"/>
              </a:rPr>
              <a:t>the</a:t>
            </a:r>
            <a:r>
              <a:rPr lang="es-ES" sz="2200" dirty="0">
                <a:latin typeface="+mj-lt"/>
              </a:rPr>
              <a:t> input </a:t>
            </a:r>
            <a:r>
              <a:rPr lang="es-ES" sz="2200" dirty="0" err="1">
                <a:latin typeface="+mj-lt"/>
              </a:rPr>
              <a:t>sequence</a:t>
            </a:r>
            <a:r>
              <a:rPr lang="es-ES" sz="2200" dirty="0">
                <a:latin typeface="+mj-lt"/>
              </a:rPr>
              <a:t> </a:t>
            </a:r>
            <a:r>
              <a:rPr lang="es-ES" sz="2200" dirty="0" err="1">
                <a:latin typeface="+mj-lt"/>
              </a:rPr>
              <a:t>is</a:t>
            </a:r>
            <a:r>
              <a:rPr lang="es-ES" sz="2200" dirty="0">
                <a:latin typeface="+mj-lt"/>
              </a:rPr>
              <a:t> </a:t>
            </a:r>
            <a:r>
              <a:rPr lang="es-ES" sz="2200" dirty="0" err="1">
                <a:latin typeface="+mj-lt"/>
              </a:rPr>
              <a:t>too</a:t>
            </a:r>
            <a:r>
              <a:rPr lang="es-ES" sz="2200" dirty="0">
                <a:latin typeface="+mj-lt"/>
              </a:rPr>
              <a:t> </a:t>
            </a:r>
            <a:r>
              <a:rPr lang="es-ES" sz="2200" dirty="0" err="1">
                <a:latin typeface="+mj-lt"/>
              </a:rPr>
              <a:t>long</a:t>
            </a:r>
            <a:r>
              <a:rPr lang="es-ES" sz="2200" dirty="0">
                <a:latin typeface="+mj-lt"/>
              </a:rPr>
              <a:t>, </a:t>
            </a:r>
            <a:r>
              <a:rPr lang="es-ES" sz="2200" dirty="0" err="1">
                <a:latin typeface="+mj-lt"/>
              </a:rPr>
              <a:t>it</a:t>
            </a:r>
            <a:r>
              <a:rPr lang="es-ES" sz="2200" dirty="0">
                <a:latin typeface="+mj-lt"/>
              </a:rPr>
              <a:t> </a:t>
            </a:r>
            <a:r>
              <a:rPr lang="es-ES" sz="2200" dirty="0" err="1">
                <a:latin typeface="+mj-lt"/>
              </a:rPr>
              <a:t>cannot</a:t>
            </a:r>
            <a:r>
              <a:rPr lang="es-ES" sz="2200" dirty="0">
                <a:latin typeface="+mj-lt"/>
              </a:rPr>
              <a:t> </a:t>
            </a:r>
            <a:r>
              <a:rPr lang="es-ES" sz="2200" dirty="0" err="1">
                <a:latin typeface="+mj-lt"/>
              </a:rPr>
              <a:t>retain</a:t>
            </a:r>
            <a:r>
              <a:rPr lang="es-ES" sz="2200" dirty="0">
                <a:latin typeface="+mj-lt"/>
              </a:rPr>
              <a:t> </a:t>
            </a:r>
            <a:r>
              <a:rPr lang="es-ES" sz="2200" dirty="0" err="1">
                <a:latin typeface="+mj-lt"/>
              </a:rPr>
              <a:t>all</a:t>
            </a:r>
            <a:r>
              <a:rPr lang="es-ES" sz="2200" dirty="0">
                <a:latin typeface="+mj-lt"/>
              </a:rPr>
              <a:t> </a:t>
            </a:r>
            <a:r>
              <a:rPr lang="es-ES" sz="2200" dirty="0" err="1">
                <a:latin typeface="+mj-lt"/>
              </a:rPr>
              <a:t>the</a:t>
            </a:r>
            <a:r>
              <a:rPr lang="es-ES" sz="2200" dirty="0">
                <a:latin typeface="+mj-lt"/>
              </a:rPr>
              <a:t> </a:t>
            </a:r>
            <a:r>
              <a:rPr lang="es-ES" sz="2200" dirty="0" err="1">
                <a:latin typeface="+mj-lt"/>
              </a:rPr>
              <a:t>information</a:t>
            </a:r>
            <a:r>
              <a:rPr lang="es-ES" sz="2200" dirty="0">
                <a:latin typeface="+mj-lt"/>
              </a:rPr>
              <a:t> in </a:t>
            </a:r>
            <a:r>
              <a:rPr lang="es-ES" sz="2200" dirty="0" err="1">
                <a:latin typeface="+mj-lt"/>
              </a:rPr>
              <a:t>its</a:t>
            </a:r>
            <a:r>
              <a:rPr lang="es-ES" sz="2200" dirty="0">
                <a:latin typeface="+mj-lt"/>
              </a:rPr>
              <a:t> </a:t>
            </a:r>
            <a:r>
              <a:rPr lang="es-ES" sz="2200" dirty="0" err="1">
                <a:latin typeface="+mj-lt"/>
              </a:rPr>
              <a:t>memory</a:t>
            </a:r>
            <a:r>
              <a:rPr lang="es-ES" sz="2200" dirty="0">
                <a:latin typeface="+mj-lt"/>
              </a:rPr>
              <a:t> </a:t>
            </a:r>
            <a:r>
              <a:rPr lang="es-ES" sz="2200" dirty="0" err="1">
                <a:latin typeface="+mj-lt"/>
              </a:rPr>
              <a:t>due</a:t>
            </a:r>
            <a:r>
              <a:rPr lang="es-ES" sz="2200" dirty="0">
                <a:latin typeface="+mj-lt"/>
              </a:rPr>
              <a:t> </a:t>
            </a:r>
            <a:r>
              <a:rPr lang="es-ES" sz="2200" dirty="0" err="1">
                <a:latin typeface="+mj-lt"/>
              </a:rPr>
              <a:t>to</a:t>
            </a:r>
            <a:r>
              <a:rPr lang="es-ES" sz="2200" dirty="0">
                <a:latin typeface="+mj-lt"/>
              </a:rPr>
              <a:t> </a:t>
            </a:r>
            <a:r>
              <a:rPr lang="es-ES" sz="2200" dirty="0" err="1">
                <a:latin typeface="+mj-lt"/>
              </a:rPr>
              <a:t>the</a:t>
            </a:r>
            <a:r>
              <a:rPr lang="es-ES" sz="2200" dirty="0">
                <a:latin typeface="+mj-lt"/>
              </a:rPr>
              <a:t> </a:t>
            </a:r>
            <a:r>
              <a:rPr lang="es-ES" sz="2200" dirty="0" err="1">
                <a:latin typeface="+mj-lt"/>
              </a:rPr>
              <a:t>vanishing</a:t>
            </a:r>
            <a:r>
              <a:rPr lang="es-ES" sz="2200" dirty="0">
                <a:latin typeface="+mj-lt"/>
              </a:rPr>
              <a:t> </a:t>
            </a:r>
            <a:r>
              <a:rPr lang="es-ES" sz="2200" dirty="0" err="1">
                <a:latin typeface="+mj-lt"/>
              </a:rPr>
              <a:t>gradient</a:t>
            </a:r>
            <a:r>
              <a:rPr lang="es-ES" sz="2200" dirty="0">
                <a:latin typeface="+mj-lt"/>
              </a:rPr>
              <a:t> </a:t>
            </a:r>
            <a:r>
              <a:rPr lang="es-ES" sz="2200" dirty="0" err="1">
                <a:latin typeface="+mj-lt"/>
              </a:rPr>
              <a:t>problem</a:t>
            </a:r>
            <a:r>
              <a:rPr lang="es-ES" sz="2200" dirty="0">
                <a:latin typeface="+mj-lt"/>
              </a:rPr>
              <a:t>, </a:t>
            </a:r>
            <a:r>
              <a:rPr lang="es-ES" sz="2200" dirty="0" err="1">
                <a:latin typeface="+mj-lt"/>
              </a:rPr>
              <a:t>which</a:t>
            </a:r>
            <a:r>
              <a:rPr lang="es-ES" sz="2200" dirty="0">
                <a:latin typeface="+mj-lt"/>
              </a:rPr>
              <a:t> </a:t>
            </a:r>
            <a:r>
              <a:rPr lang="es-ES" sz="2200" dirty="0" err="1">
                <a:latin typeface="+mj-lt"/>
              </a:rPr>
              <a:t>we</a:t>
            </a:r>
            <a:r>
              <a:rPr lang="es-ES" sz="2200" dirty="0">
                <a:latin typeface="+mj-lt"/>
              </a:rPr>
              <a:t> </a:t>
            </a:r>
            <a:r>
              <a:rPr lang="es-ES" sz="2200" dirty="0" err="1">
                <a:latin typeface="+mj-lt"/>
              </a:rPr>
              <a:t>discussed</a:t>
            </a:r>
            <a:r>
              <a:rPr lang="es-ES" sz="2200" dirty="0">
                <a:latin typeface="+mj-lt"/>
              </a:rPr>
              <a:t> in </a:t>
            </a:r>
            <a:r>
              <a:rPr lang="es-ES" sz="2200" dirty="0" err="1">
                <a:latin typeface="+mj-lt"/>
              </a:rPr>
              <a:t>the</a:t>
            </a:r>
            <a:r>
              <a:rPr lang="es-ES" sz="2200" dirty="0">
                <a:latin typeface="+mj-lt"/>
              </a:rPr>
              <a:t> </a:t>
            </a:r>
            <a:r>
              <a:rPr lang="es-ES" sz="2200" dirty="0" err="1">
                <a:latin typeface="+mj-lt"/>
              </a:rPr>
              <a:t>previous</a:t>
            </a:r>
            <a:r>
              <a:rPr lang="es-ES" sz="2200" dirty="0">
                <a:latin typeface="+mj-lt"/>
              </a:rPr>
              <a:t> </a:t>
            </a:r>
            <a:r>
              <a:rPr lang="es-ES" sz="2200" dirty="0" err="1">
                <a:latin typeface="+mj-lt"/>
              </a:rPr>
              <a:t>chapter</a:t>
            </a:r>
            <a:r>
              <a:rPr lang="es-ES" sz="2200" dirty="0">
                <a:latin typeface="+mj-lt"/>
              </a:rPr>
              <a:t>.</a:t>
            </a:r>
          </a:p>
          <a:p>
            <a:pPr algn="just"/>
            <a:endParaRPr lang="es-ES" sz="2200" dirty="0">
              <a:latin typeface="+mj-lt"/>
            </a:endParaRPr>
          </a:p>
          <a:p>
            <a:pPr algn="just"/>
            <a:r>
              <a:rPr lang="es-ES" sz="2200" dirty="0" err="1">
                <a:latin typeface="+mj-lt"/>
              </a:rPr>
              <a:t>To</a:t>
            </a:r>
            <a:r>
              <a:rPr lang="es-ES" sz="2200" dirty="0">
                <a:latin typeface="+mj-lt"/>
              </a:rPr>
              <a:t> </a:t>
            </a:r>
            <a:r>
              <a:rPr lang="es-ES" sz="2200" dirty="0" err="1">
                <a:latin typeface="+mj-lt"/>
              </a:rPr>
              <a:t>combat</a:t>
            </a:r>
            <a:r>
              <a:rPr lang="es-ES" sz="2200" dirty="0">
                <a:latin typeface="+mj-lt"/>
              </a:rPr>
              <a:t> </a:t>
            </a:r>
            <a:r>
              <a:rPr lang="es-ES" sz="2200" dirty="0" err="1">
                <a:latin typeface="+mj-lt"/>
              </a:rPr>
              <a:t>this</a:t>
            </a:r>
            <a:r>
              <a:rPr lang="es-ES" sz="2200" dirty="0">
                <a:latin typeface="+mj-lt"/>
              </a:rPr>
              <a:t>, </a:t>
            </a:r>
            <a:r>
              <a:rPr lang="es-ES" sz="2200" dirty="0" err="1">
                <a:latin typeface="+mj-lt"/>
              </a:rPr>
              <a:t>we</a:t>
            </a:r>
            <a:r>
              <a:rPr lang="es-ES" sz="2200" dirty="0">
                <a:latin typeface="+mj-lt"/>
              </a:rPr>
              <a:t> introduce a </a:t>
            </a:r>
            <a:r>
              <a:rPr lang="es-ES" sz="2200" dirty="0" err="1">
                <a:latin typeface="+mj-lt"/>
              </a:rPr>
              <a:t>variant</a:t>
            </a:r>
            <a:r>
              <a:rPr lang="es-ES" sz="2200" dirty="0">
                <a:latin typeface="+mj-lt"/>
              </a:rPr>
              <a:t> </a:t>
            </a:r>
            <a:r>
              <a:rPr lang="es-ES" sz="2200" dirty="0" err="1">
                <a:latin typeface="+mj-lt"/>
              </a:rPr>
              <a:t>of</a:t>
            </a:r>
            <a:r>
              <a:rPr lang="es-ES" sz="2200" dirty="0">
                <a:latin typeface="+mj-lt"/>
              </a:rPr>
              <a:t> RNN </a:t>
            </a:r>
            <a:r>
              <a:rPr lang="es-ES" sz="2200" dirty="0" err="1">
                <a:latin typeface="+mj-lt"/>
              </a:rPr>
              <a:t>called</a:t>
            </a:r>
            <a:r>
              <a:rPr lang="es-ES" sz="2200" dirty="0">
                <a:latin typeface="+mj-lt"/>
              </a:rPr>
              <a:t> a </a:t>
            </a:r>
            <a:r>
              <a:rPr lang="es-ES" sz="2200" dirty="0" err="1">
                <a:latin typeface="+mj-lt"/>
              </a:rPr>
              <a:t>long</a:t>
            </a:r>
            <a:r>
              <a:rPr lang="es-ES" sz="2200" dirty="0">
                <a:latin typeface="+mj-lt"/>
              </a:rPr>
              <a:t> short-</a:t>
            </a:r>
            <a:r>
              <a:rPr lang="es-ES" sz="2200" dirty="0" err="1">
                <a:latin typeface="+mj-lt"/>
              </a:rPr>
              <a:t>term</a:t>
            </a:r>
            <a:r>
              <a:rPr lang="es-ES" sz="2200" dirty="0">
                <a:latin typeface="+mj-lt"/>
              </a:rPr>
              <a:t> </a:t>
            </a:r>
            <a:r>
              <a:rPr lang="es-ES" sz="2200" dirty="0" err="1">
                <a:latin typeface="+mj-lt"/>
              </a:rPr>
              <a:t>memory</a:t>
            </a:r>
            <a:r>
              <a:rPr lang="es-ES" sz="2200" dirty="0">
                <a:latin typeface="+mj-lt"/>
              </a:rPr>
              <a:t> (LSTM) </a:t>
            </a:r>
            <a:r>
              <a:rPr lang="es-ES" sz="2200" dirty="0" err="1">
                <a:latin typeface="+mj-lt"/>
              </a:rPr>
              <a:t>cell</a:t>
            </a:r>
            <a:r>
              <a:rPr lang="es-ES" sz="2200" dirty="0">
                <a:latin typeface="+mj-lt"/>
              </a:rPr>
              <a:t>, </a:t>
            </a:r>
            <a:r>
              <a:rPr lang="es-ES" sz="2200" dirty="0" err="1">
                <a:latin typeface="+mj-lt"/>
              </a:rPr>
              <a:t>which</a:t>
            </a:r>
            <a:r>
              <a:rPr lang="es-ES" sz="2200" dirty="0">
                <a:latin typeface="+mj-lt"/>
              </a:rPr>
              <a:t> </a:t>
            </a:r>
            <a:r>
              <a:rPr lang="es-ES" sz="2200" dirty="0" err="1">
                <a:latin typeface="+mj-lt"/>
              </a:rPr>
              <a:t>resolves</a:t>
            </a:r>
            <a:r>
              <a:rPr lang="es-ES" sz="2200" dirty="0">
                <a:latin typeface="+mj-lt"/>
              </a:rPr>
              <a:t> </a:t>
            </a:r>
            <a:r>
              <a:rPr lang="es-ES" sz="2200" dirty="0" err="1">
                <a:latin typeface="+mj-lt"/>
              </a:rPr>
              <a:t>the</a:t>
            </a:r>
            <a:r>
              <a:rPr lang="es-ES" sz="2200" dirty="0">
                <a:latin typeface="+mj-lt"/>
              </a:rPr>
              <a:t> </a:t>
            </a:r>
            <a:r>
              <a:rPr lang="es-ES" sz="2200" dirty="0" err="1">
                <a:latin typeface="+mj-lt"/>
              </a:rPr>
              <a:t>vanishing</a:t>
            </a:r>
            <a:r>
              <a:rPr lang="es-ES" sz="2200" dirty="0">
                <a:latin typeface="+mj-lt"/>
              </a:rPr>
              <a:t> </a:t>
            </a:r>
            <a:r>
              <a:rPr lang="es-ES" sz="2200" dirty="0" err="1">
                <a:latin typeface="+mj-lt"/>
              </a:rPr>
              <a:t>gradient</a:t>
            </a:r>
            <a:r>
              <a:rPr lang="es-ES" sz="2200" dirty="0">
                <a:latin typeface="+mj-lt"/>
              </a:rPr>
              <a:t> </a:t>
            </a:r>
            <a:r>
              <a:rPr lang="es-ES" sz="2200" dirty="0" err="1">
                <a:latin typeface="+mj-lt"/>
              </a:rPr>
              <a:t>problem</a:t>
            </a:r>
            <a:r>
              <a:rPr lang="es-ES" sz="2200" dirty="0">
                <a:latin typeface="+mj-lt"/>
              </a:rPr>
              <a:t> </a:t>
            </a:r>
            <a:r>
              <a:rPr lang="es-ES" sz="2200" dirty="0" err="1">
                <a:latin typeface="+mj-lt"/>
              </a:rPr>
              <a:t>by</a:t>
            </a:r>
            <a:r>
              <a:rPr lang="es-ES" sz="2200" dirty="0">
                <a:latin typeface="+mj-lt"/>
              </a:rPr>
              <a:t> </a:t>
            </a:r>
            <a:r>
              <a:rPr lang="es-ES" sz="2200" dirty="0" err="1">
                <a:latin typeface="+mj-lt"/>
              </a:rPr>
              <a:t>using</a:t>
            </a:r>
            <a:r>
              <a:rPr lang="es-ES" sz="2200" dirty="0">
                <a:latin typeface="+mj-lt"/>
              </a:rPr>
              <a:t> a </a:t>
            </a:r>
            <a:r>
              <a:rPr lang="es-ES" sz="2200" dirty="0" err="1">
                <a:latin typeface="+mj-lt"/>
              </a:rPr>
              <a:t>special</a:t>
            </a:r>
            <a:r>
              <a:rPr lang="es-ES" sz="2200" dirty="0">
                <a:latin typeface="+mj-lt"/>
              </a:rPr>
              <a:t> </a:t>
            </a:r>
            <a:r>
              <a:rPr lang="es-ES" sz="2200" dirty="0" err="1">
                <a:latin typeface="+mj-lt"/>
              </a:rPr>
              <a:t>structure</a:t>
            </a:r>
            <a:r>
              <a:rPr lang="es-ES" sz="2200" dirty="0">
                <a:latin typeface="+mj-lt"/>
              </a:rPr>
              <a:t> </a:t>
            </a:r>
            <a:r>
              <a:rPr lang="es-ES" sz="2200" dirty="0" err="1">
                <a:latin typeface="+mj-lt"/>
              </a:rPr>
              <a:t>called</a:t>
            </a:r>
            <a:r>
              <a:rPr lang="es-ES" sz="2200" dirty="0">
                <a:latin typeface="+mj-lt"/>
              </a:rPr>
              <a:t> a gate. Gates </a:t>
            </a:r>
            <a:r>
              <a:rPr lang="es-ES" sz="2200" dirty="0" err="1">
                <a:latin typeface="+mj-lt"/>
              </a:rPr>
              <a:t>keep</a:t>
            </a:r>
            <a:r>
              <a:rPr lang="es-ES" sz="2200" dirty="0">
                <a:latin typeface="+mj-lt"/>
              </a:rPr>
              <a:t> </a:t>
            </a:r>
            <a:r>
              <a:rPr lang="es-ES" sz="2200" dirty="0" err="1">
                <a:latin typeface="+mj-lt"/>
              </a:rPr>
              <a:t>the</a:t>
            </a:r>
            <a:r>
              <a:rPr lang="es-ES" sz="2200" dirty="0">
                <a:latin typeface="+mj-lt"/>
              </a:rPr>
              <a:t> </a:t>
            </a:r>
            <a:r>
              <a:rPr lang="es-ES" sz="2200" dirty="0" err="1">
                <a:latin typeface="+mj-lt"/>
              </a:rPr>
              <a:t>information</a:t>
            </a:r>
            <a:r>
              <a:rPr lang="es-ES" sz="2200" dirty="0">
                <a:latin typeface="+mj-lt"/>
              </a:rPr>
              <a:t> in </a:t>
            </a:r>
            <a:r>
              <a:rPr lang="es-ES" sz="2200" dirty="0" err="1">
                <a:latin typeface="+mj-lt"/>
              </a:rPr>
              <a:t>memory</a:t>
            </a:r>
            <a:r>
              <a:rPr lang="es-ES" sz="2200" dirty="0">
                <a:latin typeface="+mj-lt"/>
              </a:rPr>
              <a:t> as </a:t>
            </a:r>
            <a:r>
              <a:rPr lang="es-ES" sz="2200" dirty="0" err="1">
                <a:latin typeface="+mj-lt"/>
              </a:rPr>
              <a:t>long</a:t>
            </a:r>
            <a:r>
              <a:rPr lang="es-ES" sz="2200" dirty="0">
                <a:latin typeface="+mj-lt"/>
              </a:rPr>
              <a:t> as </a:t>
            </a:r>
            <a:r>
              <a:rPr lang="es-ES" sz="2200" dirty="0" err="1">
                <a:latin typeface="+mj-lt"/>
              </a:rPr>
              <a:t>it</a:t>
            </a:r>
            <a:r>
              <a:rPr lang="es-ES" sz="2200" dirty="0">
                <a:latin typeface="+mj-lt"/>
              </a:rPr>
              <a:t> </a:t>
            </a:r>
            <a:r>
              <a:rPr lang="es-ES" sz="2200" dirty="0" err="1">
                <a:latin typeface="+mj-lt"/>
              </a:rPr>
              <a:t>is</a:t>
            </a:r>
            <a:r>
              <a:rPr lang="es-ES" sz="2200" dirty="0">
                <a:latin typeface="+mj-lt"/>
              </a:rPr>
              <a:t> </a:t>
            </a:r>
            <a:r>
              <a:rPr lang="es-ES" sz="2200" dirty="0" err="1">
                <a:latin typeface="+mj-lt"/>
              </a:rPr>
              <a:t>required</a:t>
            </a:r>
            <a:r>
              <a:rPr lang="es-ES" sz="2200" dirty="0">
                <a:latin typeface="+mj-lt"/>
              </a:rPr>
              <a:t>. </a:t>
            </a:r>
            <a:r>
              <a:rPr lang="es-ES" sz="2200" dirty="0" err="1">
                <a:latin typeface="+mj-lt"/>
              </a:rPr>
              <a:t>They</a:t>
            </a:r>
            <a:r>
              <a:rPr lang="es-ES" sz="2200" dirty="0">
                <a:latin typeface="+mj-lt"/>
              </a:rPr>
              <a:t> </a:t>
            </a:r>
            <a:r>
              <a:rPr lang="es-ES" sz="2200" dirty="0" err="1">
                <a:latin typeface="+mj-lt"/>
              </a:rPr>
              <a:t>learn</a:t>
            </a:r>
            <a:r>
              <a:rPr lang="es-ES" sz="2200" dirty="0">
                <a:latin typeface="+mj-lt"/>
              </a:rPr>
              <a:t> </a:t>
            </a:r>
            <a:r>
              <a:rPr lang="es-ES" sz="2200" dirty="0" err="1">
                <a:latin typeface="+mj-lt"/>
              </a:rPr>
              <a:t>what</a:t>
            </a:r>
            <a:r>
              <a:rPr lang="es-ES" sz="2200" dirty="0">
                <a:latin typeface="+mj-lt"/>
              </a:rPr>
              <a:t> </a:t>
            </a:r>
            <a:r>
              <a:rPr lang="es-ES" sz="2200" dirty="0" err="1">
                <a:latin typeface="+mj-lt"/>
              </a:rPr>
              <a:t>information</a:t>
            </a:r>
            <a:r>
              <a:rPr lang="es-ES" sz="2200" dirty="0">
                <a:latin typeface="+mj-lt"/>
              </a:rPr>
              <a:t> </a:t>
            </a:r>
            <a:r>
              <a:rPr lang="es-ES" sz="2200" dirty="0" err="1">
                <a:latin typeface="+mj-lt"/>
              </a:rPr>
              <a:t>to</a:t>
            </a:r>
            <a:r>
              <a:rPr lang="es-ES" sz="2200" dirty="0">
                <a:latin typeface="+mj-lt"/>
              </a:rPr>
              <a:t> </a:t>
            </a:r>
            <a:r>
              <a:rPr lang="es-ES" sz="2200" dirty="0" err="1">
                <a:latin typeface="+mj-lt"/>
              </a:rPr>
              <a:t>keep</a:t>
            </a:r>
            <a:r>
              <a:rPr lang="es-ES" sz="2200" dirty="0">
                <a:latin typeface="+mj-lt"/>
              </a:rPr>
              <a:t> and </a:t>
            </a:r>
            <a:r>
              <a:rPr lang="es-ES" sz="2200" dirty="0" err="1">
                <a:latin typeface="+mj-lt"/>
              </a:rPr>
              <a:t>what</a:t>
            </a:r>
            <a:r>
              <a:rPr lang="es-ES" sz="2200" dirty="0">
                <a:latin typeface="+mj-lt"/>
              </a:rPr>
              <a:t> </a:t>
            </a:r>
            <a:r>
              <a:rPr lang="es-ES" sz="2200" dirty="0" err="1">
                <a:latin typeface="+mj-lt"/>
              </a:rPr>
              <a:t>information</a:t>
            </a:r>
            <a:r>
              <a:rPr lang="es-ES" sz="2200" dirty="0">
                <a:latin typeface="+mj-lt"/>
              </a:rPr>
              <a:t> </a:t>
            </a:r>
            <a:r>
              <a:rPr lang="es-ES" sz="2200" dirty="0" err="1">
                <a:latin typeface="+mj-lt"/>
              </a:rPr>
              <a:t>to</a:t>
            </a:r>
            <a:r>
              <a:rPr lang="es-ES" sz="2200" dirty="0">
                <a:latin typeface="+mj-lt"/>
              </a:rPr>
              <a:t> </a:t>
            </a:r>
            <a:r>
              <a:rPr lang="es-ES" sz="2200" dirty="0" err="1">
                <a:latin typeface="+mj-lt"/>
              </a:rPr>
              <a:t>discard</a:t>
            </a:r>
            <a:r>
              <a:rPr lang="es-ES" sz="2200" dirty="0">
                <a:latin typeface="+mj-lt"/>
              </a:rPr>
              <a:t> </a:t>
            </a:r>
            <a:r>
              <a:rPr lang="es-ES" sz="2200" dirty="0" err="1">
                <a:latin typeface="+mj-lt"/>
              </a:rPr>
              <a:t>from</a:t>
            </a:r>
            <a:r>
              <a:rPr lang="es-ES" sz="2200" dirty="0">
                <a:latin typeface="+mj-lt"/>
              </a:rPr>
              <a:t> </a:t>
            </a:r>
            <a:r>
              <a:rPr lang="es-ES" sz="2200" dirty="0" err="1">
                <a:latin typeface="+mj-lt"/>
              </a:rPr>
              <a:t>the</a:t>
            </a:r>
            <a:r>
              <a:rPr lang="es-ES" sz="2200" dirty="0">
                <a:latin typeface="+mj-lt"/>
              </a:rPr>
              <a:t> </a:t>
            </a:r>
            <a:r>
              <a:rPr lang="es-ES" sz="2200" dirty="0" err="1">
                <a:latin typeface="+mj-lt"/>
              </a:rPr>
              <a:t>memory</a:t>
            </a:r>
            <a:r>
              <a:rPr lang="es-ES" sz="2200" dirty="0">
                <a:latin typeface="+mj-lt"/>
              </a:rPr>
              <a:t>.</a:t>
            </a:r>
          </a:p>
        </p:txBody>
      </p:sp>
    </p:spTree>
    <p:extLst>
      <p:ext uri="{BB962C8B-B14F-4D97-AF65-F5344CB8AC3E}">
        <p14:creationId xmlns:p14="http://schemas.microsoft.com/office/powerpoint/2010/main" val="138226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5E20E-5EC0-DD7E-C8A1-81619C62E1EE}"/>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42C032A-60FE-0C9D-30DC-F875EA00814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F58E2C91-C147-9DA8-784E-3748DABE0CBC}"/>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3BD13CB-CFD9-E7A3-6885-1EC9559364A9}"/>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04B48FB5-27FE-E2E8-66A5-B65940AF11C5}"/>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Long-short-</a:t>
            </a:r>
            <a:r>
              <a:rPr lang="es-MX" sz="2400" b="1" dirty="0" err="1">
                <a:solidFill>
                  <a:srgbClr val="002060"/>
                </a:solidFill>
                <a:latin typeface="Raleway" pitchFamily="2" charset="0"/>
                <a:ea typeface="+mn-ea"/>
                <a:cs typeface="+mn-cs"/>
              </a:rPr>
              <a:t>term</a:t>
            </a:r>
            <a:r>
              <a:rPr lang="es-MX" sz="2400" b="1" dirty="0">
                <a:solidFill>
                  <a:srgbClr val="002060"/>
                </a:solidFill>
                <a:latin typeface="Raleway" pitchFamily="2" charset="0"/>
                <a:ea typeface="+mn-ea"/>
                <a:cs typeface="+mn-cs"/>
              </a:rPr>
              <a:t>-</a:t>
            </a:r>
            <a:r>
              <a:rPr lang="es-MX" sz="2400" b="1" dirty="0" err="1">
                <a:solidFill>
                  <a:srgbClr val="002060"/>
                </a:solidFill>
                <a:latin typeface="Raleway" pitchFamily="2" charset="0"/>
                <a:ea typeface="+mn-ea"/>
                <a:cs typeface="+mn-cs"/>
              </a:rPr>
              <a:t>memory</a:t>
            </a:r>
            <a:r>
              <a:rPr lang="es-MX" sz="2400" b="1" dirty="0">
                <a:solidFill>
                  <a:srgbClr val="002060"/>
                </a:solidFill>
                <a:latin typeface="Raleway" pitchFamily="2" charset="0"/>
                <a:ea typeface="+mn-ea"/>
                <a:cs typeface="+mn-cs"/>
              </a:rPr>
              <a:t> (LSTM) </a:t>
            </a:r>
          </a:p>
        </p:txBody>
      </p:sp>
      <p:pic>
        <p:nvPicPr>
          <p:cNvPr id="27" name="Imagen 26">
            <a:extLst>
              <a:ext uri="{FF2B5EF4-FFF2-40B4-BE49-F238E27FC236}">
                <a16:creationId xmlns:a16="http://schemas.microsoft.com/office/drawing/2014/main" id="{D15C045B-D253-84FD-89B0-B15274C2B44B}"/>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398A5F52-C905-5341-BD1B-0DD50E917BA4}"/>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0B02A3D9-3281-E99E-4B68-6583BEF00641}"/>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0843F8BE-0683-DBE5-FFBA-FB89B2AA795A}"/>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BDF60991-9135-280F-7C32-32EDA84553F0}"/>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DD989433-534C-4E57-4B8B-A356C8726B5E}"/>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99733195-A1E4-03E0-51E7-70BC62840868}"/>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47A446B3-2F93-96B0-8D5A-3E41477393B9}"/>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D01E73E8-9F28-B36F-CFA1-6DD000B2DD0F}"/>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DDF7D60A-C07D-690C-8567-61CD79F5006C}"/>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1B613998-FF1E-63C3-ABFF-F1FBEC996120}"/>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98979447-4EE7-E0D2-CD3E-02DF45466471}"/>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1D7A6A4A-C958-D580-9B79-7A4FFD01737E}"/>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72611EDA-8CBB-3AAA-D342-FD073F18DC66}"/>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9F8AEA56-133E-6E40-0D7B-1C7FC0B1B165}"/>
              </a:ext>
            </a:extLst>
          </p:cNvPr>
          <p:cNvPicPr>
            <a:picLocks noChangeAspect="1"/>
          </p:cNvPicPr>
          <p:nvPr/>
        </p:nvPicPr>
        <p:blipFill>
          <a:blip r:embed="rId6"/>
          <a:stretch>
            <a:fillRect/>
          </a:stretch>
        </p:blipFill>
        <p:spPr>
          <a:xfrm>
            <a:off x="6027412" y="2761885"/>
            <a:ext cx="16" cy="17"/>
          </a:xfrm>
          <a:prstGeom prst="rect">
            <a:avLst/>
          </a:prstGeom>
        </p:spPr>
      </p:pic>
      <p:pic>
        <p:nvPicPr>
          <p:cNvPr id="19" name="Imagen 18">
            <a:extLst>
              <a:ext uri="{FF2B5EF4-FFF2-40B4-BE49-F238E27FC236}">
                <a16:creationId xmlns:a16="http://schemas.microsoft.com/office/drawing/2014/main" id="{23997488-52C8-988F-A330-E85BD0AFD07F}"/>
              </a:ext>
            </a:extLst>
          </p:cNvPr>
          <p:cNvPicPr>
            <a:picLocks noChangeAspect="1"/>
          </p:cNvPicPr>
          <p:nvPr/>
        </p:nvPicPr>
        <p:blipFill>
          <a:blip r:embed="rId3"/>
          <a:stretch>
            <a:fillRect/>
          </a:stretch>
        </p:blipFill>
        <p:spPr>
          <a:xfrm>
            <a:off x="6036902" y="2622325"/>
            <a:ext cx="47017" cy="752"/>
          </a:xfrm>
          <a:prstGeom prst="rect">
            <a:avLst/>
          </a:prstGeom>
        </p:spPr>
      </p:pic>
      <p:pic>
        <p:nvPicPr>
          <p:cNvPr id="21" name="Imagen 20">
            <a:extLst>
              <a:ext uri="{FF2B5EF4-FFF2-40B4-BE49-F238E27FC236}">
                <a16:creationId xmlns:a16="http://schemas.microsoft.com/office/drawing/2014/main" id="{860EB174-B272-31F7-A5B6-17EAB9A350A7}"/>
              </a:ext>
            </a:extLst>
          </p:cNvPr>
          <p:cNvPicPr>
            <a:picLocks noChangeAspect="1"/>
          </p:cNvPicPr>
          <p:nvPr/>
        </p:nvPicPr>
        <p:blipFill>
          <a:blip r:embed="rId4"/>
          <a:stretch>
            <a:fillRect/>
          </a:stretch>
        </p:blipFill>
        <p:spPr>
          <a:xfrm>
            <a:off x="6037938" y="2622700"/>
            <a:ext cx="47017" cy="2"/>
          </a:xfrm>
          <a:prstGeom prst="rect">
            <a:avLst/>
          </a:prstGeom>
        </p:spPr>
      </p:pic>
      <p:pic>
        <p:nvPicPr>
          <p:cNvPr id="22" name="Imagen 21">
            <a:extLst>
              <a:ext uri="{FF2B5EF4-FFF2-40B4-BE49-F238E27FC236}">
                <a16:creationId xmlns:a16="http://schemas.microsoft.com/office/drawing/2014/main" id="{8556FDC0-4E04-BE07-899B-B7B33007A1FD}"/>
              </a:ext>
            </a:extLst>
          </p:cNvPr>
          <p:cNvPicPr>
            <a:picLocks noChangeAspect="1"/>
          </p:cNvPicPr>
          <p:nvPr/>
        </p:nvPicPr>
        <p:blipFill>
          <a:blip r:embed="rId5"/>
          <a:stretch>
            <a:fillRect/>
          </a:stretch>
        </p:blipFill>
        <p:spPr>
          <a:xfrm>
            <a:off x="6037923" y="2622698"/>
            <a:ext cx="47017" cy="5"/>
          </a:xfrm>
          <a:prstGeom prst="rect">
            <a:avLst/>
          </a:prstGeom>
        </p:spPr>
      </p:pic>
      <p:pic>
        <p:nvPicPr>
          <p:cNvPr id="23" name="Imagen 22">
            <a:extLst>
              <a:ext uri="{FF2B5EF4-FFF2-40B4-BE49-F238E27FC236}">
                <a16:creationId xmlns:a16="http://schemas.microsoft.com/office/drawing/2014/main" id="{BD467E12-20F2-6ECE-50E0-AAD8ABEA220E}"/>
              </a:ext>
            </a:extLst>
          </p:cNvPr>
          <p:cNvPicPr>
            <a:picLocks noChangeAspect="1"/>
          </p:cNvPicPr>
          <p:nvPr/>
        </p:nvPicPr>
        <p:blipFill>
          <a:blip r:embed="rId6"/>
          <a:stretch>
            <a:fillRect/>
          </a:stretch>
        </p:blipFill>
        <p:spPr>
          <a:xfrm>
            <a:off x="6037933" y="2622692"/>
            <a:ext cx="47017" cy="17"/>
          </a:xfrm>
          <a:prstGeom prst="rect">
            <a:avLst/>
          </a:prstGeom>
        </p:spPr>
      </p:pic>
      <p:sp>
        <p:nvSpPr>
          <p:cNvPr id="25" name="CuadroTexto 24">
            <a:extLst>
              <a:ext uri="{FF2B5EF4-FFF2-40B4-BE49-F238E27FC236}">
                <a16:creationId xmlns:a16="http://schemas.microsoft.com/office/drawing/2014/main" id="{9B6C54E2-0CE4-6211-29CA-3E5CC22169EB}"/>
              </a:ext>
            </a:extLst>
          </p:cNvPr>
          <p:cNvSpPr txBox="1"/>
          <p:nvPr/>
        </p:nvSpPr>
        <p:spPr>
          <a:xfrm>
            <a:off x="207508" y="714804"/>
            <a:ext cx="8816760" cy="4093428"/>
          </a:xfrm>
          <a:prstGeom prst="rect">
            <a:avLst/>
          </a:prstGeom>
          <a:noFill/>
        </p:spPr>
        <p:txBody>
          <a:bodyPr wrap="square">
            <a:spAutoFit/>
          </a:bodyPr>
          <a:lstStyle/>
          <a:p>
            <a:pPr algn="just"/>
            <a:r>
              <a:rPr lang="en-US" sz="2000" dirty="0">
                <a:latin typeface="+mj-lt"/>
              </a:rPr>
              <a:t>While backpropagating an RNN, we discovered a problem called vanishing gradients. Due to the vanishing gradient problem, we cannot train the network properly, and this causes the RNN to not retain long sequences in the memory. To understand what we mean by this, let's consider a small sentence:</a:t>
            </a:r>
          </a:p>
          <a:p>
            <a:pPr algn="just"/>
            <a:endParaRPr lang="en-US" sz="2000" dirty="0">
              <a:latin typeface="+mj-lt"/>
            </a:endParaRPr>
          </a:p>
          <a:p>
            <a:pPr algn="just"/>
            <a:r>
              <a:rPr lang="en-US" sz="2000" i="1" dirty="0">
                <a:latin typeface="+mj-lt"/>
              </a:rPr>
              <a:t>The sky is __.</a:t>
            </a:r>
          </a:p>
          <a:p>
            <a:pPr algn="just"/>
            <a:endParaRPr lang="en-US" sz="2000" dirty="0">
              <a:latin typeface="+mj-lt"/>
            </a:endParaRPr>
          </a:p>
          <a:p>
            <a:pPr algn="just"/>
            <a:r>
              <a:rPr lang="en-US" sz="2000" dirty="0">
                <a:latin typeface="+mj-lt"/>
              </a:rPr>
              <a:t>An RNN can easily predict the blank as blue based on the information it has seen, but it cannot cover the long-term dependencies. What does that mean? Let's consider the following sentence to understand the problem better:</a:t>
            </a:r>
          </a:p>
          <a:p>
            <a:pPr algn="just"/>
            <a:endParaRPr lang="en-US" sz="2000" dirty="0">
              <a:latin typeface="+mj-lt"/>
            </a:endParaRPr>
          </a:p>
          <a:p>
            <a:pPr algn="just"/>
            <a:r>
              <a:rPr lang="en-US" sz="2000" i="1" dirty="0">
                <a:latin typeface="+mj-lt"/>
              </a:rPr>
              <a:t>Archie lived in China for 13 years. He loves listening to good music. He is a fan of comics. He is fluent in ____.</a:t>
            </a:r>
            <a:endParaRPr lang="es-ES" sz="2000" i="1" dirty="0">
              <a:latin typeface="+mj-lt"/>
            </a:endParaRPr>
          </a:p>
        </p:txBody>
      </p:sp>
    </p:spTree>
    <p:extLst>
      <p:ext uri="{BB962C8B-B14F-4D97-AF65-F5344CB8AC3E}">
        <p14:creationId xmlns:p14="http://schemas.microsoft.com/office/powerpoint/2010/main" val="400417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233B2-49E6-3AEB-7DB4-61E11186866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137B623-3E10-D06D-21A3-DD90F22875B3}"/>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255E3440-2555-63C0-91F3-9EE2BF70438C}"/>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A397D8AE-1487-AAAE-9746-DACE8704DC2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4F96374C-D326-B6E9-24B6-99AB8DA21B64}"/>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Long-short-</a:t>
            </a:r>
            <a:r>
              <a:rPr lang="es-MX" sz="2400" b="1" dirty="0" err="1">
                <a:solidFill>
                  <a:srgbClr val="002060"/>
                </a:solidFill>
                <a:latin typeface="Raleway" pitchFamily="2" charset="0"/>
                <a:ea typeface="+mn-ea"/>
                <a:cs typeface="+mn-cs"/>
              </a:rPr>
              <a:t>term</a:t>
            </a:r>
            <a:r>
              <a:rPr lang="es-MX" sz="2400" b="1" dirty="0">
                <a:solidFill>
                  <a:srgbClr val="002060"/>
                </a:solidFill>
                <a:latin typeface="Raleway" pitchFamily="2" charset="0"/>
                <a:ea typeface="+mn-ea"/>
                <a:cs typeface="+mn-cs"/>
              </a:rPr>
              <a:t>-</a:t>
            </a:r>
            <a:r>
              <a:rPr lang="es-MX" sz="2400" b="1" dirty="0" err="1">
                <a:solidFill>
                  <a:srgbClr val="002060"/>
                </a:solidFill>
                <a:latin typeface="Raleway" pitchFamily="2" charset="0"/>
                <a:ea typeface="+mn-ea"/>
                <a:cs typeface="+mn-cs"/>
              </a:rPr>
              <a:t>memory</a:t>
            </a:r>
            <a:r>
              <a:rPr lang="es-MX" sz="2400" b="1" dirty="0">
                <a:solidFill>
                  <a:srgbClr val="002060"/>
                </a:solidFill>
                <a:latin typeface="Raleway" pitchFamily="2" charset="0"/>
                <a:ea typeface="+mn-ea"/>
                <a:cs typeface="+mn-cs"/>
              </a:rPr>
              <a:t> (LSTM) </a:t>
            </a:r>
          </a:p>
        </p:txBody>
      </p:sp>
      <p:pic>
        <p:nvPicPr>
          <p:cNvPr id="27" name="Imagen 26">
            <a:extLst>
              <a:ext uri="{FF2B5EF4-FFF2-40B4-BE49-F238E27FC236}">
                <a16:creationId xmlns:a16="http://schemas.microsoft.com/office/drawing/2014/main" id="{BCE66BB7-29C3-826C-6ACB-919CE25AD429}"/>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D528B761-45C7-C697-737A-8C68BC51A90B}"/>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D9F604EF-EE6E-957A-1E43-5777CD03359B}"/>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890972DA-B598-A3AB-9BF6-C707FFFB14C0}"/>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E83E3B36-481E-D5A5-DD96-7AF42C22348B}"/>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535033DA-27A4-979D-66A5-3639CA165868}"/>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52F5B4F6-EE9A-53C5-BAA1-613A0540EE99}"/>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B6A03A0C-A9CC-C28D-FD75-01FAFAF08638}"/>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3A9E299C-539E-CA5B-171F-C8C9EDDFF4CF}"/>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915F7D27-AAA5-F030-6A5C-8622C5836378}"/>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6FFF50B9-8721-63A8-B361-379F0177D73E}"/>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1FBD56DA-1A32-99C4-CB25-688691732A22}"/>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F9881B54-01AB-CD02-C5C4-D209E1EE6A43}"/>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FB86953A-EEF0-4171-16FD-8AE8AA4C42BE}"/>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23537AEE-846D-9AFE-7096-768E826A1386}"/>
              </a:ext>
            </a:extLst>
          </p:cNvPr>
          <p:cNvPicPr>
            <a:picLocks noChangeAspect="1"/>
          </p:cNvPicPr>
          <p:nvPr/>
        </p:nvPicPr>
        <p:blipFill>
          <a:blip r:embed="rId6"/>
          <a:stretch>
            <a:fillRect/>
          </a:stretch>
        </p:blipFill>
        <p:spPr>
          <a:xfrm>
            <a:off x="6027412" y="2761885"/>
            <a:ext cx="16" cy="17"/>
          </a:xfrm>
          <a:prstGeom prst="rect">
            <a:avLst/>
          </a:prstGeom>
        </p:spPr>
      </p:pic>
      <p:pic>
        <p:nvPicPr>
          <p:cNvPr id="19" name="Imagen 18">
            <a:extLst>
              <a:ext uri="{FF2B5EF4-FFF2-40B4-BE49-F238E27FC236}">
                <a16:creationId xmlns:a16="http://schemas.microsoft.com/office/drawing/2014/main" id="{974711B7-EB1E-87F3-1046-E8997323D4CC}"/>
              </a:ext>
            </a:extLst>
          </p:cNvPr>
          <p:cNvPicPr>
            <a:picLocks noChangeAspect="1"/>
          </p:cNvPicPr>
          <p:nvPr/>
        </p:nvPicPr>
        <p:blipFill>
          <a:blip r:embed="rId3"/>
          <a:stretch>
            <a:fillRect/>
          </a:stretch>
        </p:blipFill>
        <p:spPr>
          <a:xfrm>
            <a:off x="6036902" y="2622325"/>
            <a:ext cx="47017" cy="752"/>
          </a:xfrm>
          <a:prstGeom prst="rect">
            <a:avLst/>
          </a:prstGeom>
        </p:spPr>
      </p:pic>
      <p:pic>
        <p:nvPicPr>
          <p:cNvPr id="21" name="Imagen 20">
            <a:extLst>
              <a:ext uri="{FF2B5EF4-FFF2-40B4-BE49-F238E27FC236}">
                <a16:creationId xmlns:a16="http://schemas.microsoft.com/office/drawing/2014/main" id="{D45757A5-AC5B-B27B-1882-38EA5AA4DF5B}"/>
              </a:ext>
            </a:extLst>
          </p:cNvPr>
          <p:cNvPicPr>
            <a:picLocks noChangeAspect="1"/>
          </p:cNvPicPr>
          <p:nvPr/>
        </p:nvPicPr>
        <p:blipFill>
          <a:blip r:embed="rId4"/>
          <a:stretch>
            <a:fillRect/>
          </a:stretch>
        </p:blipFill>
        <p:spPr>
          <a:xfrm>
            <a:off x="6037938" y="2622700"/>
            <a:ext cx="47017" cy="2"/>
          </a:xfrm>
          <a:prstGeom prst="rect">
            <a:avLst/>
          </a:prstGeom>
        </p:spPr>
      </p:pic>
      <p:pic>
        <p:nvPicPr>
          <p:cNvPr id="22" name="Imagen 21">
            <a:extLst>
              <a:ext uri="{FF2B5EF4-FFF2-40B4-BE49-F238E27FC236}">
                <a16:creationId xmlns:a16="http://schemas.microsoft.com/office/drawing/2014/main" id="{2A1FA3C4-F069-8112-4323-F09C5602BA42}"/>
              </a:ext>
            </a:extLst>
          </p:cNvPr>
          <p:cNvPicPr>
            <a:picLocks noChangeAspect="1"/>
          </p:cNvPicPr>
          <p:nvPr/>
        </p:nvPicPr>
        <p:blipFill>
          <a:blip r:embed="rId5"/>
          <a:stretch>
            <a:fillRect/>
          </a:stretch>
        </p:blipFill>
        <p:spPr>
          <a:xfrm>
            <a:off x="6037923" y="2622698"/>
            <a:ext cx="47017" cy="5"/>
          </a:xfrm>
          <a:prstGeom prst="rect">
            <a:avLst/>
          </a:prstGeom>
        </p:spPr>
      </p:pic>
      <p:pic>
        <p:nvPicPr>
          <p:cNvPr id="23" name="Imagen 22">
            <a:extLst>
              <a:ext uri="{FF2B5EF4-FFF2-40B4-BE49-F238E27FC236}">
                <a16:creationId xmlns:a16="http://schemas.microsoft.com/office/drawing/2014/main" id="{D94F43D8-EDE7-49CF-BA1C-774EE8C5959A}"/>
              </a:ext>
            </a:extLst>
          </p:cNvPr>
          <p:cNvPicPr>
            <a:picLocks noChangeAspect="1"/>
          </p:cNvPicPr>
          <p:nvPr/>
        </p:nvPicPr>
        <p:blipFill>
          <a:blip r:embed="rId6"/>
          <a:stretch>
            <a:fillRect/>
          </a:stretch>
        </p:blipFill>
        <p:spPr>
          <a:xfrm>
            <a:off x="6037933" y="2622692"/>
            <a:ext cx="47017" cy="17"/>
          </a:xfrm>
          <a:prstGeom prst="rect">
            <a:avLst/>
          </a:prstGeom>
        </p:spPr>
      </p:pic>
      <p:pic>
        <p:nvPicPr>
          <p:cNvPr id="18" name="Imagen 17">
            <a:extLst>
              <a:ext uri="{FF2B5EF4-FFF2-40B4-BE49-F238E27FC236}">
                <a16:creationId xmlns:a16="http://schemas.microsoft.com/office/drawing/2014/main" id="{4366D592-7AE2-4E85-6AAB-992A89EA247A}"/>
              </a:ext>
            </a:extLst>
          </p:cNvPr>
          <p:cNvPicPr>
            <a:picLocks noChangeAspect="1"/>
          </p:cNvPicPr>
          <p:nvPr/>
        </p:nvPicPr>
        <p:blipFill>
          <a:blip r:embed="rId3"/>
          <a:stretch>
            <a:fillRect/>
          </a:stretch>
        </p:blipFill>
        <p:spPr>
          <a:xfrm>
            <a:off x="4596481" y="2621132"/>
            <a:ext cx="2078" cy="752"/>
          </a:xfrm>
          <a:prstGeom prst="rect">
            <a:avLst/>
          </a:prstGeom>
        </p:spPr>
      </p:pic>
      <p:pic>
        <p:nvPicPr>
          <p:cNvPr id="26" name="Imagen 25">
            <a:extLst>
              <a:ext uri="{FF2B5EF4-FFF2-40B4-BE49-F238E27FC236}">
                <a16:creationId xmlns:a16="http://schemas.microsoft.com/office/drawing/2014/main" id="{8F90A63E-9E71-0F91-D540-821EC4A82312}"/>
              </a:ext>
            </a:extLst>
          </p:cNvPr>
          <p:cNvPicPr>
            <a:picLocks noChangeAspect="1"/>
          </p:cNvPicPr>
          <p:nvPr/>
        </p:nvPicPr>
        <p:blipFill>
          <a:blip r:embed="rId4"/>
          <a:stretch>
            <a:fillRect/>
          </a:stretch>
        </p:blipFill>
        <p:spPr>
          <a:xfrm>
            <a:off x="4597516" y="2621507"/>
            <a:ext cx="7" cy="2"/>
          </a:xfrm>
          <a:prstGeom prst="rect">
            <a:avLst/>
          </a:prstGeom>
        </p:spPr>
      </p:pic>
      <p:pic>
        <p:nvPicPr>
          <p:cNvPr id="28" name="Imagen 27">
            <a:extLst>
              <a:ext uri="{FF2B5EF4-FFF2-40B4-BE49-F238E27FC236}">
                <a16:creationId xmlns:a16="http://schemas.microsoft.com/office/drawing/2014/main" id="{8AAE59CC-4DBC-26CF-40B9-CC4FAE92874D}"/>
              </a:ext>
            </a:extLst>
          </p:cNvPr>
          <p:cNvPicPr>
            <a:picLocks noChangeAspect="1"/>
          </p:cNvPicPr>
          <p:nvPr/>
        </p:nvPicPr>
        <p:blipFill>
          <a:blip r:embed="rId5"/>
          <a:stretch>
            <a:fillRect/>
          </a:stretch>
        </p:blipFill>
        <p:spPr>
          <a:xfrm>
            <a:off x="4597502" y="2621505"/>
            <a:ext cx="36" cy="5"/>
          </a:xfrm>
          <a:prstGeom prst="rect">
            <a:avLst/>
          </a:prstGeom>
        </p:spPr>
      </p:pic>
      <p:pic>
        <p:nvPicPr>
          <p:cNvPr id="29" name="Imagen 28">
            <a:extLst>
              <a:ext uri="{FF2B5EF4-FFF2-40B4-BE49-F238E27FC236}">
                <a16:creationId xmlns:a16="http://schemas.microsoft.com/office/drawing/2014/main" id="{5011B23A-3A7C-28C3-7F77-DAB37E982536}"/>
              </a:ext>
            </a:extLst>
          </p:cNvPr>
          <p:cNvPicPr>
            <a:picLocks noChangeAspect="1"/>
          </p:cNvPicPr>
          <p:nvPr/>
        </p:nvPicPr>
        <p:blipFill>
          <a:blip r:embed="rId6"/>
          <a:stretch>
            <a:fillRect/>
          </a:stretch>
        </p:blipFill>
        <p:spPr>
          <a:xfrm>
            <a:off x="4597512" y="2621499"/>
            <a:ext cx="16" cy="17"/>
          </a:xfrm>
          <a:prstGeom prst="rect">
            <a:avLst/>
          </a:prstGeom>
        </p:spPr>
      </p:pic>
      <p:sp>
        <p:nvSpPr>
          <p:cNvPr id="30" name="CuadroTexto 29">
            <a:extLst>
              <a:ext uri="{FF2B5EF4-FFF2-40B4-BE49-F238E27FC236}">
                <a16:creationId xmlns:a16="http://schemas.microsoft.com/office/drawing/2014/main" id="{1E85B216-54E4-5308-AE23-082F767A3DAC}"/>
              </a:ext>
            </a:extLst>
          </p:cNvPr>
          <p:cNvSpPr txBox="1"/>
          <p:nvPr/>
        </p:nvSpPr>
        <p:spPr>
          <a:xfrm>
            <a:off x="354329" y="682625"/>
            <a:ext cx="8435340" cy="1446550"/>
          </a:xfrm>
          <a:prstGeom prst="rect">
            <a:avLst/>
          </a:prstGeom>
          <a:noFill/>
        </p:spPr>
        <p:txBody>
          <a:bodyPr wrap="square">
            <a:spAutoFit/>
          </a:bodyPr>
          <a:lstStyle/>
          <a:p>
            <a:pPr algn="just"/>
            <a:r>
              <a:rPr lang="es-ES" sz="2200" dirty="0">
                <a:latin typeface="+mj-lt"/>
              </a:rPr>
              <a:t>LSTM </a:t>
            </a:r>
            <a:r>
              <a:rPr lang="es-ES" sz="2200" dirty="0" err="1">
                <a:latin typeface="+mj-lt"/>
              </a:rPr>
              <a:t>is</a:t>
            </a:r>
            <a:r>
              <a:rPr lang="es-ES" sz="2200" dirty="0">
                <a:latin typeface="+mj-lt"/>
              </a:rPr>
              <a:t> a </a:t>
            </a:r>
            <a:r>
              <a:rPr lang="es-ES" sz="2200" dirty="0" err="1">
                <a:latin typeface="+mj-lt"/>
              </a:rPr>
              <a:t>variant</a:t>
            </a:r>
            <a:r>
              <a:rPr lang="es-ES" sz="2200" dirty="0">
                <a:latin typeface="+mj-lt"/>
              </a:rPr>
              <a:t> </a:t>
            </a:r>
            <a:r>
              <a:rPr lang="es-ES" sz="2200" dirty="0" err="1">
                <a:latin typeface="+mj-lt"/>
              </a:rPr>
              <a:t>of</a:t>
            </a:r>
            <a:r>
              <a:rPr lang="es-ES" sz="2200" dirty="0">
                <a:latin typeface="+mj-lt"/>
              </a:rPr>
              <a:t> </a:t>
            </a:r>
            <a:r>
              <a:rPr lang="es-ES" sz="2200" dirty="0" err="1">
                <a:latin typeface="+mj-lt"/>
              </a:rPr>
              <a:t>an</a:t>
            </a:r>
            <a:r>
              <a:rPr lang="es-ES" sz="2200" dirty="0">
                <a:latin typeface="+mj-lt"/>
              </a:rPr>
              <a:t> RNN </a:t>
            </a:r>
            <a:r>
              <a:rPr lang="es-ES" sz="2200" dirty="0" err="1">
                <a:latin typeface="+mj-lt"/>
              </a:rPr>
              <a:t>that</a:t>
            </a:r>
            <a:r>
              <a:rPr lang="es-ES" sz="2200" dirty="0">
                <a:latin typeface="+mj-lt"/>
              </a:rPr>
              <a:t> </a:t>
            </a:r>
            <a:r>
              <a:rPr lang="es-ES" sz="2200" dirty="0" err="1">
                <a:latin typeface="+mj-lt"/>
              </a:rPr>
              <a:t>resolves</a:t>
            </a:r>
            <a:r>
              <a:rPr lang="es-ES" sz="2200" dirty="0">
                <a:latin typeface="+mj-lt"/>
              </a:rPr>
              <a:t> </a:t>
            </a:r>
            <a:r>
              <a:rPr lang="es-ES" sz="2200" dirty="0" err="1">
                <a:latin typeface="+mj-lt"/>
              </a:rPr>
              <a:t>the</a:t>
            </a:r>
            <a:r>
              <a:rPr lang="es-ES" sz="2200" dirty="0">
                <a:latin typeface="+mj-lt"/>
              </a:rPr>
              <a:t> </a:t>
            </a:r>
            <a:r>
              <a:rPr lang="es-ES" sz="2200" dirty="0" err="1">
                <a:latin typeface="+mj-lt"/>
              </a:rPr>
              <a:t>vanishing</a:t>
            </a:r>
            <a:r>
              <a:rPr lang="es-ES" sz="2200" dirty="0">
                <a:latin typeface="+mj-lt"/>
              </a:rPr>
              <a:t> </a:t>
            </a:r>
            <a:r>
              <a:rPr lang="es-ES" sz="2200" dirty="0" err="1">
                <a:latin typeface="+mj-lt"/>
              </a:rPr>
              <a:t>gradient</a:t>
            </a:r>
            <a:r>
              <a:rPr lang="es-ES" sz="2200" dirty="0">
                <a:latin typeface="+mj-lt"/>
              </a:rPr>
              <a:t> </a:t>
            </a:r>
            <a:r>
              <a:rPr lang="es-ES" sz="2200" dirty="0" err="1">
                <a:latin typeface="+mj-lt"/>
              </a:rPr>
              <a:t>problem</a:t>
            </a:r>
            <a:r>
              <a:rPr lang="es-ES" sz="2200" dirty="0">
                <a:latin typeface="+mj-lt"/>
              </a:rPr>
              <a:t> and </a:t>
            </a:r>
            <a:r>
              <a:rPr lang="es-ES" sz="2200" dirty="0" err="1">
                <a:latin typeface="+mj-lt"/>
              </a:rPr>
              <a:t>retains</a:t>
            </a:r>
            <a:r>
              <a:rPr lang="es-ES" sz="2200" dirty="0">
                <a:latin typeface="+mj-lt"/>
              </a:rPr>
              <a:t> </a:t>
            </a:r>
            <a:r>
              <a:rPr lang="es-ES" sz="2200" dirty="0" err="1">
                <a:latin typeface="+mj-lt"/>
              </a:rPr>
              <a:t>information</a:t>
            </a:r>
            <a:r>
              <a:rPr lang="es-ES" sz="2200" dirty="0">
                <a:latin typeface="+mj-lt"/>
              </a:rPr>
              <a:t> in </a:t>
            </a:r>
            <a:r>
              <a:rPr lang="es-ES" sz="2200" dirty="0" err="1">
                <a:latin typeface="+mj-lt"/>
              </a:rPr>
              <a:t>the</a:t>
            </a:r>
            <a:r>
              <a:rPr lang="es-ES" sz="2200" dirty="0">
                <a:latin typeface="+mj-lt"/>
              </a:rPr>
              <a:t> </a:t>
            </a:r>
            <a:r>
              <a:rPr lang="es-ES" sz="2200" dirty="0" err="1">
                <a:latin typeface="+mj-lt"/>
              </a:rPr>
              <a:t>memory</a:t>
            </a:r>
            <a:r>
              <a:rPr lang="es-ES" sz="2200" dirty="0">
                <a:latin typeface="+mj-lt"/>
              </a:rPr>
              <a:t> as </a:t>
            </a:r>
            <a:r>
              <a:rPr lang="es-ES" sz="2200" dirty="0" err="1">
                <a:latin typeface="+mj-lt"/>
              </a:rPr>
              <a:t>long</a:t>
            </a:r>
            <a:r>
              <a:rPr lang="es-ES" sz="2200" dirty="0">
                <a:latin typeface="+mj-lt"/>
              </a:rPr>
              <a:t> as </a:t>
            </a:r>
            <a:r>
              <a:rPr lang="es-ES" sz="2200" dirty="0" err="1">
                <a:latin typeface="+mj-lt"/>
              </a:rPr>
              <a:t>it</a:t>
            </a:r>
            <a:r>
              <a:rPr lang="es-ES" sz="2200" dirty="0">
                <a:latin typeface="+mj-lt"/>
              </a:rPr>
              <a:t> </a:t>
            </a:r>
            <a:r>
              <a:rPr lang="es-ES" sz="2200" dirty="0" err="1">
                <a:latin typeface="+mj-lt"/>
              </a:rPr>
              <a:t>is</a:t>
            </a:r>
            <a:r>
              <a:rPr lang="es-ES" sz="2200" dirty="0">
                <a:latin typeface="+mj-lt"/>
              </a:rPr>
              <a:t> </a:t>
            </a:r>
            <a:r>
              <a:rPr lang="es-ES" sz="2200" dirty="0" err="1">
                <a:latin typeface="+mj-lt"/>
              </a:rPr>
              <a:t>required</a:t>
            </a:r>
            <a:r>
              <a:rPr lang="es-ES" sz="2200" dirty="0">
                <a:latin typeface="+mj-lt"/>
              </a:rPr>
              <a:t>. </a:t>
            </a:r>
            <a:r>
              <a:rPr lang="es-ES" sz="2200" dirty="0" err="1">
                <a:latin typeface="+mj-lt"/>
              </a:rPr>
              <a:t>Basically</a:t>
            </a:r>
            <a:r>
              <a:rPr lang="es-ES" sz="2200" dirty="0">
                <a:latin typeface="+mj-lt"/>
              </a:rPr>
              <a:t>, RNN </a:t>
            </a:r>
            <a:r>
              <a:rPr lang="es-ES" sz="2200" dirty="0" err="1">
                <a:latin typeface="+mj-lt"/>
              </a:rPr>
              <a:t>cells</a:t>
            </a:r>
            <a:r>
              <a:rPr lang="es-ES" sz="2200" dirty="0">
                <a:latin typeface="+mj-lt"/>
              </a:rPr>
              <a:t> are </a:t>
            </a:r>
            <a:r>
              <a:rPr lang="es-ES" sz="2200" dirty="0" err="1">
                <a:latin typeface="+mj-lt"/>
              </a:rPr>
              <a:t>replaced</a:t>
            </a:r>
            <a:r>
              <a:rPr lang="es-ES" sz="2200" dirty="0">
                <a:latin typeface="+mj-lt"/>
              </a:rPr>
              <a:t> </a:t>
            </a:r>
            <a:r>
              <a:rPr lang="es-ES" sz="2200" dirty="0" err="1">
                <a:latin typeface="+mj-lt"/>
              </a:rPr>
              <a:t>with</a:t>
            </a:r>
            <a:r>
              <a:rPr lang="es-ES" sz="2200" dirty="0">
                <a:latin typeface="+mj-lt"/>
              </a:rPr>
              <a:t> LSTM </a:t>
            </a:r>
            <a:r>
              <a:rPr lang="es-ES" sz="2200" dirty="0" err="1">
                <a:latin typeface="+mj-lt"/>
              </a:rPr>
              <a:t>cells</a:t>
            </a:r>
            <a:r>
              <a:rPr lang="es-ES" sz="2200" dirty="0">
                <a:latin typeface="+mj-lt"/>
              </a:rPr>
              <a:t> in </a:t>
            </a:r>
            <a:r>
              <a:rPr lang="es-ES" sz="2200" dirty="0" err="1">
                <a:latin typeface="+mj-lt"/>
              </a:rPr>
              <a:t>the</a:t>
            </a:r>
            <a:r>
              <a:rPr lang="es-ES" sz="2200" dirty="0">
                <a:latin typeface="+mj-lt"/>
              </a:rPr>
              <a:t> </a:t>
            </a:r>
            <a:r>
              <a:rPr lang="es-ES" sz="2200" dirty="0" err="1">
                <a:latin typeface="+mj-lt"/>
              </a:rPr>
              <a:t>hidden</a:t>
            </a:r>
            <a:r>
              <a:rPr lang="es-ES" sz="2200" dirty="0">
                <a:latin typeface="+mj-lt"/>
              </a:rPr>
              <a:t> </a:t>
            </a:r>
            <a:r>
              <a:rPr lang="es-ES" sz="2200" dirty="0" err="1">
                <a:latin typeface="+mj-lt"/>
              </a:rPr>
              <a:t>units</a:t>
            </a:r>
            <a:r>
              <a:rPr lang="es-ES" sz="2200" dirty="0">
                <a:latin typeface="+mj-lt"/>
              </a:rPr>
              <a:t>, as </a:t>
            </a:r>
            <a:r>
              <a:rPr lang="es-ES" sz="2200" dirty="0" err="1">
                <a:latin typeface="+mj-lt"/>
              </a:rPr>
              <a:t>shown</a:t>
            </a:r>
            <a:r>
              <a:rPr lang="es-ES" sz="2200" dirty="0">
                <a:latin typeface="+mj-lt"/>
              </a:rPr>
              <a:t> in </a:t>
            </a:r>
            <a:r>
              <a:rPr lang="es-ES" sz="2200" dirty="0" err="1">
                <a:latin typeface="+mj-lt"/>
              </a:rPr>
              <a:t>the</a:t>
            </a:r>
            <a:r>
              <a:rPr lang="es-ES" sz="2200" dirty="0">
                <a:latin typeface="+mj-lt"/>
              </a:rPr>
              <a:t> </a:t>
            </a:r>
            <a:r>
              <a:rPr lang="es-ES" sz="2200" dirty="0" err="1">
                <a:latin typeface="+mj-lt"/>
              </a:rPr>
              <a:t>following</a:t>
            </a:r>
            <a:r>
              <a:rPr lang="es-ES" sz="2200" dirty="0">
                <a:latin typeface="+mj-lt"/>
              </a:rPr>
              <a:t> </a:t>
            </a:r>
            <a:r>
              <a:rPr lang="es-ES" sz="2200" dirty="0" err="1">
                <a:latin typeface="+mj-lt"/>
              </a:rPr>
              <a:t>diagram</a:t>
            </a:r>
            <a:r>
              <a:rPr lang="es-ES" sz="2200" dirty="0">
                <a:latin typeface="+mj-lt"/>
              </a:rPr>
              <a:t>:</a:t>
            </a:r>
          </a:p>
        </p:txBody>
      </p:sp>
      <p:pic>
        <p:nvPicPr>
          <p:cNvPr id="31" name="Imagen 30">
            <a:extLst>
              <a:ext uri="{FF2B5EF4-FFF2-40B4-BE49-F238E27FC236}">
                <a16:creationId xmlns:a16="http://schemas.microsoft.com/office/drawing/2014/main" id="{51844FEA-FA83-D1CE-430B-861EDD97F7FF}"/>
              </a:ext>
            </a:extLst>
          </p:cNvPr>
          <p:cNvPicPr>
            <a:picLocks noChangeAspect="1"/>
          </p:cNvPicPr>
          <p:nvPr/>
        </p:nvPicPr>
        <p:blipFill>
          <a:blip r:embed="rId7"/>
          <a:stretch>
            <a:fillRect/>
          </a:stretch>
        </p:blipFill>
        <p:spPr>
          <a:xfrm>
            <a:off x="1909761" y="2187164"/>
            <a:ext cx="5324475" cy="2676525"/>
          </a:xfrm>
          <a:prstGeom prst="rect">
            <a:avLst/>
          </a:prstGeom>
        </p:spPr>
      </p:pic>
    </p:spTree>
    <p:extLst>
      <p:ext uri="{BB962C8B-B14F-4D97-AF65-F5344CB8AC3E}">
        <p14:creationId xmlns:p14="http://schemas.microsoft.com/office/powerpoint/2010/main" val="221878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E9274-4989-E386-6E4F-AA7B7EECD3E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784CAA1D-C08D-8F3E-8097-97417C67A691}"/>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05149CBC-7F73-4232-FDE4-4D2E43C41D4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20345E6B-0D9B-F651-2263-2D52A6AFD786}"/>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007C243A-4902-084A-031F-05C59BC14963}"/>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Long-short-</a:t>
            </a:r>
            <a:r>
              <a:rPr lang="es-MX" sz="2400" b="1" dirty="0" err="1">
                <a:solidFill>
                  <a:srgbClr val="002060"/>
                </a:solidFill>
                <a:latin typeface="Raleway" pitchFamily="2" charset="0"/>
                <a:ea typeface="+mn-ea"/>
                <a:cs typeface="+mn-cs"/>
              </a:rPr>
              <a:t>term</a:t>
            </a:r>
            <a:r>
              <a:rPr lang="es-MX" sz="2400" b="1" dirty="0">
                <a:solidFill>
                  <a:srgbClr val="002060"/>
                </a:solidFill>
                <a:latin typeface="Raleway" pitchFamily="2" charset="0"/>
                <a:ea typeface="+mn-ea"/>
                <a:cs typeface="+mn-cs"/>
              </a:rPr>
              <a:t>-</a:t>
            </a:r>
            <a:r>
              <a:rPr lang="es-MX" sz="2400" b="1" dirty="0" err="1">
                <a:solidFill>
                  <a:srgbClr val="002060"/>
                </a:solidFill>
                <a:latin typeface="Raleway" pitchFamily="2" charset="0"/>
                <a:ea typeface="+mn-ea"/>
                <a:cs typeface="+mn-cs"/>
              </a:rPr>
              <a:t>memory</a:t>
            </a:r>
            <a:r>
              <a:rPr lang="es-MX" sz="2400" b="1" dirty="0">
                <a:solidFill>
                  <a:srgbClr val="002060"/>
                </a:solidFill>
                <a:latin typeface="Raleway" pitchFamily="2" charset="0"/>
                <a:ea typeface="+mn-ea"/>
                <a:cs typeface="+mn-cs"/>
              </a:rPr>
              <a:t> (LSTM) </a:t>
            </a:r>
          </a:p>
        </p:txBody>
      </p:sp>
      <p:pic>
        <p:nvPicPr>
          <p:cNvPr id="27" name="Imagen 26">
            <a:extLst>
              <a:ext uri="{FF2B5EF4-FFF2-40B4-BE49-F238E27FC236}">
                <a16:creationId xmlns:a16="http://schemas.microsoft.com/office/drawing/2014/main" id="{6ABCD3FD-3DF6-381C-1DF0-5C58496783D9}"/>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69945803-934B-9354-B98F-11B536E894B1}"/>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67336EA6-6493-FD9A-57A8-419A94CD7324}"/>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6B7A27A9-220B-9027-B4B2-0E5FB90096D5}"/>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BB890D4B-5B39-B409-73E4-09805AA6C6A5}"/>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1337CE59-C5F5-5825-28FA-369FD41BB76D}"/>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A8D6B2DE-9A51-FF9E-CB2B-EC54493DF933}"/>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01EB3642-15D5-021B-CEEC-CB8B69DD6EE1}"/>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1E378FA2-ABCA-338F-3DE4-ED793FB75DD8}"/>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1393C383-55A2-C553-454D-5187A9ED462E}"/>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D1027BBC-5F26-4C2A-8CD9-33CFDBAFA749}"/>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5BF2A713-46D3-57B8-1405-BD18A52E38F2}"/>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92463389-84E2-0542-598C-91FD73D1468E}"/>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51B8B145-6A12-BB16-3061-BAA7E2456FC7}"/>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DD64A754-E88A-A693-6CE9-6FA7F63066BA}"/>
              </a:ext>
            </a:extLst>
          </p:cNvPr>
          <p:cNvPicPr>
            <a:picLocks noChangeAspect="1"/>
          </p:cNvPicPr>
          <p:nvPr/>
        </p:nvPicPr>
        <p:blipFill>
          <a:blip r:embed="rId6"/>
          <a:stretch>
            <a:fillRect/>
          </a:stretch>
        </p:blipFill>
        <p:spPr>
          <a:xfrm>
            <a:off x="6027412" y="2761885"/>
            <a:ext cx="16" cy="17"/>
          </a:xfrm>
          <a:prstGeom prst="rect">
            <a:avLst/>
          </a:prstGeom>
        </p:spPr>
      </p:pic>
      <p:pic>
        <p:nvPicPr>
          <p:cNvPr id="19" name="Imagen 18">
            <a:extLst>
              <a:ext uri="{FF2B5EF4-FFF2-40B4-BE49-F238E27FC236}">
                <a16:creationId xmlns:a16="http://schemas.microsoft.com/office/drawing/2014/main" id="{B3E6DBFD-C92D-FFF9-740B-BFB804E81DB1}"/>
              </a:ext>
            </a:extLst>
          </p:cNvPr>
          <p:cNvPicPr>
            <a:picLocks noChangeAspect="1"/>
          </p:cNvPicPr>
          <p:nvPr/>
        </p:nvPicPr>
        <p:blipFill>
          <a:blip r:embed="rId3"/>
          <a:stretch>
            <a:fillRect/>
          </a:stretch>
        </p:blipFill>
        <p:spPr>
          <a:xfrm>
            <a:off x="6036902" y="2622325"/>
            <a:ext cx="47017" cy="752"/>
          </a:xfrm>
          <a:prstGeom prst="rect">
            <a:avLst/>
          </a:prstGeom>
        </p:spPr>
      </p:pic>
      <p:pic>
        <p:nvPicPr>
          <p:cNvPr id="21" name="Imagen 20">
            <a:extLst>
              <a:ext uri="{FF2B5EF4-FFF2-40B4-BE49-F238E27FC236}">
                <a16:creationId xmlns:a16="http://schemas.microsoft.com/office/drawing/2014/main" id="{F0E9340B-6941-3580-EB34-02AB3DB4FA24}"/>
              </a:ext>
            </a:extLst>
          </p:cNvPr>
          <p:cNvPicPr>
            <a:picLocks noChangeAspect="1"/>
          </p:cNvPicPr>
          <p:nvPr/>
        </p:nvPicPr>
        <p:blipFill>
          <a:blip r:embed="rId4"/>
          <a:stretch>
            <a:fillRect/>
          </a:stretch>
        </p:blipFill>
        <p:spPr>
          <a:xfrm>
            <a:off x="6037938" y="2622700"/>
            <a:ext cx="47017" cy="2"/>
          </a:xfrm>
          <a:prstGeom prst="rect">
            <a:avLst/>
          </a:prstGeom>
        </p:spPr>
      </p:pic>
      <p:pic>
        <p:nvPicPr>
          <p:cNvPr id="22" name="Imagen 21">
            <a:extLst>
              <a:ext uri="{FF2B5EF4-FFF2-40B4-BE49-F238E27FC236}">
                <a16:creationId xmlns:a16="http://schemas.microsoft.com/office/drawing/2014/main" id="{8D4F8D05-A239-10E4-E9E0-31ACD6EDA677}"/>
              </a:ext>
            </a:extLst>
          </p:cNvPr>
          <p:cNvPicPr>
            <a:picLocks noChangeAspect="1"/>
          </p:cNvPicPr>
          <p:nvPr/>
        </p:nvPicPr>
        <p:blipFill>
          <a:blip r:embed="rId5"/>
          <a:stretch>
            <a:fillRect/>
          </a:stretch>
        </p:blipFill>
        <p:spPr>
          <a:xfrm>
            <a:off x="6037923" y="2622698"/>
            <a:ext cx="47017" cy="5"/>
          </a:xfrm>
          <a:prstGeom prst="rect">
            <a:avLst/>
          </a:prstGeom>
        </p:spPr>
      </p:pic>
      <p:pic>
        <p:nvPicPr>
          <p:cNvPr id="23" name="Imagen 22">
            <a:extLst>
              <a:ext uri="{FF2B5EF4-FFF2-40B4-BE49-F238E27FC236}">
                <a16:creationId xmlns:a16="http://schemas.microsoft.com/office/drawing/2014/main" id="{721CF7E9-0D43-7E46-9406-4BFE5C6C55C5}"/>
              </a:ext>
            </a:extLst>
          </p:cNvPr>
          <p:cNvPicPr>
            <a:picLocks noChangeAspect="1"/>
          </p:cNvPicPr>
          <p:nvPr/>
        </p:nvPicPr>
        <p:blipFill>
          <a:blip r:embed="rId6"/>
          <a:stretch>
            <a:fillRect/>
          </a:stretch>
        </p:blipFill>
        <p:spPr>
          <a:xfrm>
            <a:off x="6037933" y="2622692"/>
            <a:ext cx="47017" cy="17"/>
          </a:xfrm>
          <a:prstGeom prst="rect">
            <a:avLst/>
          </a:prstGeom>
        </p:spPr>
      </p:pic>
      <p:pic>
        <p:nvPicPr>
          <p:cNvPr id="18" name="Imagen 17">
            <a:extLst>
              <a:ext uri="{FF2B5EF4-FFF2-40B4-BE49-F238E27FC236}">
                <a16:creationId xmlns:a16="http://schemas.microsoft.com/office/drawing/2014/main" id="{16232BC8-1BF8-884C-F766-7383A035BFAC}"/>
              </a:ext>
            </a:extLst>
          </p:cNvPr>
          <p:cNvPicPr>
            <a:picLocks noChangeAspect="1"/>
          </p:cNvPicPr>
          <p:nvPr/>
        </p:nvPicPr>
        <p:blipFill>
          <a:blip r:embed="rId3"/>
          <a:stretch>
            <a:fillRect/>
          </a:stretch>
        </p:blipFill>
        <p:spPr>
          <a:xfrm>
            <a:off x="4596481" y="2621132"/>
            <a:ext cx="2078" cy="752"/>
          </a:xfrm>
          <a:prstGeom prst="rect">
            <a:avLst/>
          </a:prstGeom>
        </p:spPr>
      </p:pic>
      <p:pic>
        <p:nvPicPr>
          <p:cNvPr id="26" name="Imagen 25">
            <a:extLst>
              <a:ext uri="{FF2B5EF4-FFF2-40B4-BE49-F238E27FC236}">
                <a16:creationId xmlns:a16="http://schemas.microsoft.com/office/drawing/2014/main" id="{248585C2-9FF1-5A55-7F1E-7329A3313E6B}"/>
              </a:ext>
            </a:extLst>
          </p:cNvPr>
          <p:cNvPicPr>
            <a:picLocks noChangeAspect="1"/>
          </p:cNvPicPr>
          <p:nvPr/>
        </p:nvPicPr>
        <p:blipFill>
          <a:blip r:embed="rId4"/>
          <a:stretch>
            <a:fillRect/>
          </a:stretch>
        </p:blipFill>
        <p:spPr>
          <a:xfrm>
            <a:off x="4597516" y="2621507"/>
            <a:ext cx="7" cy="2"/>
          </a:xfrm>
          <a:prstGeom prst="rect">
            <a:avLst/>
          </a:prstGeom>
        </p:spPr>
      </p:pic>
      <p:pic>
        <p:nvPicPr>
          <p:cNvPr id="28" name="Imagen 27">
            <a:extLst>
              <a:ext uri="{FF2B5EF4-FFF2-40B4-BE49-F238E27FC236}">
                <a16:creationId xmlns:a16="http://schemas.microsoft.com/office/drawing/2014/main" id="{5C4CC8A5-B13E-CFBF-9887-A0B9FDA1B736}"/>
              </a:ext>
            </a:extLst>
          </p:cNvPr>
          <p:cNvPicPr>
            <a:picLocks noChangeAspect="1"/>
          </p:cNvPicPr>
          <p:nvPr/>
        </p:nvPicPr>
        <p:blipFill>
          <a:blip r:embed="rId5"/>
          <a:stretch>
            <a:fillRect/>
          </a:stretch>
        </p:blipFill>
        <p:spPr>
          <a:xfrm>
            <a:off x="4597502" y="2621505"/>
            <a:ext cx="36" cy="5"/>
          </a:xfrm>
          <a:prstGeom prst="rect">
            <a:avLst/>
          </a:prstGeom>
        </p:spPr>
      </p:pic>
      <p:pic>
        <p:nvPicPr>
          <p:cNvPr id="29" name="Imagen 28">
            <a:extLst>
              <a:ext uri="{FF2B5EF4-FFF2-40B4-BE49-F238E27FC236}">
                <a16:creationId xmlns:a16="http://schemas.microsoft.com/office/drawing/2014/main" id="{DB20FA47-51E3-7916-A3AD-413438CD407D}"/>
              </a:ext>
            </a:extLst>
          </p:cNvPr>
          <p:cNvPicPr>
            <a:picLocks noChangeAspect="1"/>
          </p:cNvPicPr>
          <p:nvPr/>
        </p:nvPicPr>
        <p:blipFill>
          <a:blip r:embed="rId6"/>
          <a:stretch>
            <a:fillRect/>
          </a:stretch>
        </p:blipFill>
        <p:spPr>
          <a:xfrm>
            <a:off x="4597512" y="2621499"/>
            <a:ext cx="16" cy="17"/>
          </a:xfrm>
          <a:prstGeom prst="rect">
            <a:avLst/>
          </a:prstGeom>
        </p:spPr>
      </p:pic>
      <p:pic>
        <p:nvPicPr>
          <p:cNvPr id="25" name="Imagen 24">
            <a:extLst>
              <a:ext uri="{FF2B5EF4-FFF2-40B4-BE49-F238E27FC236}">
                <a16:creationId xmlns:a16="http://schemas.microsoft.com/office/drawing/2014/main" id="{197BA0AF-183B-8A0D-5FDF-270720A78527}"/>
              </a:ext>
            </a:extLst>
          </p:cNvPr>
          <p:cNvPicPr>
            <a:picLocks noChangeAspect="1"/>
          </p:cNvPicPr>
          <p:nvPr/>
        </p:nvPicPr>
        <p:blipFill>
          <a:blip r:embed="rId3"/>
          <a:stretch>
            <a:fillRect/>
          </a:stretch>
        </p:blipFill>
        <p:spPr>
          <a:xfrm>
            <a:off x="4596481" y="2190231"/>
            <a:ext cx="2078" cy="752"/>
          </a:xfrm>
          <a:prstGeom prst="rect">
            <a:avLst/>
          </a:prstGeom>
        </p:spPr>
      </p:pic>
      <p:pic>
        <p:nvPicPr>
          <p:cNvPr id="32" name="Imagen 31">
            <a:extLst>
              <a:ext uri="{FF2B5EF4-FFF2-40B4-BE49-F238E27FC236}">
                <a16:creationId xmlns:a16="http://schemas.microsoft.com/office/drawing/2014/main" id="{A095EE78-C529-E752-2717-BAF0735275A8}"/>
              </a:ext>
            </a:extLst>
          </p:cNvPr>
          <p:cNvPicPr>
            <a:picLocks noChangeAspect="1"/>
          </p:cNvPicPr>
          <p:nvPr/>
        </p:nvPicPr>
        <p:blipFill>
          <a:blip r:embed="rId4"/>
          <a:stretch>
            <a:fillRect/>
          </a:stretch>
        </p:blipFill>
        <p:spPr>
          <a:xfrm>
            <a:off x="4597516" y="2190606"/>
            <a:ext cx="7" cy="2"/>
          </a:xfrm>
          <a:prstGeom prst="rect">
            <a:avLst/>
          </a:prstGeom>
        </p:spPr>
      </p:pic>
      <p:pic>
        <p:nvPicPr>
          <p:cNvPr id="33" name="Imagen 32">
            <a:extLst>
              <a:ext uri="{FF2B5EF4-FFF2-40B4-BE49-F238E27FC236}">
                <a16:creationId xmlns:a16="http://schemas.microsoft.com/office/drawing/2014/main" id="{1F8C2AA2-EED8-02CE-2C50-B498CF6B8D85}"/>
              </a:ext>
            </a:extLst>
          </p:cNvPr>
          <p:cNvPicPr>
            <a:picLocks noChangeAspect="1"/>
          </p:cNvPicPr>
          <p:nvPr/>
        </p:nvPicPr>
        <p:blipFill>
          <a:blip r:embed="rId5"/>
          <a:stretch>
            <a:fillRect/>
          </a:stretch>
        </p:blipFill>
        <p:spPr>
          <a:xfrm>
            <a:off x="4597502" y="2190604"/>
            <a:ext cx="36" cy="5"/>
          </a:xfrm>
          <a:prstGeom prst="rect">
            <a:avLst/>
          </a:prstGeom>
        </p:spPr>
      </p:pic>
      <p:pic>
        <p:nvPicPr>
          <p:cNvPr id="34" name="Imagen 33">
            <a:extLst>
              <a:ext uri="{FF2B5EF4-FFF2-40B4-BE49-F238E27FC236}">
                <a16:creationId xmlns:a16="http://schemas.microsoft.com/office/drawing/2014/main" id="{FC57D71C-92F9-94F1-64A3-CAD48C9929E5}"/>
              </a:ext>
            </a:extLst>
          </p:cNvPr>
          <p:cNvPicPr>
            <a:picLocks noChangeAspect="1"/>
          </p:cNvPicPr>
          <p:nvPr/>
        </p:nvPicPr>
        <p:blipFill>
          <a:blip r:embed="rId6"/>
          <a:stretch>
            <a:fillRect/>
          </a:stretch>
        </p:blipFill>
        <p:spPr>
          <a:xfrm>
            <a:off x="4597512" y="2190598"/>
            <a:ext cx="16" cy="17"/>
          </a:xfrm>
          <a:prstGeom prst="rect">
            <a:avLst/>
          </a:prstGeom>
        </p:spPr>
      </p:pic>
      <p:sp>
        <p:nvSpPr>
          <p:cNvPr id="35" name="CuadroTexto 34">
            <a:extLst>
              <a:ext uri="{FF2B5EF4-FFF2-40B4-BE49-F238E27FC236}">
                <a16:creationId xmlns:a16="http://schemas.microsoft.com/office/drawing/2014/main" id="{D3D02B8F-05F9-FF67-3158-5A442F9D86C0}"/>
              </a:ext>
            </a:extLst>
          </p:cNvPr>
          <p:cNvSpPr txBox="1"/>
          <p:nvPr/>
        </p:nvSpPr>
        <p:spPr>
          <a:xfrm>
            <a:off x="124780" y="682625"/>
            <a:ext cx="9019220" cy="1631216"/>
          </a:xfrm>
          <a:prstGeom prst="rect">
            <a:avLst/>
          </a:prstGeom>
          <a:noFill/>
        </p:spPr>
        <p:txBody>
          <a:bodyPr wrap="square">
            <a:spAutoFit/>
          </a:bodyPr>
          <a:lstStyle/>
          <a:p>
            <a:pPr algn="just"/>
            <a:r>
              <a:rPr lang="es-ES" sz="2000" dirty="0" err="1">
                <a:latin typeface="+mj-lt"/>
              </a:rPr>
              <a:t>What</a:t>
            </a:r>
            <a:r>
              <a:rPr lang="es-ES" sz="2000" dirty="0">
                <a:latin typeface="+mj-lt"/>
              </a:rPr>
              <a:t> </a:t>
            </a:r>
            <a:r>
              <a:rPr lang="es-ES" sz="2000" dirty="0" err="1">
                <a:latin typeface="+mj-lt"/>
              </a:rPr>
              <a:t>makes</a:t>
            </a:r>
            <a:r>
              <a:rPr lang="es-ES" sz="2000" dirty="0">
                <a:latin typeface="+mj-lt"/>
              </a:rPr>
              <a:t> LSTM </a:t>
            </a:r>
            <a:r>
              <a:rPr lang="es-ES" sz="2000" dirty="0" err="1">
                <a:latin typeface="+mj-lt"/>
              </a:rPr>
              <a:t>cells</a:t>
            </a:r>
            <a:r>
              <a:rPr lang="es-ES" sz="2000" dirty="0">
                <a:latin typeface="+mj-lt"/>
              </a:rPr>
              <a:t> so </a:t>
            </a:r>
            <a:r>
              <a:rPr lang="es-ES" sz="2000" dirty="0" err="1">
                <a:latin typeface="+mj-lt"/>
              </a:rPr>
              <a:t>special</a:t>
            </a:r>
            <a:r>
              <a:rPr lang="es-ES" sz="2000" dirty="0">
                <a:latin typeface="+mj-lt"/>
              </a:rPr>
              <a:t>? </a:t>
            </a:r>
            <a:r>
              <a:rPr lang="es-ES" sz="2000" dirty="0" err="1">
                <a:latin typeface="+mj-lt"/>
              </a:rPr>
              <a:t>How</a:t>
            </a:r>
            <a:r>
              <a:rPr lang="es-ES" sz="2000" dirty="0">
                <a:latin typeface="+mj-lt"/>
              </a:rPr>
              <a:t> do LSTM </a:t>
            </a:r>
            <a:r>
              <a:rPr lang="es-ES" sz="2000" dirty="0" err="1">
                <a:latin typeface="+mj-lt"/>
              </a:rPr>
              <a:t>cells</a:t>
            </a:r>
            <a:r>
              <a:rPr lang="es-ES" sz="2000" dirty="0">
                <a:latin typeface="+mj-lt"/>
              </a:rPr>
              <a:t> </a:t>
            </a:r>
            <a:r>
              <a:rPr lang="es-ES" sz="2000" dirty="0" err="1">
                <a:latin typeface="+mj-lt"/>
              </a:rPr>
              <a:t>achieve</a:t>
            </a:r>
            <a:r>
              <a:rPr lang="es-ES" sz="2000" dirty="0">
                <a:latin typeface="+mj-lt"/>
              </a:rPr>
              <a:t> </a:t>
            </a:r>
            <a:r>
              <a:rPr lang="es-ES" sz="2000" dirty="0" err="1">
                <a:latin typeface="+mj-lt"/>
              </a:rPr>
              <a:t>long-term</a:t>
            </a:r>
            <a:r>
              <a:rPr lang="es-ES" sz="2000" dirty="0">
                <a:latin typeface="+mj-lt"/>
              </a:rPr>
              <a:t> </a:t>
            </a:r>
            <a:r>
              <a:rPr lang="es-ES" sz="2000" dirty="0" err="1">
                <a:latin typeface="+mj-lt"/>
              </a:rPr>
              <a:t>dependency</a:t>
            </a:r>
            <a:r>
              <a:rPr lang="es-ES" sz="2000" dirty="0">
                <a:latin typeface="+mj-lt"/>
              </a:rPr>
              <a:t>?</a:t>
            </a:r>
          </a:p>
          <a:p>
            <a:pPr algn="just"/>
            <a:r>
              <a:rPr lang="es-ES" sz="2000" dirty="0" err="1">
                <a:latin typeface="+mj-lt"/>
              </a:rPr>
              <a:t>How</a:t>
            </a:r>
            <a:r>
              <a:rPr lang="es-ES" sz="2000" dirty="0">
                <a:latin typeface="+mj-lt"/>
              </a:rPr>
              <a:t> </a:t>
            </a:r>
            <a:r>
              <a:rPr lang="es-ES" sz="2000" dirty="0" err="1">
                <a:latin typeface="+mj-lt"/>
              </a:rPr>
              <a:t>does</a:t>
            </a:r>
            <a:r>
              <a:rPr lang="es-ES" sz="2000" dirty="0">
                <a:latin typeface="+mj-lt"/>
              </a:rPr>
              <a:t> </a:t>
            </a:r>
            <a:r>
              <a:rPr lang="es-ES" sz="2000" dirty="0" err="1">
                <a:latin typeface="+mj-lt"/>
              </a:rPr>
              <a:t>it</a:t>
            </a:r>
            <a:r>
              <a:rPr lang="es-ES" sz="2000" dirty="0">
                <a:latin typeface="+mj-lt"/>
              </a:rPr>
              <a:t> </a:t>
            </a:r>
            <a:r>
              <a:rPr lang="es-ES" sz="2000" dirty="0" err="1">
                <a:latin typeface="+mj-lt"/>
              </a:rPr>
              <a:t>know</a:t>
            </a:r>
            <a:r>
              <a:rPr lang="es-ES" sz="2000" dirty="0">
                <a:latin typeface="+mj-lt"/>
              </a:rPr>
              <a:t> </a:t>
            </a:r>
            <a:r>
              <a:rPr lang="es-ES" sz="2000" dirty="0" err="1">
                <a:latin typeface="+mj-lt"/>
              </a:rPr>
              <a:t>what</a:t>
            </a:r>
            <a:r>
              <a:rPr lang="es-ES" sz="2000" dirty="0">
                <a:latin typeface="+mj-lt"/>
              </a:rPr>
              <a:t> </a:t>
            </a:r>
            <a:r>
              <a:rPr lang="es-ES" sz="2000" dirty="0" err="1">
                <a:latin typeface="+mj-lt"/>
              </a:rPr>
              <a:t>information</a:t>
            </a:r>
            <a:r>
              <a:rPr lang="es-ES" sz="2000" dirty="0">
                <a:latin typeface="+mj-lt"/>
              </a:rPr>
              <a:t> </a:t>
            </a:r>
            <a:r>
              <a:rPr lang="es-ES" sz="2000" dirty="0" err="1">
                <a:latin typeface="+mj-lt"/>
              </a:rPr>
              <a:t>to</a:t>
            </a:r>
            <a:r>
              <a:rPr lang="es-ES" sz="2000" dirty="0">
                <a:latin typeface="+mj-lt"/>
              </a:rPr>
              <a:t> </a:t>
            </a:r>
            <a:r>
              <a:rPr lang="es-ES" sz="2000" dirty="0" err="1">
                <a:latin typeface="+mj-lt"/>
              </a:rPr>
              <a:t>keep</a:t>
            </a:r>
            <a:r>
              <a:rPr lang="es-ES" sz="2000" dirty="0">
                <a:latin typeface="+mj-lt"/>
              </a:rPr>
              <a:t> and </a:t>
            </a:r>
            <a:r>
              <a:rPr lang="es-ES" sz="2000" dirty="0" err="1">
                <a:latin typeface="+mj-lt"/>
              </a:rPr>
              <a:t>what</a:t>
            </a:r>
            <a:r>
              <a:rPr lang="es-ES" sz="2000" dirty="0">
                <a:latin typeface="+mj-lt"/>
              </a:rPr>
              <a:t> </a:t>
            </a:r>
            <a:r>
              <a:rPr lang="es-ES" sz="2000" dirty="0" err="1">
                <a:latin typeface="+mj-lt"/>
              </a:rPr>
              <a:t>information</a:t>
            </a:r>
            <a:r>
              <a:rPr lang="es-ES" sz="2000" dirty="0">
                <a:latin typeface="+mj-lt"/>
              </a:rPr>
              <a:t> </a:t>
            </a:r>
            <a:r>
              <a:rPr lang="es-ES" sz="2000" dirty="0" err="1">
                <a:latin typeface="+mj-lt"/>
              </a:rPr>
              <a:t>to</a:t>
            </a:r>
            <a:r>
              <a:rPr lang="es-ES" sz="2000" dirty="0">
                <a:latin typeface="+mj-lt"/>
              </a:rPr>
              <a:t> </a:t>
            </a:r>
            <a:r>
              <a:rPr lang="es-ES" sz="2000" dirty="0" err="1">
                <a:latin typeface="+mj-lt"/>
              </a:rPr>
              <a:t>discard</a:t>
            </a:r>
            <a:r>
              <a:rPr lang="es-ES" sz="2000" dirty="0">
                <a:latin typeface="+mj-lt"/>
              </a:rPr>
              <a:t> </a:t>
            </a:r>
            <a:r>
              <a:rPr lang="es-ES" sz="2000" dirty="0" err="1">
                <a:latin typeface="+mj-lt"/>
              </a:rPr>
              <a:t>from</a:t>
            </a:r>
            <a:r>
              <a:rPr lang="es-ES" sz="2000" dirty="0">
                <a:latin typeface="+mj-lt"/>
              </a:rPr>
              <a:t> </a:t>
            </a:r>
            <a:r>
              <a:rPr lang="es-ES" sz="2000" dirty="0" err="1">
                <a:latin typeface="+mj-lt"/>
              </a:rPr>
              <a:t>the</a:t>
            </a:r>
            <a:endParaRPr lang="es-ES" sz="2000" dirty="0">
              <a:latin typeface="+mj-lt"/>
            </a:endParaRPr>
          </a:p>
          <a:p>
            <a:pPr algn="just"/>
            <a:r>
              <a:rPr lang="es-ES" sz="2000" dirty="0" err="1">
                <a:latin typeface="+mj-lt"/>
              </a:rPr>
              <a:t>memory</a:t>
            </a:r>
            <a:r>
              <a:rPr lang="es-ES" sz="2000" dirty="0">
                <a:latin typeface="+mj-lt"/>
              </a:rPr>
              <a:t>? </a:t>
            </a:r>
            <a:r>
              <a:rPr lang="es-ES" sz="2000" dirty="0" err="1">
                <a:latin typeface="+mj-lt"/>
              </a:rPr>
              <a:t>This</a:t>
            </a:r>
            <a:r>
              <a:rPr lang="es-ES" sz="2000" dirty="0">
                <a:latin typeface="+mj-lt"/>
              </a:rPr>
              <a:t> </a:t>
            </a:r>
            <a:r>
              <a:rPr lang="es-ES" sz="2000" dirty="0" err="1">
                <a:latin typeface="+mj-lt"/>
              </a:rPr>
              <a:t>is</a:t>
            </a:r>
            <a:r>
              <a:rPr lang="es-ES" sz="2000" dirty="0">
                <a:latin typeface="+mj-lt"/>
              </a:rPr>
              <a:t> </a:t>
            </a:r>
            <a:r>
              <a:rPr lang="es-ES" sz="2000" dirty="0" err="1">
                <a:latin typeface="+mj-lt"/>
              </a:rPr>
              <a:t>all</a:t>
            </a:r>
            <a:r>
              <a:rPr lang="es-ES" sz="2000" dirty="0">
                <a:latin typeface="+mj-lt"/>
              </a:rPr>
              <a:t> </a:t>
            </a:r>
            <a:r>
              <a:rPr lang="es-ES" sz="2000" dirty="0" err="1">
                <a:latin typeface="+mj-lt"/>
              </a:rPr>
              <a:t>achieved</a:t>
            </a:r>
            <a:r>
              <a:rPr lang="es-ES" sz="2000" dirty="0">
                <a:latin typeface="+mj-lt"/>
              </a:rPr>
              <a:t> </a:t>
            </a:r>
            <a:r>
              <a:rPr lang="es-ES" sz="2000" dirty="0" err="1">
                <a:latin typeface="+mj-lt"/>
              </a:rPr>
              <a:t>by</a:t>
            </a:r>
            <a:r>
              <a:rPr lang="es-ES" sz="2000" dirty="0">
                <a:latin typeface="+mj-lt"/>
              </a:rPr>
              <a:t> </a:t>
            </a:r>
            <a:r>
              <a:rPr lang="es-ES" sz="2000" dirty="0" err="1">
                <a:latin typeface="+mj-lt"/>
              </a:rPr>
              <a:t>special</a:t>
            </a:r>
            <a:r>
              <a:rPr lang="es-ES" sz="2000" dirty="0">
                <a:latin typeface="+mj-lt"/>
              </a:rPr>
              <a:t> </a:t>
            </a:r>
            <a:r>
              <a:rPr lang="es-ES" sz="2000" dirty="0" err="1">
                <a:latin typeface="+mj-lt"/>
              </a:rPr>
              <a:t>structures</a:t>
            </a:r>
            <a:r>
              <a:rPr lang="es-ES" sz="2000" dirty="0">
                <a:latin typeface="+mj-lt"/>
              </a:rPr>
              <a:t> </a:t>
            </a:r>
            <a:r>
              <a:rPr lang="es-ES" sz="2000" dirty="0" err="1">
                <a:latin typeface="+mj-lt"/>
              </a:rPr>
              <a:t>called</a:t>
            </a:r>
            <a:r>
              <a:rPr lang="es-ES" sz="2000" dirty="0">
                <a:latin typeface="+mj-lt"/>
              </a:rPr>
              <a:t> gates. As </a:t>
            </a:r>
            <a:r>
              <a:rPr lang="es-ES" sz="2000" dirty="0" err="1">
                <a:latin typeface="+mj-lt"/>
              </a:rPr>
              <a:t>shown</a:t>
            </a:r>
            <a:r>
              <a:rPr lang="es-ES" sz="2000" dirty="0">
                <a:latin typeface="+mj-lt"/>
              </a:rPr>
              <a:t> in </a:t>
            </a:r>
            <a:r>
              <a:rPr lang="es-ES" sz="2000" dirty="0" err="1">
                <a:latin typeface="+mj-lt"/>
              </a:rPr>
              <a:t>the</a:t>
            </a:r>
            <a:r>
              <a:rPr lang="es-ES" sz="2000" dirty="0">
                <a:latin typeface="+mj-lt"/>
              </a:rPr>
              <a:t> </a:t>
            </a:r>
            <a:r>
              <a:rPr lang="es-ES" sz="2000" dirty="0" err="1">
                <a:latin typeface="+mj-lt"/>
              </a:rPr>
              <a:t>following</a:t>
            </a:r>
            <a:r>
              <a:rPr lang="es-ES" sz="2000" dirty="0">
                <a:latin typeface="+mj-lt"/>
              </a:rPr>
              <a:t> </a:t>
            </a:r>
            <a:r>
              <a:rPr lang="es-ES" sz="2000" dirty="0" err="1">
                <a:latin typeface="+mj-lt"/>
              </a:rPr>
              <a:t>diagram</a:t>
            </a:r>
            <a:r>
              <a:rPr lang="es-ES" sz="2000" dirty="0">
                <a:latin typeface="+mj-lt"/>
              </a:rPr>
              <a:t>, a </a:t>
            </a:r>
            <a:r>
              <a:rPr lang="es-ES" sz="2000" dirty="0" err="1">
                <a:latin typeface="+mj-lt"/>
              </a:rPr>
              <a:t>typical</a:t>
            </a:r>
            <a:r>
              <a:rPr lang="es-ES" sz="2000" dirty="0">
                <a:latin typeface="+mj-lt"/>
              </a:rPr>
              <a:t> LSTM </a:t>
            </a:r>
            <a:r>
              <a:rPr lang="es-ES" sz="2000" dirty="0" err="1">
                <a:latin typeface="+mj-lt"/>
              </a:rPr>
              <a:t>cell</a:t>
            </a:r>
            <a:r>
              <a:rPr lang="es-ES" sz="2000" dirty="0">
                <a:latin typeface="+mj-lt"/>
              </a:rPr>
              <a:t> </a:t>
            </a:r>
            <a:r>
              <a:rPr lang="es-ES" sz="2000" dirty="0" err="1">
                <a:latin typeface="+mj-lt"/>
              </a:rPr>
              <a:t>consists</a:t>
            </a:r>
            <a:r>
              <a:rPr lang="es-ES" sz="2000" dirty="0">
                <a:latin typeface="+mj-lt"/>
              </a:rPr>
              <a:t> </a:t>
            </a:r>
            <a:r>
              <a:rPr lang="es-ES" sz="2000" dirty="0" err="1">
                <a:latin typeface="+mj-lt"/>
              </a:rPr>
              <a:t>of</a:t>
            </a:r>
            <a:r>
              <a:rPr lang="es-ES" sz="2000" dirty="0">
                <a:latin typeface="+mj-lt"/>
              </a:rPr>
              <a:t> </a:t>
            </a:r>
            <a:r>
              <a:rPr lang="es-ES" sz="2000" dirty="0" err="1">
                <a:latin typeface="+mj-lt"/>
              </a:rPr>
              <a:t>three</a:t>
            </a:r>
            <a:r>
              <a:rPr lang="es-ES" sz="2000" dirty="0">
                <a:latin typeface="+mj-lt"/>
              </a:rPr>
              <a:t> </a:t>
            </a:r>
            <a:r>
              <a:rPr lang="es-ES" sz="2000" dirty="0" err="1">
                <a:latin typeface="+mj-lt"/>
              </a:rPr>
              <a:t>special</a:t>
            </a:r>
            <a:r>
              <a:rPr lang="es-ES" sz="2000" dirty="0">
                <a:latin typeface="+mj-lt"/>
              </a:rPr>
              <a:t> gates </a:t>
            </a:r>
            <a:r>
              <a:rPr lang="es-ES" sz="2000" dirty="0" err="1">
                <a:latin typeface="+mj-lt"/>
              </a:rPr>
              <a:t>called</a:t>
            </a:r>
            <a:r>
              <a:rPr lang="es-ES" sz="2000" dirty="0">
                <a:latin typeface="+mj-lt"/>
              </a:rPr>
              <a:t> </a:t>
            </a:r>
            <a:r>
              <a:rPr lang="es-ES" sz="2000" dirty="0" err="1">
                <a:latin typeface="+mj-lt"/>
              </a:rPr>
              <a:t>the</a:t>
            </a:r>
            <a:r>
              <a:rPr lang="es-ES" sz="2000" dirty="0">
                <a:latin typeface="+mj-lt"/>
              </a:rPr>
              <a:t> input gate, output gate, and </a:t>
            </a:r>
            <a:r>
              <a:rPr lang="es-ES" sz="2000" dirty="0" err="1">
                <a:latin typeface="+mj-lt"/>
              </a:rPr>
              <a:t>forget</a:t>
            </a:r>
            <a:r>
              <a:rPr lang="es-ES" sz="2000" dirty="0">
                <a:latin typeface="+mj-lt"/>
              </a:rPr>
              <a:t> gate:</a:t>
            </a:r>
          </a:p>
        </p:txBody>
      </p:sp>
      <p:pic>
        <p:nvPicPr>
          <p:cNvPr id="36" name="Imagen 35">
            <a:extLst>
              <a:ext uri="{FF2B5EF4-FFF2-40B4-BE49-F238E27FC236}">
                <a16:creationId xmlns:a16="http://schemas.microsoft.com/office/drawing/2014/main" id="{3A04DDC7-1585-3A38-310F-F921099481D5}"/>
              </a:ext>
            </a:extLst>
          </p:cNvPr>
          <p:cNvPicPr>
            <a:picLocks noChangeAspect="1"/>
          </p:cNvPicPr>
          <p:nvPr/>
        </p:nvPicPr>
        <p:blipFill>
          <a:blip r:embed="rId7"/>
          <a:stretch>
            <a:fillRect/>
          </a:stretch>
        </p:blipFill>
        <p:spPr>
          <a:xfrm>
            <a:off x="1752905" y="2333049"/>
            <a:ext cx="6008514" cy="2482627"/>
          </a:xfrm>
          <a:prstGeom prst="rect">
            <a:avLst/>
          </a:prstGeom>
        </p:spPr>
      </p:pic>
    </p:spTree>
    <p:extLst>
      <p:ext uri="{BB962C8B-B14F-4D97-AF65-F5344CB8AC3E}">
        <p14:creationId xmlns:p14="http://schemas.microsoft.com/office/powerpoint/2010/main" val="110330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F007A-D1B1-2241-4710-5FD6155A304D}"/>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E07E3E4A-8DBD-AED5-F70B-CBC07E1FDA00}"/>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78EA6617-C531-9B90-B435-D04D1C5BC252}"/>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6AF0065-2CE2-C325-284A-7663730A4BA9}"/>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E2E9D5C0-D704-9601-A5C8-4595C1677C32}"/>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Long-short-</a:t>
            </a:r>
            <a:r>
              <a:rPr lang="es-MX" sz="2400" b="1" dirty="0" err="1">
                <a:solidFill>
                  <a:srgbClr val="002060"/>
                </a:solidFill>
                <a:latin typeface="Raleway" pitchFamily="2" charset="0"/>
                <a:ea typeface="+mn-ea"/>
                <a:cs typeface="+mn-cs"/>
              </a:rPr>
              <a:t>term</a:t>
            </a:r>
            <a:r>
              <a:rPr lang="es-MX" sz="2400" b="1" dirty="0">
                <a:solidFill>
                  <a:srgbClr val="002060"/>
                </a:solidFill>
                <a:latin typeface="Raleway" pitchFamily="2" charset="0"/>
                <a:ea typeface="+mn-ea"/>
                <a:cs typeface="+mn-cs"/>
              </a:rPr>
              <a:t>-</a:t>
            </a:r>
            <a:r>
              <a:rPr lang="es-MX" sz="2400" b="1" dirty="0" err="1">
                <a:solidFill>
                  <a:srgbClr val="002060"/>
                </a:solidFill>
                <a:latin typeface="Raleway" pitchFamily="2" charset="0"/>
                <a:ea typeface="+mn-ea"/>
                <a:cs typeface="+mn-cs"/>
              </a:rPr>
              <a:t>memory</a:t>
            </a:r>
            <a:r>
              <a:rPr lang="es-MX" sz="2400" b="1" dirty="0">
                <a:solidFill>
                  <a:srgbClr val="002060"/>
                </a:solidFill>
                <a:latin typeface="Raleway" pitchFamily="2" charset="0"/>
                <a:ea typeface="+mn-ea"/>
                <a:cs typeface="+mn-cs"/>
              </a:rPr>
              <a:t> (LSTM) </a:t>
            </a:r>
          </a:p>
        </p:txBody>
      </p:sp>
      <p:pic>
        <p:nvPicPr>
          <p:cNvPr id="27" name="Imagen 26">
            <a:extLst>
              <a:ext uri="{FF2B5EF4-FFF2-40B4-BE49-F238E27FC236}">
                <a16:creationId xmlns:a16="http://schemas.microsoft.com/office/drawing/2014/main" id="{C81D29D9-7693-CCEE-180F-1CFB16E17496}"/>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D8A212B6-2675-B38A-28CA-EE46F63E870F}"/>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4BB0CF94-030A-0CCD-248D-4B5097ADAC75}"/>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F6946239-5A57-F37A-2E98-37FC86C540D6}"/>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B5A69DB8-9F2C-7ECE-A9BE-420359BC6CFE}"/>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3FDE95C1-04DE-8BD2-F584-18DCD39F3E0E}"/>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BAC7AA7A-2315-2CAD-2C24-AE8CD4CEFBAF}"/>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81326BE7-FDCB-3658-79A3-0120B0744372}"/>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EF3B52E9-84F9-D033-781D-63F004084416}"/>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7A02E5A2-3FEA-BD9E-94BA-EA937BAEB066}"/>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05BA9234-8A2D-7DDA-F197-3B872E15504E}"/>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2D1B0D39-FDB7-81B1-3EF8-6949D1DC9FC9}"/>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C369B6E0-718F-61A5-E877-09E298B16B40}"/>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7D03FBAE-D18B-6E3E-B7B5-B855B05B858F}"/>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B796BD61-0B3B-4ECB-0A83-C3FA095CC6EC}"/>
              </a:ext>
            </a:extLst>
          </p:cNvPr>
          <p:cNvPicPr>
            <a:picLocks noChangeAspect="1"/>
          </p:cNvPicPr>
          <p:nvPr/>
        </p:nvPicPr>
        <p:blipFill>
          <a:blip r:embed="rId6"/>
          <a:stretch>
            <a:fillRect/>
          </a:stretch>
        </p:blipFill>
        <p:spPr>
          <a:xfrm>
            <a:off x="6027412" y="2761885"/>
            <a:ext cx="16" cy="17"/>
          </a:xfrm>
          <a:prstGeom prst="rect">
            <a:avLst/>
          </a:prstGeom>
        </p:spPr>
      </p:pic>
      <p:pic>
        <p:nvPicPr>
          <p:cNvPr id="19" name="Imagen 18">
            <a:extLst>
              <a:ext uri="{FF2B5EF4-FFF2-40B4-BE49-F238E27FC236}">
                <a16:creationId xmlns:a16="http://schemas.microsoft.com/office/drawing/2014/main" id="{588551DB-13F2-A88F-2E37-DE336E98A4DA}"/>
              </a:ext>
            </a:extLst>
          </p:cNvPr>
          <p:cNvPicPr>
            <a:picLocks noChangeAspect="1"/>
          </p:cNvPicPr>
          <p:nvPr/>
        </p:nvPicPr>
        <p:blipFill>
          <a:blip r:embed="rId3"/>
          <a:stretch>
            <a:fillRect/>
          </a:stretch>
        </p:blipFill>
        <p:spPr>
          <a:xfrm>
            <a:off x="6036902" y="2622325"/>
            <a:ext cx="47017" cy="752"/>
          </a:xfrm>
          <a:prstGeom prst="rect">
            <a:avLst/>
          </a:prstGeom>
        </p:spPr>
      </p:pic>
      <p:pic>
        <p:nvPicPr>
          <p:cNvPr id="21" name="Imagen 20">
            <a:extLst>
              <a:ext uri="{FF2B5EF4-FFF2-40B4-BE49-F238E27FC236}">
                <a16:creationId xmlns:a16="http://schemas.microsoft.com/office/drawing/2014/main" id="{431C4A31-EC89-3FA2-119C-DA633CB904AF}"/>
              </a:ext>
            </a:extLst>
          </p:cNvPr>
          <p:cNvPicPr>
            <a:picLocks noChangeAspect="1"/>
          </p:cNvPicPr>
          <p:nvPr/>
        </p:nvPicPr>
        <p:blipFill>
          <a:blip r:embed="rId4"/>
          <a:stretch>
            <a:fillRect/>
          </a:stretch>
        </p:blipFill>
        <p:spPr>
          <a:xfrm>
            <a:off x="6037938" y="2622700"/>
            <a:ext cx="47017" cy="2"/>
          </a:xfrm>
          <a:prstGeom prst="rect">
            <a:avLst/>
          </a:prstGeom>
        </p:spPr>
      </p:pic>
      <p:pic>
        <p:nvPicPr>
          <p:cNvPr id="22" name="Imagen 21">
            <a:extLst>
              <a:ext uri="{FF2B5EF4-FFF2-40B4-BE49-F238E27FC236}">
                <a16:creationId xmlns:a16="http://schemas.microsoft.com/office/drawing/2014/main" id="{44566388-E179-A22D-147C-3329A59128B5}"/>
              </a:ext>
            </a:extLst>
          </p:cNvPr>
          <p:cNvPicPr>
            <a:picLocks noChangeAspect="1"/>
          </p:cNvPicPr>
          <p:nvPr/>
        </p:nvPicPr>
        <p:blipFill>
          <a:blip r:embed="rId5"/>
          <a:stretch>
            <a:fillRect/>
          </a:stretch>
        </p:blipFill>
        <p:spPr>
          <a:xfrm>
            <a:off x="6037923" y="2622698"/>
            <a:ext cx="47017" cy="5"/>
          </a:xfrm>
          <a:prstGeom prst="rect">
            <a:avLst/>
          </a:prstGeom>
        </p:spPr>
      </p:pic>
      <p:pic>
        <p:nvPicPr>
          <p:cNvPr id="23" name="Imagen 22">
            <a:extLst>
              <a:ext uri="{FF2B5EF4-FFF2-40B4-BE49-F238E27FC236}">
                <a16:creationId xmlns:a16="http://schemas.microsoft.com/office/drawing/2014/main" id="{201D2F91-50C9-6AC9-0E4C-BE88703B89B2}"/>
              </a:ext>
            </a:extLst>
          </p:cNvPr>
          <p:cNvPicPr>
            <a:picLocks noChangeAspect="1"/>
          </p:cNvPicPr>
          <p:nvPr/>
        </p:nvPicPr>
        <p:blipFill>
          <a:blip r:embed="rId6"/>
          <a:stretch>
            <a:fillRect/>
          </a:stretch>
        </p:blipFill>
        <p:spPr>
          <a:xfrm>
            <a:off x="6037933" y="2622692"/>
            <a:ext cx="47017" cy="17"/>
          </a:xfrm>
          <a:prstGeom prst="rect">
            <a:avLst/>
          </a:prstGeom>
        </p:spPr>
      </p:pic>
      <p:pic>
        <p:nvPicPr>
          <p:cNvPr id="18" name="Imagen 17">
            <a:extLst>
              <a:ext uri="{FF2B5EF4-FFF2-40B4-BE49-F238E27FC236}">
                <a16:creationId xmlns:a16="http://schemas.microsoft.com/office/drawing/2014/main" id="{21DF4090-37FC-19FD-F1DF-7F066FD124A9}"/>
              </a:ext>
            </a:extLst>
          </p:cNvPr>
          <p:cNvPicPr>
            <a:picLocks noChangeAspect="1"/>
          </p:cNvPicPr>
          <p:nvPr/>
        </p:nvPicPr>
        <p:blipFill>
          <a:blip r:embed="rId3"/>
          <a:stretch>
            <a:fillRect/>
          </a:stretch>
        </p:blipFill>
        <p:spPr>
          <a:xfrm>
            <a:off x="4596481" y="2621132"/>
            <a:ext cx="2078" cy="752"/>
          </a:xfrm>
          <a:prstGeom prst="rect">
            <a:avLst/>
          </a:prstGeom>
        </p:spPr>
      </p:pic>
      <p:pic>
        <p:nvPicPr>
          <p:cNvPr id="26" name="Imagen 25">
            <a:extLst>
              <a:ext uri="{FF2B5EF4-FFF2-40B4-BE49-F238E27FC236}">
                <a16:creationId xmlns:a16="http://schemas.microsoft.com/office/drawing/2014/main" id="{BF6D0947-7F84-AEF7-2BBF-FF44862073BB}"/>
              </a:ext>
            </a:extLst>
          </p:cNvPr>
          <p:cNvPicPr>
            <a:picLocks noChangeAspect="1"/>
          </p:cNvPicPr>
          <p:nvPr/>
        </p:nvPicPr>
        <p:blipFill>
          <a:blip r:embed="rId4"/>
          <a:stretch>
            <a:fillRect/>
          </a:stretch>
        </p:blipFill>
        <p:spPr>
          <a:xfrm>
            <a:off x="4597516" y="2621507"/>
            <a:ext cx="7" cy="2"/>
          </a:xfrm>
          <a:prstGeom prst="rect">
            <a:avLst/>
          </a:prstGeom>
        </p:spPr>
      </p:pic>
      <p:pic>
        <p:nvPicPr>
          <p:cNvPr id="28" name="Imagen 27">
            <a:extLst>
              <a:ext uri="{FF2B5EF4-FFF2-40B4-BE49-F238E27FC236}">
                <a16:creationId xmlns:a16="http://schemas.microsoft.com/office/drawing/2014/main" id="{40082509-8E41-BCD9-1161-6549A461CD16}"/>
              </a:ext>
            </a:extLst>
          </p:cNvPr>
          <p:cNvPicPr>
            <a:picLocks noChangeAspect="1"/>
          </p:cNvPicPr>
          <p:nvPr/>
        </p:nvPicPr>
        <p:blipFill>
          <a:blip r:embed="rId5"/>
          <a:stretch>
            <a:fillRect/>
          </a:stretch>
        </p:blipFill>
        <p:spPr>
          <a:xfrm>
            <a:off x="4597502" y="2621505"/>
            <a:ext cx="36" cy="5"/>
          </a:xfrm>
          <a:prstGeom prst="rect">
            <a:avLst/>
          </a:prstGeom>
        </p:spPr>
      </p:pic>
      <p:pic>
        <p:nvPicPr>
          <p:cNvPr id="29" name="Imagen 28">
            <a:extLst>
              <a:ext uri="{FF2B5EF4-FFF2-40B4-BE49-F238E27FC236}">
                <a16:creationId xmlns:a16="http://schemas.microsoft.com/office/drawing/2014/main" id="{9EEC0A52-0527-05D0-60FD-3CE402957817}"/>
              </a:ext>
            </a:extLst>
          </p:cNvPr>
          <p:cNvPicPr>
            <a:picLocks noChangeAspect="1"/>
          </p:cNvPicPr>
          <p:nvPr/>
        </p:nvPicPr>
        <p:blipFill>
          <a:blip r:embed="rId6"/>
          <a:stretch>
            <a:fillRect/>
          </a:stretch>
        </p:blipFill>
        <p:spPr>
          <a:xfrm>
            <a:off x="4597512" y="2621499"/>
            <a:ext cx="16" cy="17"/>
          </a:xfrm>
          <a:prstGeom prst="rect">
            <a:avLst/>
          </a:prstGeom>
        </p:spPr>
      </p:pic>
      <p:pic>
        <p:nvPicPr>
          <p:cNvPr id="25" name="Imagen 24">
            <a:extLst>
              <a:ext uri="{FF2B5EF4-FFF2-40B4-BE49-F238E27FC236}">
                <a16:creationId xmlns:a16="http://schemas.microsoft.com/office/drawing/2014/main" id="{72C3C36A-B0E0-A635-FBE7-DBDFA7B5D827}"/>
              </a:ext>
            </a:extLst>
          </p:cNvPr>
          <p:cNvPicPr>
            <a:picLocks noChangeAspect="1"/>
          </p:cNvPicPr>
          <p:nvPr/>
        </p:nvPicPr>
        <p:blipFill>
          <a:blip r:embed="rId3"/>
          <a:stretch>
            <a:fillRect/>
          </a:stretch>
        </p:blipFill>
        <p:spPr>
          <a:xfrm>
            <a:off x="4596481" y="2190231"/>
            <a:ext cx="2078" cy="752"/>
          </a:xfrm>
          <a:prstGeom prst="rect">
            <a:avLst/>
          </a:prstGeom>
        </p:spPr>
      </p:pic>
      <p:pic>
        <p:nvPicPr>
          <p:cNvPr id="32" name="Imagen 31">
            <a:extLst>
              <a:ext uri="{FF2B5EF4-FFF2-40B4-BE49-F238E27FC236}">
                <a16:creationId xmlns:a16="http://schemas.microsoft.com/office/drawing/2014/main" id="{C104B1E4-8216-1F43-8427-80FA6705EEA5}"/>
              </a:ext>
            </a:extLst>
          </p:cNvPr>
          <p:cNvPicPr>
            <a:picLocks noChangeAspect="1"/>
          </p:cNvPicPr>
          <p:nvPr/>
        </p:nvPicPr>
        <p:blipFill>
          <a:blip r:embed="rId4"/>
          <a:stretch>
            <a:fillRect/>
          </a:stretch>
        </p:blipFill>
        <p:spPr>
          <a:xfrm>
            <a:off x="4597516" y="2190606"/>
            <a:ext cx="7" cy="2"/>
          </a:xfrm>
          <a:prstGeom prst="rect">
            <a:avLst/>
          </a:prstGeom>
        </p:spPr>
      </p:pic>
      <p:pic>
        <p:nvPicPr>
          <p:cNvPr id="33" name="Imagen 32">
            <a:extLst>
              <a:ext uri="{FF2B5EF4-FFF2-40B4-BE49-F238E27FC236}">
                <a16:creationId xmlns:a16="http://schemas.microsoft.com/office/drawing/2014/main" id="{6BFD1C32-6746-D659-6272-C98DBBB3C06E}"/>
              </a:ext>
            </a:extLst>
          </p:cNvPr>
          <p:cNvPicPr>
            <a:picLocks noChangeAspect="1"/>
          </p:cNvPicPr>
          <p:nvPr/>
        </p:nvPicPr>
        <p:blipFill>
          <a:blip r:embed="rId5"/>
          <a:stretch>
            <a:fillRect/>
          </a:stretch>
        </p:blipFill>
        <p:spPr>
          <a:xfrm>
            <a:off x="4597502" y="2190604"/>
            <a:ext cx="36" cy="5"/>
          </a:xfrm>
          <a:prstGeom prst="rect">
            <a:avLst/>
          </a:prstGeom>
        </p:spPr>
      </p:pic>
      <p:pic>
        <p:nvPicPr>
          <p:cNvPr id="34" name="Imagen 33">
            <a:extLst>
              <a:ext uri="{FF2B5EF4-FFF2-40B4-BE49-F238E27FC236}">
                <a16:creationId xmlns:a16="http://schemas.microsoft.com/office/drawing/2014/main" id="{FE865792-3797-2B20-855F-EDBF3FE19E92}"/>
              </a:ext>
            </a:extLst>
          </p:cNvPr>
          <p:cNvPicPr>
            <a:picLocks noChangeAspect="1"/>
          </p:cNvPicPr>
          <p:nvPr/>
        </p:nvPicPr>
        <p:blipFill>
          <a:blip r:embed="rId6"/>
          <a:stretch>
            <a:fillRect/>
          </a:stretch>
        </p:blipFill>
        <p:spPr>
          <a:xfrm>
            <a:off x="4597512" y="2190598"/>
            <a:ext cx="16" cy="17"/>
          </a:xfrm>
          <a:prstGeom prst="rect">
            <a:avLst/>
          </a:prstGeom>
        </p:spPr>
      </p:pic>
      <p:pic>
        <p:nvPicPr>
          <p:cNvPr id="30" name="Imagen 29">
            <a:extLst>
              <a:ext uri="{FF2B5EF4-FFF2-40B4-BE49-F238E27FC236}">
                <a16:creationId xmlns:a16="http://schemas.microsoft.com/office/drawing/2014/main" id="{494BF7D4-4D0B-6A22-CBDA-E4714326C93A}"/>
              </a:ext>
            </a:extLst>
          </p:cNvPr>
          <p:cNvPicPr>
            <a:picLocks noChangeAspect="1"/>
          </p:cNvPicPr>
          <p:nvPr/>
        </p:nvPicPr>
        <p:blipFill>
          <a:blip r:embed="rId3"/>
          <a:stretch>
            <a:fillRect/>
          </a:stretch>
        </p:blipFill>
        <p:spPr>
          <a:xfrm>
            <a:off x="5216066" y="2535671"/>
            <a:ext cx="2078" cy="752"/>
          </a:xfrm>
          <a:prstGeom prst="rect">
            <a:avLst/>
          </a:prstGeom>
        </p:spPr>
      </p:pic>
      <p:pic>
        <p:nvPicPr>
          <p:cNvPr id="31" name="Imagen 30">
            <a:extLst>
              <a:ext uri="{FF2B5EF4-FFF2-40B4-BE49-F238E27FC236}">
                <a16:creationId xmlns:a16="http://schemas.microsoft.com/office/drawing/2014/main" id="{A29A8528-9E85-7957-5F5F-6D99C351A3E6}"/>
              </a:ext>
            </a:extLst>
          </p:cNvPr>
          <p:cNvPicPr>
            <a:picLocks noChangeAspect="1"/>
          </p:cNvPicPr>
          <p:nvPr/>
        </p:nvPicPr>
        <p:blipFill>
          <a:blip r:embed="rId4"/>
          <a:stretch>
            <a:fillRect/>
          </a:stretch>
        </p:blipFill>
        <p:spPr>
          <a:xfrm>
            <a:off x="5217101" y="2536046"/>
            <a:ext cx="7" cy="2"/>
          </a:xfrm>
          <a:prstGeom prst="rect">
            <a:avLst/>
          </a:prstGeom>
        </p:spPr>
      </p:pic>
      <p:pic>
        <p:nvPicPr>
          <p:cNvPr id="37" name="Imagen 36">
            <a:extLst>
              <a:ext uri="{FF2B5EF4-FFF2-40B4-BE49-F238E27FC236}">
                <a16:creationId xmlns:a16="http://schemas.microsoft.com/office/drawing/2014/main" id="{88EF161E-5DB2-216F-4455-C295BF9B255D}"/>
              </a:ext>
            </a:extLst>
          </p:cNvPr>
          <p:cNvPicPr>
            <a:picLocks noChangeAspect="1"/>
          </p:cNvPicPr>
          <p:nvPr/>
        </p:nvPicPr>
        <p:blipFill>
          <a:blip r:embed="rId5"/>
          <a:stretch>
            <a:fillRect/>
          </a:stretch>
        </p:blipFill>
        <p:spPr>
          <a:xfrm>
            <a:off x="5217087" y="2536044"/>
            <a:ext cx="36" cy="5"/>
          </a:xfrm>
          <a:prstGeom prst="rect">
            <a:avLst/>
          </a:prstGeom>
        </p:spPr>
      </p:pic>
      <p:pic>
        <p:nvPicPr>
          <p:cNvPr id="38" name="Imagen 37">
            <a:extLst>
              <a:ext uri="{FF2B5EF4-FFF2-40B4-BE49-F238E27FC236}">
                <a16:creationId xmlns:a16="http://schemas.microsoft.com/office/drawing/2014/main" id="{9A4C5A18-41BD-3C98-0968-2E4BD65AB721}"/>
              </a:ext>
            </a:extLst>
          </p:cNvPr>
          <p:cNvPicPr>
            <a:picLocks noChangeAspect="1"/>
          </p:cNvPicPr>
          <p:nvPr/>
        </p:nvPicPr>
        <p:blipFill>
          <a:blip r:embed="rId6"/>
          <a:stretch>
            <a:fillRect/>
          </a:stretch>
        </p:blipFill>
        <p:spPr>
          <a:xfrm>
            <a:off x="5217097" y="2536038"/>
            <a:ext cx="16" cy="17"/>
          </a:xfrm>
          <a:prstGeom prst="rect">
            <a:avLst/>
          </a:prstGeom>
        </p:spPr>
      </p:pic>
      <p:sp>
        <p:nvSpPr>
          <p:cNvPr id="39" name="CuadroTexto 38">
            <a:extLst>
              <a:ext uri="{FF2B5EF4-FFF2-40B4-BE49-F238E27FC236}">
                <a16:creationId xmlns:a16="http://schemas.microsoft.com/office/drawing/2014/main" id="{B9B6AD2F-58D6-BA97-1E3B-C6C53C85CD93}"/>
              </a:ext>
            </a:extLst>
          </p:cNvPr>
          <p:cNvSpPr txBox="1"/>
          <p:nvPr/>
        </p:nvSpPr>
        <p:spPr>
          <a:xfrm>
            <a:off x="434181" y="700369"/>
            <a:ext cx="8972037" cy="1015663"/>
          </a:xfrm>
          <a:prstGeom prst="rect">
            <a:avLst/>
          </a:prstGeom>
          <a:noFill/>
        </p:spPr>
        <p:txBody>
          <a:bodyPr wrap="square">
            <a:spAutoFit/>
          </a:bodyPr>
          <a:lstStyle/>
          <a:p>
            <a:pPr algn="just"/>
            <a:r>
              <a:rPr lang="en-US" sz="2000" dirty="0">
                <a:latin typeface="+mj-lt"/>
              </a:rPr>
              <a:t>These three gates are responsible for deciding what information to add, output, and forget from the memory. With these gates, an LSTM cell effectively keeps information in the memory only as long as required.</a:t>
            </a:r>
            <a:endParaRPr lang="es-ES" sz="2000" dirty="0">
              <a:latin typeface="+mj-lt"/>
            </a:endParaRPr>
          </a:p>
        </p:txBody>
      </p:sp>
      <p:pic>
        <p:nvPicPr>
          <p:cNvPr id="40" name="Imagen 39">
            <a:extLst>
              <a:ext uri="{FF2B5EF4-FFF2-40B4-BE49-F238E27FC236}">
                <a16:creationId xmlns:a16="http://schemas.microsoft.com/office/drawing/2014/main" id="{5469C42D-1F78-A320-A3FE-B3F18BF6A107}"/>
              </a:ext>
            </a:extLst>
          </p:cNvPr>
          <p:cNvPicPr>
            <a:picLocks noChangeAspect="1"/>
          </p:cNvPicPr>
          <p:nvPr/>
        </p:nvPicPr>
        <p:blipFill>
          <a:blip r:embed="rId7"/>
          <a:stretch>
            <a:fillRect/>
          </a:stretch>
        </p:blipFill>
        <p:spPr>
          <a:xfrm>
            <a:off x="876055" y="1756277"/>
            <a:ext cx="7440852" cy="3074447"/>
          </a:xfrm>
          <a:prstGeom prst="rect">
            <a:avLst/>
          </a:prstGeom>
        </p:spPr>
      </p:pic>
    </p:spTree>
    <p:extLst>
      <p:ext uri="{BB962C8B-B14F-4D97-AF65-F5344CB8AC3E}">
        <p14:creationId xmlns:p14="http://schemas.microsoft.com/office/powerpoint/2010/main" val="336713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4816-0F87-23D5-1C8F-67F8595DACC2}"/>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679C20F-5AD3-86F4-D8A8-B003F787EABE}"/>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3A1A6BF3-67B2-E64F-92C4-CB2CBE32106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7BD682F4-14D6-F729-56F8-4D53DFF3DF0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976B1046-78DE-7BE2-4ABF-5773309F949C}"/>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Long-short-</a:t>
            </a:r>
            <a:r>
              <a:rPr lang="es-MX" sz="2400" b="1" dirty="0" err="1">
                <a:solidFill>
                  <a:srgbClr val="002060"/>
                </a:solidFill>
                <a:latin typeface="Raleway" pitchFamily="2" charset="0"/>
                <a:ea typeface="+mn-ea"/>
                <a:cs typeface="+mn-cs"/>
              </a:rPr>
              <a:t>term</a:t>
            </a:r>
            <a:r>
              <a:rPr lang="es-MX" sz="2400" b="1" dirty="0">
                <a:solidFill>
                  <a:srgbClr val="002060"/>
                </a:solidFill>
                <a:latin typeface="Raleway" pitchFamily="2" charset="0"/>
                <a:ea typeface="+mn-ea"/>
                <a:cs typeface="+mn-cs"/>
              </a:rPr>
              <a:t>-</a:t>
            </a:r>
            <a:r>
              <a:rPr lang="es-MX" sz="2400" b="1" dirty="0" err="1">
                <a:solidFill>
                  <a:srgbClr val="002060"/>
                </a:solidFill>
                <a:latin typeface="Raleway" pitchFamily="2" charset="0"/>
                <a:ea typeface="+mn-ea"/>
                <a:cs typeface="+mn-cs"/>
              </a:rPr>
              <a:t>memory</a:t>
            </a:r>
            <a:r>
              <a:rPr lang="es-MX" sz="2400" b="1" dirty="0">
                <a:solidFill>
                  <a:srgbClr val="002060"/>
                </a:solidFill>
                <a:latin typeface="Raleway" pitchFamily="2" charset="0"/>
                <a:ea typeface="+mn-ea"/>
                <a:cs typeface="+mn-cs"/>
              </a:rPr>
              <a:t> (LSTM) </a:t>
            </a:r>
          </a:p>
        </p:txBody>
      </p:sp>
      <p:pic>
        <p:nvPicPr>
          <p:cNvPr id="27" name="Imagen 26">
            <a:extLst>
              <a:ext uri="{FF2B5EF4-FFF2-40B4-BE49-F238E27FC236}">
                <a16:creationId xmlns:a16="http://schemas.microsoft.com/office/drawing/2014/main" id="{B6C02627-389D-02F6-BE5B-8D056F5F57E7}"/>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63DD5D94-7F55-77DC-9F5F-31F70197FC3A}"/>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20BB0EB2-C1F5-3F78-8804-DE9B6EA47DA2}"/>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466CEDDA-A4ED-F4CF-BC20-F086D18009DD}"/>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D67DE31D-9818-A18A-AC5C-2B336188DEE0}"/>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4A2B94EC-F66E-C6FD-5511-CDA176701F35}"/>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6F651BC2-3437-F247-077F-6B791E3C4E6E}"/>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3EFE0439-A00F-2345-799D-239A74A9170B}"/>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D4275CDD-9184-AE12-02EE-8793CEE5AAF6}"/>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553D0272-144F-4227-3943-2E0A99570922}"/>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52180001-6C0B-88F8-939A-432F533A6AD0}"/>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10A755FC-D9AE-FE5A-2E24-D2555D7178AA}"/>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6D86D345-01B3-88C7-EF62-F80F611BC9F6}"/>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E3580269-1C15-2DDC-315D-4EA3D7B669AB}"/>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B8561610-1BCA-ED5F-858C-6176692E4250}"/>
              </a:ext>
            </a:extLst>
          </p:cNvPr>
          <p:cNvPicPr>
            <a:picLocks noChangeAspect="1"/>
          </p:cNvPicPr>
          <p:nvPr/>
        </p:nvPicPr>
        <p:blipFill>
          <a:blip r:embed="rId6"/>
          <a:stretch>
            <a:fillRect/>
          </a:stretch>
        </p:blipFill>
        <p:spPr>
          <a:xfrm>
            <a:off x="6027412" y="2761885"/>
            <a:ext cx="16" cy="17"/>
          </a:xfrm>
          <a:prstGeom prst="rect">
            <a:avLst/>
          </a:prstGeom>
        </p:spPr>
      </p:pic>
      <p:pic>
        <p:nvPicPr>
          <p:cNvPr id="19" name="Imagen 18">
            <a:extLst>
              <a:ext uri="{FF2B5EF4-FFF2-40B4-BE49-F238E27FC236}">
                <a16:creationId xmlns:a16="http://schemas.microsoft.com/office/drawing/2014/main" id="{84DCD014-9DD6-32BA-0792-323E2EE8021D}"/>
              </a:ext>
            </a:extLst>
          </p:cNvPr>
          <p:cNvPicPr>
            <a:picLocks noChangeAspect="1"/>
          </p:cNvPicPr>
          <p:nvPr/>
        </p:nvPicPr>
        <p:blipFill>
          <a:blip r:embed="rId3"/>
          <a:stretch>
            <a:fillRect/>
          </a:stretch>
        </p:blipFill>
        <p:spPr>
          <a:xfrm>
            <a:off x="6036902" y="2622325"/>
            <a:ext cx="47017" cy="752"/>
          </a:xfrm>
          <a:prstGeom prst="rect">
            <a:avLst/>
          </a:prstGeom>
        </p:spPr>
      </p:pic>
      <p:pic>
        <p:nvPicPr>
          <p:cNvPr id="21" name="Imagen 20">
            <a:extLst>
              <a:ext uri="{FF2B5EF4-FFF2-40B4-BE49-F238E27FC236}">
                <a16:creationId xmlns:a16="http://schemas.microsoft.com/office/drawing/2014/main" id="{C457D3CD-15B3-D080-307E-47E45BF7FDA7}"/>
              </a:ext>
            </a:extLst>
          </p:cNvPr>
          <p:cNvPicPr>
            <a:picLocks noChangeAspect="1"/>
          </p:cNvPicPr>
          <p:nvPr/>
        </p:nvPicPr>
        <p:blipFill>
          <a:blip r:embed="rId4"/>
          <a:stretch>
            <a:fillRect/>
          </a:stretch>
        </p:blipFill>
        <p:spPr>
          <a:xfrm>
            <a:off x="6037938" y="2622700"/>
            <a:ext cx="47017" cy="2"/>
          </a:xfrm>
          <a:prstGeom prst="rect">
            <a:avLst/>
          </a:prstGeom>
        </p:spPr>
      </p:pic>
      <p:pic>
        <p:nvPicPr>
          <p:cNvPr id="22" name="Imagen 21">
            <a:extLst>
              <a:ext uri="{FF2B5EF4-FFF2-40B4-BE49-F238E27FC236}">
                <a16:creationId xmlns:a16="http://schemas.microsoft.com/office/drawing/2014/main" id="{D5FB17B6-0223-660E-C716-9B498A3A7D7A}"/>
              </a:ext>
            </a:extLst>
          </p:cNvPr>
          <p:cNvPicPr>
            <a:picLocks noChangeAspect="1"/>
          </p:cNvPicPr>
          <p:nvPr/>
        </p:nvPicPr>
        <p:blipFill>
          <a:blip r:embed="rId5"/>
          <a:stretch>
            <a:fillRect/>
          </a:stretch>
        </p:blipFill>
        <p:spPr>
          <a:xfrm>
            <a:off x="6037923" y="2622698"/>
            <a:ext cx="47017" cy="5"/>
          </a:xfrm>
          <a:prstGeom prst="rect">
            <a:avLst/>
          </a:prstGeom>
        </p:spPr>
      </p:pic>
      <p:pic>
        <p:nvPicPr>
          <p:cNvPr id="23" name="Imagen 22">
            <a:extLst>
              <a:ext uri="{FF2B5EF4-FFF2-40B4-BE49-F238E27FC236}">
                <a16:creationId xmlns:a16="http://schemas.microsoft.com/office/drawing/2014/main" id="{C4AB9911-28FA-FD53-3CE4-2B61AA312440}"/>
              </a:ext>
            </a:extLst>
          </p:cNvPr>
          <p:cNvPicPr>
            <a:picLocks noChangeAspect="1"/>
          </p:cNvPicPr>
          <p:nvPr/>
        </p:nvPicPr>
        <p:blipFill>
          <a:blip r:embed="rId6"/>
          <a:stretch>
            <a:fillRect/>
          </a:stretch>
        </p:blipFill>
        <p:spPr>
          <a:xfrm>
            <a:off x="6037933" y="2622692"/>
            <a:ext cx="47017" cy="17"/>
          </a:xfrm>
          <a:prstGeom prst="rect">
            <a:avLst/>
          </a:prstGeom>
        </p:spPr>
      </p:pic>
      <p:pic>
        <p:nvPicPr>
          <p:cNvPr id="18" name="Imagen 17">
            <a:extLst>
              <a:ext uri="{FF2B5EF4-FFF2-40B4-BE49-F238E27FC236}">
                <a16:creationId xmlns:a16="http://schemas.microsoft.com/office/drawing/2014/main" id="{2247EEB4-D76C-EECF-4156-CAD58DBDDAD0}"/>
              </a:ext>
            </a:extLst>
          </p:cNvPr>
          <p:cNvPicPr>
            <a:picLocks noChangeAspect="1"/>
          </p:cNvPicPr>
          <p:nvPr/>
        </p:nvPicPr>
        <p:blipFill>
          <a:blip r:embed="rId3"/>
          <a:stretch>
            <a:fillRect/>
          </a:stretch>
        </p:blipFill>
        <p:spPr>
          <a:xfrm>
            <a:off x="4596481" y="2621132"/>
            <a:ext cx="2078" cy="752"/>
          </a:xfrm>
          <a:prstGeom prst="rect">
            <a:avLst/>
          </a:prstGeom>
        </p:spPr>
      </p:pic>
      <p:pic>
        <p:nvPicPr>
          <p:cNvPr id="26" name="Imagen 25">
            <a:extLst>
              <a:ext uri="{FF2B5EF4-FFF2-40B4-BE49-F238E27FC236}">
                <a16:creationId xmlns:a16="http://schemas.microsoft.com/office/drawing/2014/main" id="{76DB03CE-6255-E2E3-775D-D900653F587B}"/>
              </a:ext>
            </a:extLst>
          </p:cNvPr>
          <p:cNvPicPr>
            <a:picLocks noChangeAspect="1"/>
          </p:cNvPicPr>
          <p:nvPr/>
        </p:nvPicPr>
        <p:blipFill>
          <a:blip r:embed="rId4"/>
          <a:stretch>
            <a:fillRect/>
          </a:stretch>
        </p:blipFill>
        <p:spPr>
          <a:xfrm>
            <a:off x="4597516" y="2621507"/>
            <a:ext cx="7" cy="2"/>
          </a:xfrm>
          <a:prstGeom prst="rect">
            <a:avLst/>
          </a:prstGeom>
        </p:spPr>
      </p:pic>
      <p:pic>
        <p:nvPicPr>
          <p:cNvPr id="28" name="Imagen 27">
            <a:extLst>
              <a:ext uri="{FF2B5EF4-FFF2-40B4-BE49-F238E27FC236}">
                <a16:creationId xmlns:a16="http://schemas.microsoft.com/office/drawing/2014/main" id="{2FB1B74F-72A4-93E1-A3BA-5781160614E7}"/>
              </a:ext>
            </a:extLst>
          </p:cNvPr>
          <p:cNvPicPr>
            <a:picLocks noChangeAspect="1"/>
          </p:cNvPicPr>
          <p:nvPr/>
        </p:nvPicPr>
        <p:blipFill>
          <a:blip r:embed="rId5"/>
          <a:stretch>
            <a:fillRect/>
          </a:stretch>
        </p:blipFill>
        <p:spPr>
          <a:xfrm>
            <a:off x="4597502" y="2621505"/>
            <a:ext cx="36" cy="5"/>
          </a:xfrm>
          <a:prstGeom prst="rect">
            <a:avLst/>
          </a:prstGeom>
        </p:spPr>
      </p:pic>
      <p:pic>
        <p:nvPicPr>
          <p:cNvPr id="29" name="Imagen 28">
            <a:extLst>
              <a:ext uri="{FF2B5EF4-FFF2-40B4-BE49-F238E27FC236}">
                <a16:creationId xmlns:a16="http://schemas.microsoft.com/office/drawing/2014/main" id="{AD49FC9F-2358-669A-5F7A-62DC471AD312}"/>
              </a:ext>
            </a:extLst>
          </p:cNvPr>
          <p:cNvPicPr>
            <a:picLocks noChangeAspect="1"/>
          </p:cNvPicPr>
          <p:nvPr/>
        </p:nvPicPr>
        <p:blipFill>
          <a:blip r:embed="rId6"/>
          <a:stretch>
            <a:fillRect/>
          </a:stretch>
        </p:blipFill>
        <p:spPr>
          <a:xfrm>
            <a:off x="4597512" y="2621499"/>
            <a:ext cx="16" cy="17"/>
          </a:xfrm>
          <a:prstGeom prst="rect">
            <a:avLst/>
          </a:prstGeom>
        </p:spPr>
      </p:pic>
      <p:pic>
        <p:nvPicPr>
          <p:cNvPr id="25" name="Imagen 24">
            <a:extLst>
              <a:ext uri="{FF2B5EF4-FFF2-40B4-BE49-F238E27FC236}">
                <a16:creationId xmlns:a16="http://schemas.microsoft.com/office/drawing/2014/main" id="{BF2F4BA8-C63E-AA0A-40CE-DF70009D9E26}"/>
              </a:ext>
            </a:extLst>
          </p:cNvPr>
          <p:cNvPicPr>
            <a:picLocks noChangeAspect="1"/>
          </p:cNvPicPr>
          <p:nvPr/>
        </p:nvPicPr>
        <p:blipFill>
          <a:blip r:embed="rId3"/>
          <a:stretch>
            <a:fillRect/>
          </a:stretch>
        </p:blipFill>
        <p:spPr>
          <a:xfrm>
            <a:off x="4596481" y="2190231"/>
            <a:ext cx="2078" cy="752"/>
          </a:xfrm>
          <a:prstGeom prst="rect">
            <a:avLst/>
          </a:prstGeom>
        </p:spPr>
      </p:pic>
      <p:pic>
        <p:nvPicPr>
          <p:cNvPr id="32" name="Imagen 31">
            <a:extLst>
              <a:ext uri="{FF2B5EF4-FFF2-40B4-BE49-F238E27FC236}">
                <a16:creationId xmlns:a16="http://schemas.microsoft.com/office/drawing/2014/main" id="{1476900E-4CD0-1E70-FF52-57D36747E655}"/>
              </a:ext>
            </a:extLst>
          </p:cNvPr>
          <p:cNvPicPr>
            <a:picLocks noChangeAspect="1"/>
          </p:cNvPicPr>
          <p:nvPr/>
        </p:nvPicPr>
        <p:blipFill>
          <a:blip r:embed="rId4"/>
          <a:stretch>
            <a:fillRect/>
          </a:stretch>
        </p:blipFill>
        <p:spPr>
          <a:xfrm>
            <a:off x="4597516" y="2190606"/>
            <a:ext cx="7" cy="2"/>
          </a:xfrm>
          <a:prstGeom prst="rect">
            <a:avLst/>
          </a:prstGeom>
        </p:spPr>
      </p:pic>
      <p:pic>
        <p:nvPicPr>
          <p:cNvPr id="33" name="Imagen 32">
            <a:extLst>
              <a:ext uri="{FF2B5EF4-FFF2-40B4-BE49-F238E27FC236}">
                <a16:creationId xmlns:a16="http://schemas.microsoft.com/office/drawing/2014/main" id="{07D714B8-FE12-B8A6-3D90-471E73DDAA3C}"/>
              </a:ext>
            </a:extLst>
          </p:cNvPr>
          <p:cNvPicPr>
            <a:picLocks noChangeAspect="1"/>
          </p:cNvPicPr>
          <p:nvPr/>
        </p:nvPicPr>
        <p:blipFill>
          <a:blip r:embed="rId5"/>
          <a:stretch>
            <a:fillRect/>
          </a:stretch>
        </p:blipFill>
        <p:spPr>
          <a:xfrm>
            <a:off x="4597502" y="2190604"/>
            <a:ext cx="36" cy="5"/>
          </a:xfrm>
          <a:prstGeom prst="rect">
            <a:avLst/>
          </a:prstGeom>
        </p:spPr>
      </p:pic>
      <p:pic>
        <p:nvPicPr>
          <p:cNvPr id="34" name="Imagen 33">
            <a:extLst>
              <a:ext uri="{FF2B5EF4-FFF2-40B4-BE49-F238E27FC236}">
                <a16:creationId xmlns:a16="http://schemas.microsoft.com/office/drawing/2014/main" id="{BB933659-CBD6-FE89-4BB1-E775C4252BFC}"/>
              </a:ext>
            </a:extLst>
          </p:cNvPr>
          <p:cNvPicPr>
            <a:picLocks noChangeAspect="1"/>
          </p:cNvPicPr>
          <p:nvPr/>
        </p:nvPicPr>
        <p:blipFill>
          <a:blip r:embed="rId6"/>
          <a:stretch>
            <a:fillRect/>
          </a:stretch>
        </p:blipFill>
        <p:spPr>
          <a:xfrm>
            <a:off x="4597512" y="2190598"/>
            <a:ext cx="16" cy="17"/>
          </a:xfrm>
          <a:prstGeom prst="rect">
            <a:avLst/>
          </a:prstGeom>
        </p:spPr>
      </p:pic>
      <p:pic>
        <p:nvPicPr>
          <p:cNvPr id="30" name="Imagen 29">
            <a:extLst>
              <a:ext uri="{FF2B5EF4-FFF2-40B4-BE49-F238E27FC236}">
                <a16:creationId xmlns:a16="http://schemas.microsoft.com/office/drawing/2014/main" id="{497A491B-6F85-1B7F-8299-C9B4EF571A68}"/>
              </a:ext>
            </a:extLst>
          </p:cNvPr>
          <p:cNvPicPr>
            <a:picLocks noChangeAspect="1"/>
          </p:cNvPicPr>
          <p:nvPr/>
        </p:nvPicPr>
        <p:blipFill>
          <a:blip r:embed="rId3"/>
          <a:stretch>
            <a:fillRect/>
          </a:stretch>
        </p:blipFill>
        <p:spPr>
          <a:xfrm>
            <a:off x="5216066" y="2535671"/>
            <a:ext cx="2078" cy="752"/>
          </a:xfrm>
          <a:prstGeom prst="rect">
            <a:avLst/>
          </a:prstGeom>
        </p:spPr>
      </p:pic>
      <p:pic>
        <p:nvPicPr>
          <p:cNvPr id="31" name="Imagen 30">
            <a:extLst>
              <a:ext uri="{FF2B5EF4-FFF2-40B4-BE49-F238E27FC236}">
                <a16:creationId xmlns:a16="http://schemas.microsoft.com/office/drawing/2014/main" id="{BA15F114-C4A9-BB49-7A1F-02A0BD5623D0}"/>
              </a:ext>
            </a:extLst>
          </p:cNvPr>
          <p:cNvPicPr>
            <a:picLocks noChangeAspect="1"/>
          </p:cNvPicPr>
          <p:nvPr/>
        </p:nvPicPr>
        <p:blipFill>
          <a:blip r:embed="rId4"/>
          <a:stretch>
            <a:fillRect/>
          </a:stretch>
        </p:blipFill>
        <p:spPr>
          <a:xfrm>
            <a:off x="5217101" y="2536046"/>
            <a:ext cx="7" cy="2"/>
          </a:xfrm>
          <a:prstGeom prst="rect">
            <a:avLst/>
          </a:prstGeom>
        </p:spPr>
      </p:pic>
      <p:pic>
        <p:nvPicPr>
          <p:cNvPr id="37" name="Imagen 36">
            <a:extLst>
              <a:ext uri="{FF2B5EF4-FFF2-40B4-BE49-F238E27FC236}">
                <a16:creationId xmlns:a16="http://schemas.microsoft.com/office/drawing/2014/main" id="{57621B62-CCCB-2A7D-EA8C-2B3B15E9547C}"/>
              </a:ext>
            </a:extLst>
          </p:cNvPr>
          <p:cNvPicPr>
            <a:picLocks noChangeAspect="1"/>
          </p:cNvPicPr>
          <p:nvPr/>
        </p:nvPicPr>
        <p:blipFill>
          <a:blip r:embed="rId5"/>
          <a:stretch>
            <a:fillRect/>
          </a:stretch>
        </p:blipFill>
        <p:spPr>
          <a:xfrm>
            <a:off x="5217087" y="2536044"/>
            <a:ext cx="36" cy="5"/>
          </a:xfrm>
          <a:prstGeom prst="rect">
            <a:avLst/>
          </a:prstGeom>
        </p:spPr>
      </p:pic>
      <p:pic>
        <p:nvPicPr>
          <p:cNvPr id="38" name="Imagen 37">
            <a:extLst>
              <a:ext uri="{FF2B5EF4-FFF2-40B4-BE49-F238E27FC236}">
                <a16:creationId xmlns:a16="http://schemas.microsoft.com/office/drawing/2014/main" id="{87B589F7-DFA6-EDA3-8F7D-42FED36E0B7B}"/>
              </a:ext>
            </a:extLst>
          </p:cNvPr>
          <p:cNvPicPr>
            <a:picLocks noChangeAspect="1"/>
          </p:cNvPicPr>
          <p:nvPr/>
        </p:nvPicPr>
        <p:blipFill>
          <a:blip r:embed="rId6"/>
          <a:stretch>
            <a:fillRect/>
          </a:stretch>
        </p:blipFill>
        <p:spPr>
          <a:xfrm>
            <a:off x="5217097" y="2536038"/>
            <a:ext cx="16" cy="17"/>
          </a:xfrm>
          <a:prstGeom prst="rect">
            <a:avLst/>
          </a:prstGeom>
        </p:spPr>
      </p:pic>
      <p:pic>
        <p:nvPicPr>
          <p:cNvPr id="35" name="Imagen 34">
            <a:extLst>
              <a:ext uri="{FF2B5EF4-FFF2-40B4-BE49-F238E27FC236}">
                <a16:creationId xmlns:a16="http://schemas.microsoft.com/office/drawing/2014/main" id="{983397C5-15AA-51CC-D7C8-F7F5B4FB7A83}"/>
              </a:ext>
            </a:extLst>
          </p:cNvPr>
          <p:cNvPicPr>
            <a:picLocks noChangeAspect="1"/>
          </p:cNvPicPr>
          <p:nvPr/>
        </p:nvPicPr>
        <p:blipFill>
          <a:blip r:embed="rId3"/>
          <a:stretch>
            <a:fillRect/>
          </a:stretch>
        </p:blipFill>
        <p:spPr>
          <a:xfrm>
            <a:off x="5959249" y="2600345"/>
            <a:ext cx="45719" cy="752"/>
          </a:xfrm>
          <a:prstGeom prst="rect">
            <a:avLst/>
          </a:prstGeom>
        </p:spPr>
      </p:pic>
      <p:pic>
        <p:nvPicPr>
          <p:cNvPr id="36" name="Imagen 35">
            <a:extLst>
              <a:ext uri="{FF2B5EF4-FFF2-40B4-BE49-F238E27FC236}">
                <a16:creationId xmlns:a16="http://schemas.microsoft.com/office/drawing/2014/main" id="{A0647762-C659-E6EB-672E-AF19DDB914AC}"/>
              </a:ext>
            </a:extLst>
          </p:cNvPr>
          <p:cNvPicPr>
            <a:picLocks noChangeAspect="1"/>
          </p:cNvPicPr>
          <p:nvPr/>
        </p:nvPicPr>
        <p:blipFill>
          <a:blip r:embed="rId4"/>
          <a:stretch>
            <a:fillRect/>
          </a:stretch>
        </p:blipFill>
        <p:spPr>
          <a:xfrm>
            <a:off x="5960285" y="2600720"/>
            <a:ext cx="45719" cy="2"/>
          </a:xfrm>
          <a:prstGeom prst="rect">
            <a:avLst/>
          </a:prstGeom>
        </p:spPr>
      </p:pic>
      <p:pic>
        <p:nvPicPr>
          <p:cNvPr id="41" name="Imagen 40">
            <a:extLst>
              <a:ext uri="{FF2B5EF4-FFF2-40B4-BE49-F238E27FC236}">
                <a16:creationId xmlns:a16="http://schemas.microsoft.com/office/drawing/2014/main" id="{C4B3AC21-4D9D-64A0-4092-3BDDC71E06A4}"/>
              </a:ext>
            </a:extLst>
          </p:cNvPr>
          <p:cNvPicPr>
            <a:picLocks noChangeAspect="1"/>
          </p:cNvPicPr>
          <p:nvPr/>
        </p:nvPicPr>
        <p:blipFill>
          <a:blip r:embed="rId5"/>
          <a:stretch>
            <a:fillRect/>
          </a:stretch>
        </p:blipFill>
        <p:spPr>
          <a:xfrm>
            <a:off x="5960270" y="2600718"/>
            <a:ext cx="45719" cy="5"/>
          </a:xfrm>
          <a:prstGeom prst="rect">
            <a:avLst/>
          </a:prstGeom>
        </p:spPr>
      </p:pic>
      <p:pic>
        <p:nvPicPr>
          <p:cNvPr id="42" name="Imagen 41">
            <a:extLst>
              <a:ext uri="{FF2B5EF4-FFF2-40B4-BE49-F238E27FC236}">
                <a16:creationId xmlns:a16="http://schemas.microsoft.com/office/drawing/2014/main" id="{41BCEE43-4691-EA75-83DC-24275E62889D}"/>
              </a:ext>
            </a:extLst>
          </p:cNvPr>
          <p:cNvPicPr>
            <a:picLocks noChangeAspect="1"/>
          </p:cNvPicPr>
          <p:nvPr/>
        </p:nvPicPr>
        <p:blipFill>
          <a:blip r:embed="rId6"/>
          <a:stretch>
            <a:fillRect/>
          </a:stretch>
        </p:blipFill>
        <p:spPr>
          <a:xfrm>
            <a:off x="5960280" y="2600712"/>
            <a:ext cx="45719" cy="17"/>
          </a:xfrm>
          <a:prstGeom prst="rect">
            <a:avLst/>
          </a:prstGeom>
        </p:spPr>
      </p:pic>
      <p:sp>
        <p:nvSpPr>
          <p:cNvPr id="43" name="CuadroTexto 42">
            <a:extLst>
              <a:ext uri="{FF2B5EF4-FFF2-40B4-BE49-F238E27FC236}">
                <a16:creationId xmlns:a16="http://schemas.microsoft.com/office/drawing/2014/main" id="{5AC71E94-C132-050B-639D-C1585D6CD0BB}"/>
              </a:ext>
            </a:extLst>
          </p:cNvPr>
          <p:cNvSpPr txBox="1"/>
          <p:nvPr/>
        </p:nvSpPr>
        <p:spPr>
          <a:xfrm>
            <a:off x="372049" y="678924"/>
            <a:ext cx="8399902" cy="3785652"/>
          </a:xfrm>
          <a:prstGeom prst="rect">
            <a:avLst/>
          </a:prstGeom>
          <a:noFill/>
        </p:spPr>
        <p:txBody>
          <a:bodyPr wrap="square">
            <a:spAutoFit/>
          </a:bodyPr>
          <a:lstStyle/>
          <a:p>
            <a:pPr algn="just"/>
            <a:r>
              <a:rPr lang="es-ES" sz="2000" dirty="0">
                <a:latin typeface="+mj-lt"/>
              </a:rPr>
              <a:t>In </a:t>
            </a:r>
            <a:r>
              <a:rPr lang="es-ES" sz="2000" dirty="0" err="1">
                <a:latin typeface="+mj-lt"/>
              </a:rPr>
              <a:t>an</a:t>
            </a:r>
            <a:r>
              <a:rPr lang="es-ES" sz="2000" dirty="0">
                <a:latin typeface="+mj-lt"/>
              </a:rPr>
              <a:t> RNN </a:t>
            </a:r>
            <a:r>
              <a:rPr lang="es-ES" sz="2000" dirty="0" err="1">
                <a:latin typeface="+mj-lt"/>
              </a:rPr>
              <a:t>cell</a:t>
            </a:r>
            <a:r>
              <a:rPr lang="es-ES" sz="2000" dirty="0">
                <a:latin typeface="+mj-lt"/>
              </a:rPr>
              <a:t>, </a:t>
            </a:r>
            <a:r>
              <a:rPr lang="es-ES" sz="2000" dirty="0" err="1">
                <a:latin typeface="+mj-lt"/>
              </a:rPr>
              <a:t>we</a:t>
            </a:r>
            <a:r>
              <a:rPr lang="es-ES" sz="2000" dirty="0">
                <a:latin typeface="+mj-lt"/>
              </a:rPr>
              <a:t> </a:t>
            </a:r>
            <a:r>
              <a:rPr lang="es-ES" sz="2000" dirty="0" err="1">
                <a:latin typeface="+mj-lt"/>
              </a:rPr>
              <a:t>used</a:t>
            </a:r>
            <a:r>
              <a:rPr lang="es-ES" sz="2000" dirty="0">
                <a:latin typeface="+mj-lt"/>
              </a:rPr>
              <a:t> </a:t>
            </a:r>
            <a:r>
              <a:rPr lang="es-ES" sz="2000" dirty="0" err="1">
                <a:latin typeface="+mj-lt"/>
              </a:rPr>
              <a:t>the</a:t>
            </a:r>
            <a:r>
              <a:rPr lang="es-ES" sz="2000" dirty="0">
                <a:latin typeface="+mj-lt"/>
              </a:rPr>
              <a:t> </a:t>
            </a:r>
            <a:r>
              <a:rPr lang="es-ES" sz="2000" dirty="0" err="1">
                <a:latin typeface="+mj-lt"/>
              </a:rPr>
              <a:t>hidden</a:t>
            </a:r>
            <a:r>
              <a:rPr lang="es-ES" sz="2000" dirty="0">
                <a:latin typeface="+mj-lt"/>
              </a:rPr>
              <a:t> </a:t>
            </a:r>
            <a:r>
              <a:rPr lang="es-ES" sz="2000" dirty="0" err="1">
                <a:latin typeface="+mj-lt"/>
              </a:rPr>
              <a:t>state</a:t>
            </a:r>
            <a:r>
              <a:rPr lang="es-ES" sz="2000" dirty="0">
                <a:latin typeface="+mj-lt"/>
              </a:rPr>
              <a:t>, , </a:t>
            </a:r>
            <a:r>
              <a:rPr lang="es-ES" sz="2000" dirty="0" err="1">
                <a:latin typeface="+mj-lt"/>
              </a:rPr>
              <a:t>for</a:t>
            </a:r>
            <a:r>
              <a:rPr lang="es-ES" sz="2000" dirty="0">
                <a:latin typeface="+mj-lt"/>
              </a:rPr>
              <a:t> </a:t>
            </a:r>
            <a:r>
              <a:rPr lang="es-ES" sz="2000" dirty="0" err="1">
                <a:latin typeface="+mj-lt"/>
              </a:rPr>
              <a:t>two</a:t>
            </a:r>
            <a:r>
              <a:rPr lang="es-ES" sz="2000" dirty="0">
                <a:latin typeface="+mj-lt"/>
              </a:rPr>
              <a:t> </a:t>
            </a:r>
            <a:r>
              <a:rPr lang="es-ES" sz="2000" dirty="0" err="1">
                <a:latin typeface="+mj-lt"/>
              </a:rPr>
              <a:t>purposes</a:t>
            </a:r>
            <a:r>
              <a:rPr lang="es-ES" sz="2000" dirty="0">
                <a:latin typeface="+mj-lt"/>
              </a:rPr>
              <a:t>: </a:t>
            </a:r>
            <a:r>
              <a:rPr lang="es-ES" sz="2000" dirty="0" err="1">
                <a:latin typeface="+mj-lt"/>
              </a:rPr>
              <a:t>one</a:t>
            </a:r>
            <a:r>
              <a:rPr lang="es-ES" sz="2000" dirty="0">
                <a:latin typeface="+mj-lt"/>
              </a:rPr>
              <a:t> </a:t>
            </a:r>
            <a:r>
              <a:rPr lang="es-ES" sz="2000" dirty="0" err="1">
                <a:latin typeface="+mj-lt"/>
              </a:rPr>
              <a:t>for</a:t>
            </a:r>
            <a:r>
              <a:rPr lang="es-ES" sz="2000" dirty="0">
                <a:latin typeface="+mj-lt"/>
              </a:rPr>
              <a:t> </a:t>
            </a:r>
            <a:r>
              <a:rPr lang="es-ES" sz="2000" dirty="0" err="1">
                <a:latin typeface="+mj-lt"/>
              </a:rPr>
              <a:t>storing</a:t>
            </a:r>
            <a:r>
              <a:rPr lang="es-ES" sz="2000" dirty="0">
                <a:latin typeface="+mj-lt"/>
              </a:rPr>
              <a:t> </a:t>
            </a:r>
            <a:r>
              <a:rPr lang="es-ES" sz="2000" dirty="0" err="1">
                <a:latin typeface="+mj-lt"/>
              </a:rPr>
              <a:t>the</a:t>
            </a:r>
            <a:r>
              <a:rPr lang="es-ES" sz="2000" dirty="0">
                <a:latin typeface="+mj-lt"/>
              </a:rPr>
              <a:t> </a:t>
            </a:r>
            <a:r>
              <a:rPr lang="es-ES" sz="2000" dirty="0" err="1">
                <a:latin typeface="+mj-lt"/>
              </a:rPr>
              <a:t>information</a:t>
            </a:r>
            <a:r>
              <a:rPr lang="es-ES" sz="2000" dirty="0">
                <a:latin typeface="+mj-lt"/>
              </a:rPr>
              <a:t> and </a:t>
            </a:r>
            <a:r>
              <a:rPr lang="es-ES" sz="2000" dirty="0" err="1">
                <a:latin typeface="+mj-lt"/>
              </a:rPr>
              <a:t>the</a:t>
            </a:r>
            <a:r>
              <a:rPr lang="es-ES" sz="2000" dirty="0">
                <a:latin typeface="+mj-lt"/>
              </a:rPr>
              <a:t> </a:t>
            </a:r>
            <a:r>
              <a:rPr lang="es-ES" sz="2000" dirty="0" err="1">
                <a:latin typeface="+mj-lt"/>
              </a:rPr>
              <a:t>other</a:t>
            </a:r>
            <a:r>
              <a:rPr lang="es-ES" sz="2000" dirty="0">
                <a:latin typeface="+mj-lt"/>
              </a:rPr>
              <a:t> </a:t>
            </a:r>
            <a:r>
              <a:rPr lang="es-ES" sz="2000" dirty="0" err="1">
                <a:latin typeface="+mj-lt"/>
              </a:rPr>
              <a:t>for</a:t>
            </a:r>
            <a:r>
              <a:rPr lang="es-ES" sz="2000" dirty="0">
                <a:latin typeface="+mj-lt"/>
              </a:rPr>
              <a:t> </a:t>
            </a:r>
            <a:r>
              <a:rPr lang="es-ES" sz="2000" dirty="0" err="1">
                <a:latin typeface="+mj-lt"/>
              </a:rPr>
              <a:t>making</a:t>
            </a:r>
            <a:r>
              <a:rPr lang="es-ES" sz="2000" dirty="0">
                <a:latin typeface="+mj-lt"/>
              </a:rPr>
              <a:t> </a:t>
            </a:r>
            <a:r>
              <a:rPr lang="es-ES" sz="2000" dirty="0" err="1">
                <a:latin typeface="+mj-lt"/>
              </a:rPr>
              <a:t>predictions</a:t>
            </a:r>
            <a:r>
              <a:rPr lang="es-ES" sz="2000" dirty="0">
                <a:latin typeface="+mj-lt"/>
              </a:rPr>
              <a:t>. </a:t>
            </a:r>
            <a:r>
              <a:rPr lang="es-ES" sz="2000" dirty="0" err="1">
                <a:latin typeface="+mj-lt"/>
              </a:rPr>
              <a:t>Unlike</a:t>
            </a:r>
            <a:r>
              <a:rPr lang="es-ES" sz="2000" dirty="0">
                <a:latin typeface="+mj-lt"/>
              </a:rPr>
              <a:t> RNN, in </a:t>
            </a:r>
            <a:r>
              <a:rPr lang="es-ES" sz="2000" dirty="0" err="1">
                <a:latin typeface="+mj-lt"/>
              </a:rPr>
              <a:t>the</a:t>
            </a:r>
            <a:r>
              <a:rPr lang="es-ES" sz="2000" dirty="0">
                <a:latin typeface="+mj-lt"/>
              </a:rPr>
              <a:t> LSTM </a:t>
            </a:r>
            <a:r>
              <a:rPr lang="es-ES" sz="2000" dirty="0" err="1">
                <a:latin typeface="+mj-lt"/>
              </a:rPr>
              <a:t>cell</a:t>
            </a:r>
            <a:r>
              <a:rPr lang="es-ES" sz="2000" dirty="0">
                <a:latin typeface="+mj-lt"/>
              </a:rPr>
              <a:t> </a:t>
            </a:r>
            <a:r>
              <a:rPr lang="es-ES" sz="2000" dirty="0" err="1">
                <a:latin typeface="+mj-lt"/>
              </a:rPr>
              <a:t>we</a:t>
            </a:r>
            <a:r>
              <a:rPr lang="es-ES" sz="2000" dirty="0">
                <a:latin typeface="+mj-lt"/>
              </a:rPr>
              <a:t> break </a:t>
            </a:r>
            <a:r>
              <a:rPr lang="es-ES" sz="2000" dirty="0" err="1">
                <a:latin typeface="+mj-lt"/>
              </a:rPr>
              <a:t>the</a:t>
            </a:r>
            <a:r>
              <a:rPr lang="es-ES" sz="2000" dirty="0">
                <a:latin typeface="+mj-lt"/>
              </a:rPr>
              <a:t> </a:t>
            </a:r>
            <a:r>
              <a:rPr lang="es-ES" sz="2000" dirty="0" err="1">
                <a:latin typeface="+mj-lt"/>
              </a:rPr>
              <a:t>hidden</a:t>
            </a:r>
            <a:r>
              <a:rPr lang="es-ES" sz="2000" dirty="0">
                <a:latin typeface="+mj-lt"/>
              </a:rPr>
              <a:t> </a:t>
            </a:r>
            <a:r>
              <a:rPr lang="es-ES" sz="2000" dirty="0" err="1">
                <a:latin typeface="+mj-lt"/>
              </a:rPr>
              <a:t>states</a:t>
            </a:r>
            <a:r>
              <a:rPr lang="es-ES" sz="2000" dirty="0">
                <a:latin typeface="+mj-lt"/>
              </a:rPr>
              <a:t> </a:t>
            </a:r>
            <a:r>
              <a:rPr lang="es-ES" sz="2000" dirty="0" err="1">
                <a:latin typeface="+mj-lt"/>
              </a:rPr>
              <a:t>into</a:t>
            </a:r>
            <a:r>
              <a:rPr lang="es-ES" sz="2000" dirty="0">
                <a:latin typeface="+mj-lt"/>
              </a:rPr>
              <a:t> </a:t>
            </a:r>
            <a:r>
              <a:rPr lang="es-ES" sz="2000" dirty="0" err="1">
                <a:latin typeface="+mj-lt"/>
              </a:rPr>
              <a:t>two</a:t>
            </a:r>
            <a:r>
              <a:rPr lang="es-ES" sz="2000" dirty="0">
                <a:latin typeface="+mj-lt"/>
              </a:rPr>
              <a:t> </a:t>
            </a:r>
            <a:r>
              <a:rPr lang="es-ES" sz="2000" dirty="0" err="1">
                <a:latin typeface="+mj-lt"/>
              </a:rPr>
              <a:t>states</a:t>
            </a:r>
            <a:r>
              <a:rPr lang="es-ES" sz="2000" dirty="0">
                <a:latin typeface="+mj-lt"/>
              </a:rPr>
              <a:t>, </a:t>
            </a:r>
            <a:r>
              <a:rPr lang="es-ES" sz="2000" dirty="0" err="1">
                <a:latin typeface="+mj-lt"/>
              </a:rPr>
              <a:t>called</a:t>
            </a:r>
            <a:r>
              <a:rPr lang="es-ES" sz="2000" dirty="0">
                <a:latin typeface="+mj-lt"/>
              </a:rPr>
              <a:t> </a:t>
            </a:r>
            <a:r>
              <a:rPr lang="es-ES" sz="2000" dirty="0" err="1">
                <a:latin typeface="+mj-lt"/>
              </a:rPr>
              <a:t>the</a:t>
            </a:r>
            <a:r>
              <a:rPr lang="es-ES" sz="2000" dirty="0">
                <a:latin typeface="+mj-lt"/>
              </a:rPr>
              <a:t> </a:t>
            </a:r>
            <a:r>
              <a:rPr lang="es-ES" sz="2000" dirty="0" err="1">
                <a:latin typeface="+mj-lt"/>
              </a:rPr>
              <a:t>cell</a:t>
            </a:r>
            <a:r>
              <a:rPr lang="es-ES" sz="2000" dirty="0">
                <a:latin typeface="+mj-lt"/>
              </a:rPr>
              <a:t> </a:t>
            </a:r>
            <a:r>
              <a:rPr lang="es-ES" sz="2000" dirty="0" err="1">
                <a:latin typeface="+mj-lt"/>
              </a:rPr>
              <a:t>state</a:t>
            </a:r>
            <a:r>
              <a:rPr lang="es-ES" sz="2000" dirty="0">
                <a:latin typeface="+mj-lt"/>
              </a:rPr>
              <a:t> and </a:t>
            </a:r>
            <a:r>
              <a:rPr lang="es-ES" sz="2000" dirty="0" err="1">
                <a:latin typeface="+mj-lt"/>
              </a:rPr>
              <a:t>the</a:t>
            </a:r>
            <a:r>
              <a:rPr lang="es-ES" sz="2000" dirty="0">
                <a:latin typeface="+mj-lt"/>
              </a:rPr>
              <a:t> </a:t>
            </a:r>
            <a:r>
              <a:rPr lang="es-ES" sz="2000" dirty="0" err="1">
                <a:latin typeface="+mj-lt"/>
              </a:rPr>
              <a:t>hidden</a:t>
            </a:r>
            <a:r>
              <a:rPr lang="es-ES" sz="2000" dirty="0">
                <a:latin typeface="+mj-lt"/>
              </a:rPr>
              <a:t> </a:t>
            </a:r>
            <a:r>
              <a:rPr lang="es-ES" sz="2000" dirty="0" err="1">
                <a:latin typeface="+mj-lt"/>
              </a:rPr>
              <a:t>state</a:t>
            </a:r>
            <a:r>
              <a:rPr lang="es-ES" sz="2000" dirty="0">
                <a:latin typeface="+mj-lt"/>
              </a:rPr>
              <a:t>:</a:t>
            </a:r>
          </a:p>
          <a:p>
            <a:pPr algn="just"/>
            <a:endParaRPr lang="es-ES" sz="2000" dirty="0">
              <a:latin typeface="+mj-lt"/>
            </a:endParaRPr>
          </a:p>
          <a:p>
            <a:pPr algn="just"/>
            <a:r>
              <a:rPr lang="es-ES" sz="2000" dirty="0">
                <a:latin typeface="+mj-lt"/>
              </a:rPr>
              <a:t>-</a:t>
            </a:r>
            <a:r>
              <a:rPr lang="es-ES" sz="2000" dirty="0" err="1">
                <a:latin typeface="+mj-lt"/>
              </a:rPr>
              <a:t>The</a:t>
            </a:r>
            <a:r>
              <a:rPr lang="es-ES" sz="2000" dirty="0">
                <a:latin typeface="+mj-lt"/>
              </a:rPr>
              <a:t> </a:t>
            </a:r>
            <a:r>
              <a:rPr lang="es-ES" sz="2000" b="1" dirty="0" err="1">
                <a:latin typeface="+mj-lt"/>
              </a:rPr>
              <a:t>cell</a:t>
            </a:r>
            <a:r>
              <a:rPr lang="es-ES" sz="2000" b="1" dirty="0">
                <a:latin typeface="+mj-lt"/>
              </a:rPr>
              <a:t> </a:t>
            </a:r>
            <a:r>
              <a:rPr lang="es-ES" sz="2000" b="1" dirty="0" err="1">
                <a:latin typeface="+mj-lt"/>
              </a:rPr>
              <a:t>state</a:t>
            </a:r>
            <a:r>
              <a:rPr lang="es-ES" sz="2000" b="1" dirty="0">
                <a:latin typeface="+mj-lt"/>
              </a:rPr>
              <a:t> </a:t>
            </a:r>
            <a:r>
              <a:rPr lang="es-ES" sz="2000" dirty="0" err="1">
                <a:latin typeface="+mj-lt"/>
              </a:rPr>
              <a:t>is</a:t>
            </a:r>
            <a:r>
              <a:rPr lang="es-ES" sz="2000" dirty="0">
                <a:latin typeface="+mj-lt"/>
              </a:rPr>
              <a:t> </a:t>
            </a:r>
            <a:r>
              <a:rPr lang="es-ES" sz="2000" dirty="0" err="1">
                <a:latin typeface="+mj-lt"/>
              </a:rPr>
              <a:t>also</a:t>
            </a:r>
            <a:r>
              <a:rPr lang="es-ES" sz="2000" dirty="0">
                <a:latin typeface="+mj-lt"/>
              </a:rPr>
              <a:t> </a:t>
            </a:r>
            <a:r>
              <a:rPr lang="es-ES" sz="2000" dirty="0" err="1">
                <a:latin typeface="+mj-lt"/>
              </a:rPr>
              <a:t>called</a:t>
            </a:r>
            <a:r>
              <a:rPr lang="es-ES" sz="2000" dirty="0">
                <a:latin typeface="+mj-lt"/>
              </a:rPr>
              <a:t> </a:t>
            </a:r>
            <a:r>
              <a:rPr lang="es-ES" sz="2000" dirty="0" err="1">
                <a:latin typeface="+mj-lt"/>
              </a:rPr>
              <a:t>internal</a:t>
            </a:r>
            <a:r>
              <a:rPr lang="es-ES" sz="2000" dirty="0">
                <a:latin typeface="+mj-lt"/>
              </a:rPr>
              <a:t> </a:t>
            </a:r>
            <a:r>
              <a:rPr lang="es-ES" sz="2000" dirty="0" err="1">
                <a:latin typeface="+mj-lt"/>
              </a:rPr>
              <a:t>memory</a:t>
            </a:r>
            <a:r>
              <a:rPr lang="es-ES" sz="2000" dirty="0">
                <a:latin typeface="+mj-lt"/>
              </a:rPr>
              <a:t> and </a:t>
            </a:r>
            <a:r>
              <a:rPr lang="es-ES" sz="2000" dirty="0" err="1">
                <a:latin typeface="+mj-lt"/>
              </a:rPr>
              <a:t>is</a:t>
            </a:r>
            <a:r>
              <a:rPr lang="es-ES" sz="2000" dirty="0">
                <a:latin typeface="+mj-lt"/>
              </a:rPr>
              <a:t> </a:t>
            </a:r>
            <a:r>
              <a:rPr lang="es-ES" sz="2000" dirty="0" err="1">
                <a:latin typeface="+mj-lt"/>
              </a:rPr>
              <a:t>where</a:t>
            </a:r>
            <a:r>
              <a:rPr lang="es-ES" sz="2000" dirty="0">
                <a:latin typeface="+mj-lt"/>
              </a:rPr>
              <a:t> </a:t>
            </a:r>
            <a:r>
              <a:rPr lang="es-ES" sz="2000" dirty="0" err="1">
                <a:latin typeface="+mj-lt"/>
              </a:rPr>
              <a:t>all</a:t>
            </a:r>
            <a:r>
              <a:rPr lang="es-ES" sz="2000" dirty="0">
                <a:latin typeface="+mj-lt"/>
              </a:rPr>
              <a:t> </a:t>
            </a:r>
            <a:r>
              <a:rPr lang="es-ES" sz="2000" dirty="0" err="1">
                <a:latin typeface="+mj-lt"/>
              </a:rPr>
              <a:t>the</a:t>
            </a:r>
            <a:r>
              <a:rPr lang="es-ES" sz="2000" dirty="0">
                <a:latin typeface="+mj-lt"/>
              </a:rPr>
              <a:t> </a:t>
            </a:r>
            <a:r>
              <a:rPr lang="es-ES" sz="2000" dirty="0" err="1">
                <a:latin typeface="+mj-lt"/>
              </a:rPr>
              <a:t>information</a:t>
            </a:r>
            <a:r>
              <a:rPr lang="es-ES" sz="2000" dirty="0">
                <a:latin typeface="+mj-lt"/>
              </a:rPr>
              <a:t> </a:t>
            </a:r>
            <a:r>
              <a:rPr lang="es-ES" sz="2000" dirty="0" err="1">
                <a:latin typeface="+mj-lt"/>
              </a:rPr>
              <a:t>will</a:t>
            </a:r>
            <a:endParaRPr lang="es-ES" sz="2000" dirty="0">
              <a:latin typeface="+mj-lt"/>
            </a:endParaRPr>
          </a:p>
          <a:p>
            <a:pPr algn="just"/>
            <a:r>
              <a:rPr lang="es-ES" sz="2000" dirty="0">
                <a:latin typeface="+mj-lt"/>
              </a:rPr>
              <a:t>be </a:t>
            </a:r>
            <a:r>
              <a:rPr lang="es-ES" sz="2000" dirty="0" err="1">
                <a:latin typeface="+mj-lt"/>
              </a:rPr>
              <a:t>stored</a:t>
            </a:r>
            <a:endParaRPr lang="es-ES" sz="2000" dirty="0">
              <a:latin typeface="+mj-lt"/>
            </a:endParaRPr>
          </a:p>
          <a:p>
            <a:pPr algn="just"/>
            <a:endParaRPr lang="es-ES" sz="2000" dirty="0">
              <a:latin typeface="+mj-lt"/>
            </a:endParaRPr>
          </a:p>
          <a:p>
            <a:pPr algn="just"/>
            <a:r>
              <a:rPr lang="es-ES" sz="2000" dirty="0">
                <a:latin typeface="+mj-lt"/>
              </a:rPr>
              <a:t>-</a:t>
            </a:r>
            <a:r>
              <a:rPr lang="es-ES" sz="2000" dirty="0" err="1">
                <a:latin typeface="+mj-lt"/>
              </a:rPr>
              <a:t>The</a:t>
            </a:r>
            <a:r>
              <a:rPr lang="es-ES" sz="2000" dirty="0">
                <a:latin typeface="+mj-lt"/>
              </a:rPr>
              <a:t> </a:t>
            </a:r>
            <a:r>
              <a:rPr lang="es-ES" sz="2000" b="1" dirty="0" err="1">
                <a:latin typeface="+mj-lt"/>
              </a:rPr>
              <a:t>hidden</a:t>
            </a:r>
            <a:r>
              <a:rPr lang="es-ES" sz="2000" b="1" dirty="0">
                <a:latin typeface="+mj-lt"/>
              </a:rPr>
              <a:t> </a:t>
            </a:r>
            <a:r>
              <a:rPr lang="es-ES" sz="2000" b="1" dirty="0" err="1">
                <a:latin typeface="+mj-lt"/>
              </a:rPr>
              <a:t>state</a:t>
            </a:r>
            <a:r>
              <a:rPr lang="es-ES" sz="2000" b="1" dirty="0">
                <a:latin typeface="+mj-lt"/>
              </a:rPr>
              <a:t> </a:t>
            </a:r>
            <a:r>
              <a:rPr lang="es-ES" sz="2000" dirty="0" err="1">
                <a:latin typeface="+mj-lt"/>
              </a:rPr>
              <a:t>is</a:t>
            </a:r>
            <a:r>
              <a:rPr lang="es-ES" sz="2000" dirty="0">
                <a:latin typeface="+mj-lt"/>
              </a:rPr>
              <a:t> </a:t>
            </a:r>
            <a:r>
              <a:rPr lang="es-ES" sz="2000" dirty="0" err="1">
                <a:latin typeface="+mj-lt"/>
              </a:rPr>
              <a:t>used</a:t>
            </a:r>
            <a:r>
              <a:rPr lang="es-ES" sz="2000" dirty="0">
                <a:latin typeface="+mj-lt"/>
              </a:rPr>
              <a:t> </a:t>
            </a:r>
            <a:r>
              <a:rPr lang="es-ES" sz="2000" dirty="0" err="1">
                <a:latin typeface="+mj-lt"/>
              </a:rPr>
              <a:t>for</a:t>
            </a:r>
            <a:r>
              <a:rPr lang="es-ES" sz="2000" dirty="0">
                <a:latin typeface="+mj-lt"/>
              </a:rPr>
              <a:t> </a:t>
            </a:r>
            <a:r>
              <a:rPr lang="es-ES" sz="2000" dirty="0" err="1">
                <a:latin typeface="+mj-lt"/>
              </a:rPr>
              <a:t>computing</a:t>
            </a:r>
            <a:r>
              <a:rPr lang="es-ES" sz="2000" dirty="0">
                <a:latin typeface="+mj-lt"/>
              </a:rPr>
              <a:t> </a:t>
            </a:r>
            <a:r>
              <a:rPr lang="es-ES" sz="2000" dirty="0" err="1">
                <a:latin typeface="+mj-lt"/>
              </a:rPr>
              <a:t>the</a:t>
            </a:r>
            <a:r>
              <a:rPr lang="es-ES" sz="2000" dirty="0">
                <a:latin typeface="+mj-lt"/>
              </a:rPr>
              <a:t> output, </a:t>
            </a:r>
            <a:r>
              <a:rPr lang="es-ES" sz="2000" dirty="0" err="1">
                <a:latin typeface="+mj-lt"/>
              </a:rPr>
              <a:t>that</a:t>
            </a:r>
            <a:r>
              <a:rPr lang="es-ES" sz="2000" dirty="0">
                <a:latin typeface="+mj-lt"/>
              </a:rPr>
              <a:t> </a:t>
            </a:r>
            <a:r>
              <a:rPr lang="es-ES" sz="2000" dirty="0" err="1">
                <a:latin typeface="+mj-lt"/>
              </a:rPr>
              <a:t>is</a:t>
            </a:r>
            <a:r>
              <a:rPr lang="es-ES" sz="2000" dirty="0">
                <a:latin typeface="+mj-lt"/>
              </a:rPr>
              <a:t>, </a:t>
            </a:r>
            <a:r>
              <a:rPr lang="es-ES" sz="2000" dirty="0" err="1">
                <a:latin typeface="+mj-lt"/>
              </a:rPr>
              <a:t>for</a:t>
            </a:r>
            <a:r>
              <a:rPr lang="es-ES" sz="2000" dirty="0">
                <a:latin typeface="+mj-lt"/>
              </a:rPr>
              <a:t> </a:t>
            </a:r>
            <a:r>
              <a:rPr lang="es-ES" sz="2000" dirty="0" err="1">
                <a:latin typeface="+mj-lt"/>
              </a:rPr>
              <a:t>making</a:t>
            </a:r>
            <a:r>
              <a:rPr lang="es-ES" sz="2000" dirty="0">
                <a:latin typeface="+mj-lt"/>
              </a:rPr>
              <a:t> </a:t>
            </a:r>
            <a:r>
              <a:rPr lang="es-ES" sz="2000" dirty="0" err="1">
                <a:latin typeface="+mj-lt"/>
              </a:rPr>
              <a:t>predictions</a:t>
            </a:r>
            <a:endParaRPr lang="es-ES" sz="2000" dirty="0">
              <a:latin typeface="+mj-lt"/>
            </a:endParaRPr>
          </a:p>
          <a:p>
            <a:pPr algn="just"/>
            <a:endParaRPr lang="es-ES" sz="2000" dirty="0">
              <a:latin typeface="+mj-lt"/>
            </a:endParaRPr>
          </a:p>
          <a:p>
            <a:pPr algn="just"/>
            <a:r>
              <a:rPr lang="es-ES" sz="2000" dirty="0" err="1">
                <a:latin typeface="+mj-lt"/>
              </a:rPr>
              <a:t>Both</a:t>
            </a:r>
            <a:r>
              <a:rPr lang="es-ES" sz="2000" dirty="0">
                <a:latin typeface="+mj-lt"/>
              </a:rPr>
              <a:t> </a:t>
            </a:r>
            <a:r>
              <a:rPr lang="es-ES" sz="2000" dirty="0" err="1">
                <a:latin typeface="+mj-lt"/>
              </a:rPr>
              <a:t>the</a:t>
            </a:r>
            <a:r>
              <a:rPr lang="es-ES" sz="2000" dirty="0">
                <a:latin typeface="+mj-lt"/>
              </a:rPr>
              <a:t> </a:t>
            </a:r>
            <a:r>
              <a:rPr lang="es-ES" sz="2000" dirty="0" err="1">
                <a:latin typeface="+mj-lt"/>
              </a:rPr>
              <a:t>cell</a:t>
            </a:r>
            <a:r>
              <a:rPr lang="es-ES" sz="2000" dirty="0">
                <a:latin typeface="+mj-lt"/>
              </a:rPr>
              <a:t> </a:t>
            </a:r>
            <a:r>
              <a:rPr lang="es-ES" sz="2000" dirty="0" err="1">
                <a:latin typeface="+mj-lt"/>
              </a:rPr>
              <a:t>state</a:t>
            </a:r>
            <a:r>
              <a:rPr lang="es-ES" sz="2000" dirty="0">
                <a:latin typeface="+mj-lt"/>
              </a:rPr>
              <a:t> and </a:t>
            </a:r>
            <a:r>
              <a:rPr lang="es-ES" sz="2000" dirty="0" err="1">
                <a:latin typeface="+mj-lt"/>
              </a:rPr>
              <a:t>hidden</a:t>
            </a:r>
            <a:r>
              <a:rPr lang="es-ES" sz="2000" dirty="0">
                <a:latin typeface="+mj-lt"/>
              </a:rPr>
              <a:t> </a:t>
            </a:r>
            <a:r>
              <a:rPr lang="es-ES" sz="2000" dirty="0" err="1">
                <a:latin typeface="+mj-lt"/>
              </a:rPr>
              <a:t>state</a:t>
            </a:r>
            <a:r>
              <a:rPr lang="es-ES" sz="2000" dirty="0">
                <a:latin typeface="+mj-lt"/>
              </a:rPr>
              <a:t> are </a:t>
            </a:r>
            <a:r>
              <a:rPr lang="es-ES" sz="2000" dirty="0" err="1">
                <a:latin typeface="+mj-lt"/>
              </a:rPr>
              <a:t>shared</a:t>
            </a:r>
            <a:r>
              <a:rPr lang="es-ES" sz="2000" dirty="0">
                <a:latin typeface="+mj-lt"/>
              </a:rPr>
              <a:t> </a:t>
            </a:r>
            <a:r>
              <a:rPr lang="es-ES" sz="2000" dirty="0" err="1">
                <a:latin typeface="+mj-lt"/>
              </a:rPr>
              <a:t>across</a:t>
            </a:r>
            <a:r>
              <a:rPr lang="es-ES" sz="2000" dirty="0">
                <a:latin typeface="+mj-lt"/>
              </a:rPr>
              <a:t> </a:t>
            </a:r>
            <a:r>
              <a:rPr lang="es-ES" sz="2000" dirty="0" err="1">
                <a:latin typeface="+mj-lt"/>
              </a:rPr>
              <a:t>every</a:t>
            </a:r>
            <a:r>
              <a:rPr lang="es-ES" sz="2000" dirty="0">
                <a:latin typeface="+mj-lt"/>
              </a:rPr>
              <a:t> time step. </a:t>
            </a:r>
          </a:p>
        </p:txBody>
      </p:sp>
    </p:spTree>
    <p:extLst>
      <p:ext uri="{BB962C8B-B14F-4D97-AF65-F5344CB8AC3E}">
        <p14:creationId xmlns:p14="http://schemas.microsoft.com/office/powerpoint/2010/main" val="372317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FE6F6-2C30-6A87-87DC-DBED261D11A5}"/>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40B8A2A6-B72A-0CCD-4DE7-DE972A8F3D6E}"/>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5E4641B0-7112-6541-412F-04245C73986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A994B9C4-3334-3554-85EF-AA40438FF922}"/>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82B659D8-0A6D-0166-2BDA-CF84D28B2B87}"/>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Forget</a:t>
            </a:r>
            <a:r>
              <a:rPr lang="es-MX" sz="2400" b="1" dirty="0">
                <a:solidFill>
                  <a:srgbClr val="002060"/>
                </a:solidFill>
                <a:latin typeface="Raleway" pitchFamily="2" charset="0"/>
                <a:ea typeface="+mn-ea"/>
                <a:cs typeface="+mn-cs"/>
              </a:rPr>
              <a:t> gate</a:t>
            </a:r>
          </a:p>
        </p:txBody>
      </p:sp>
      <p:pic>
        <p:nvPicPr>
          <p:cNvPr id="27" name="Imagen 26">
            <a:extLst>
              <a:ext uri="{FF2B5EF4-FFF2-40B4-BE49-F238E27FC236}">
                <a16:creationId xmlns:a16="http://schemas.microsoft.com/office/drawing/2014/main" id="{68BC40C3-F186-9E71-B998-26A3C48E8204}"/>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F96BBA1A-28A6-B43C-21EF-ED9C83B9BCDF}"/>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000217D8-6617-E7DE-7906-4057E5F82E6E}"/>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183570EC-BC4A-F7FE-137B-9447CE0B36BE}"/>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591EE3EF-36CF-2C2A-2F11-9A487E210057}"/>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6E82C75C-87D6-ED11-483E-A313033549DE}"/>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23379C95-57A1-59C9-B461-713DFD4638F7}"/>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B51767D0-F243-8083-9CEF-FB2772EDB0D2}"/>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445226EE-C4AA-7F54-EC22-88F30F7A7AE4}"/>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5B4874FE-5CA2-6C32-C3C1-DE5CE76A4738}"/>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5882466E-9087-4125-7CC2-06986DE2F71A}"/>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CB2C46B5-0C9D-9FE9-E229-B47425DD5F78}"/>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8063E026-2049-2BA1-0B23-F2A77CB7AD97}"/>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4BC632A8-D165-E83D-D8FB-1553F28DEDFF}"/>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4F855644-70E7-F8AC-A16B-CA95ACE556A1}"/>
              </a:ext>
            </a:extLst>
          </p:cNvPr>
          <p:cNvPicPr>
            <a:picLocks noChangeAspect="1"/>
          </p:cNvPicPr>
          <p:nvPr/>
        </p:nvPicPr>
        <p:blipFill>
          <a:blip r:embed="rId6"/>
          <a:stretch>
            <a:fillRect/>
          </a:stretch>
        </p:blipFill>
        <p:spPr>
          <a:xfrm>
            <a:off x="6027412" y="2761885"/>
            <a:ext cx="16" cy="17"/>
          </a:xfrm>
          <a:prstGeom prst="rect">
            <a:avLst/>
          </a:prstGeom>
        </p:spPr>
      </p:pic>
      <p:pic>
        <p:nvPicPr>
          <p:cNvPr id="19" name="Imagen 18">
            <a:extLst>
              <a:ext uri="{FF2B5EF4-FFF2-40B4-BE49-F238E27FC236}">
                <a16:creationId xmlns:a16="http://schemas.microsoft.com/office/drawing/2014/main" id="{50541FBC-2A8C-DB43-CF1B-BB5F5B0A1264}"/>
              </a:ext>
            </a:extLst>
          </p:cNvPr>
          <p:cNvPicPr>
            <a:picLocks noChangeAspect="1"/>
          </p:cNvPicPr>
          <p:nvPr/>
        </p:nvPicPr>
        <p:blipFill>
          <a:blip r:embed="rId3"/>
          <a:stretch>
            <a:fillRect/>
          </a:stretch>
        </p:blipFill>
        <p:spPr>
          <a:xfrm>
            <a:off x="6036902" y="2622325"/>
            <a:ext cx="47017" cy="752"/>
          </a:xfrm>
          <a:prstGeom prst="rect">
            <a:avLst/>
          </a:prstGeom>
        </p:spPr>
      </p:pic>
      <p:pic>
        <p:nvPicPr>
          <p:cNvPr id="21" name="Imagen 20">
            <a:extLst>
              <a:ext uri="{FF2B5EF4-FFF2-40B4-BE49-F238E27FC236}">
                <a16:creationId xmlns:a16="http://schemas.microsoft.com/office/drawing/2014/main" id="{B19DB0D7-89D0-2D52-28C2-598ADD2DC58A}"/>
              </a:ext>
            </a:extLst>
          </p:cNvPr>
          <p:cNvPicPr>
            <a:picLocks noChangeAspect="1"/>
          </p:cNvPicPr>
          <p:nvPr/>
        </p:nvPicPr>
        <p:blipFill>
          <a:blip r:embed="rId4"/>
          <a:stretch>
            <a:fillRect/>
          </a:stretch>
        </p:blipFill>
        <p:spPr>
          <a:xfrm>
            <a:off x="6037938" y="2622700"/>
            <a:ext cx="47017" cy="2"/>
          </a:xfrm>
          <a:prstGeom prst="rect">
            <a:avLst/>
          </a:prstGeom>
        </p:spPr>
      </p:pic>
      <p:pic>
        <p:nvPicPr>
          <p:cNvPr id="22" name="Imagen 21">
            <a:extLst>
              <a:ext uri="{FF2B5EF4-FFF2-40B4-BE49-F238E27FC236}">
                <a16:creationId xmlns:a16="http://schemas.microsoft.com/office/drawing/2014/main" id="{4937ACB9-201B-3521-F266-70F4BB1576C6}"/>
              </a:ext>
            </a:extLst>
          </p:cNvPr>
          <p:cNvPicPr>
            <a:picLocks noChangeAspect="1"/>
          </p:cNvPicPr>
          <p:nvPr/>
        </p:nvPicPr>
        <p:blipFill>
          <a:blip r:embed="rId5"/>
          <a:stretch>
            <a:fillRect/>
          </a:stretch>
        </p:blipFill>
        <p:spPr>
          <a:xfrm>
            <a:off x="6037923" y="2622698"/>
            <a:ext cx="47017" cy="5"/>
          </a:xfrm>
          <a:prstGeom prst="rect">
            <a:avLst/>
          </a:prstGeom>
        </p:spPr>
      </p:pic>
      <p:pic>
        <p:nvPicPr>
          <p:cNvPr id="23" name="Imagen 22">
            <a:extLst>
              <a:ext uri="{FF2B5EF4-FFF2-40B4-BE49-F238E27FC236}">
                <a16:creationId xmlns:a16="http://schemas.microsoft.com/office/drawing/2014/main" id="{E7AC08D4-C5EB-0297-76BF-C8565888DF40}"/>
              </a:ext>
            </a:extLst>
          </p:cNvPr>
          <p:cNvPicPr>
            <a:picLocks noChangeAspect="1"/>
          </p:cNvPicPr>
          <p:nvPr/>
        </p:nvPicPr>
        <p:blipFill>
          <a:blip r:embed="rId6"/>
          <a:stretch>
            <a:fillRect/>
          </a:stretch>
        </p:blipFill>
        <p:spPr>
          <a:xfrm>
            <a:off x="6037933" y="2622692"/>
            <a:ext cx="47017" cy="17"/>
          </a:xfrm>
          <a:prstGeom prst="rect">
            <a:avLst/>
          </a:prstGeom>
        </p:spPr>
      </p:pic>
      <p:pic>
        <p:nvPicPr>
          <p:cNvPr id="18" name="Imagen 17">
            <a:extLst>
              <a:ext uri="{FF2B5EF4-FFF2-40B4-BE49-F238E27FC236}">
                <a16:creationId xmlns:a16="http://schemas.microsoft.com/office/drawing/2014/main" id="{FBF02EB8-41B0-3966-16C7-80849A66CFDD}"/>
              </a:ext>
            </a:extLst>
          </p:cNvPr>
          <p:cNvPicPr>
            <a:picLocks noChangeAspect="1"/>
          </p:cNvPicPr>
          <p:nvPr/>
        </p:nvPicPr>
        <p:blipFill>
          <a:blip r:embed="rId3"/>
          <a:stretch>
            <a:fillRect/>
          </a:stretch>
        </p:blipFill>
        <p:spPr>
          <a:xfrm>
            <a:off x="4596481" y="2621132"/>
            <a:ext cx="2078" cy="752"/>
          </a:xfrm>
          <a:prstGeom prst="rect">
            <a:avLst/>
          </a:prstGeom>
        </p:spPr>
      </p:pic>
      <p:pic>
        <p:nvPicPr>
          <p:cNvPr id="26" name="Imagen 25">
            <a:extLst>
              <a:ext uri="{FF2B5EF4-FFF2-40B4-BE49-F238E27FC236}">
                <a16:creationId xmlns:a16="http://schemas.microsoft.com/office/drawing/2014/main" id="{29B48F06-6EE4-9ABC-1970-6B6CEF0B355C}"/>
              </a:ext>
            </a:extLst>
          </p:cNvPr>
          <p:cNvPicPr>
            <a:picLocks noChangeAspect="1"/>
          </p:cNvPicPr>
          <p:nvPr/>
        </p:nvPicPr>
        <p:blipFill>
          <a:blip r:embed="rId4"/>
          <a:stretch>
            <a:fillRect/>
          </a:stretch>
        </p:blipFill>
        <p:spPr>
          <a:xfrm>
            <a:off x="4597516" y="2621507"/>
            <a:ext cx="7" cy="2"/>
          </a:xfrm>
          <a:prstGeom prst="rect">
            <a:avLst/>
          </a:prstGeom>
        </p:spPr>
      </p:pic>
      <p:pic>
        <p:nvPicPr>
          <p:cNvPr id="28" name="Imagen 27">
            <a:extLst>
              <a:ext uri="{FF2B5EF4-FFF2-40B4-BE49-F238E27FC236}">
                <a16:creationId xmlns:a16="http://schemas.microsoft.com/office/drawing/2014/main" id="{B1D5F3B7-600B-2A5D-F02C-5180FEE00B45}"/>
              </a:ext>
            </a:extLst>
          </p:cNvPr>
          <p:cNvPicPr>
            <a:picLocks noChangeAspect="1"/>
          </p:cNvPicPr>
          <p:nvPr/>
        </p:nvPicPr>
        <p:blipFill>
          <a:blip r:embed="rId5"/>
          <a:stretch>
            <a:fillRect/>
          </a:stretch>
        </p:blipFill>
        <p:spPr>
          <a:xfrm>
            <a:off x="4597502" y="2621505"/>
            <a:ext cx="36" cy="5"/>
          </a:xfrm>
          <a:prstGeom prst="rect">
            <a:avLst/>
          </a:prstGeom>
        </p:spPr>
      </p:pic>
      <p:pic>
        <p:nvPicPr>
          <p:cNvPr id="29" name="Imagen 28">
            <a:extLst>
              <a:ext uri="{FF2B5EF4-FFF2-40B4-BE49-F238E27FC236}">
                <a16:creationId xmlns:a16="http://schemas.microsoft.com/office/drawing/2014/main" id="{37F6009D-997C-A5AC-C90C-FDBC164C2C87}"/>
              </a:ext>
            </a:extLst>
          </p:cNvPr>
          <p:cNvPicPr>
            <a:picLocks noChangeAspect="1"/>
          </p:cNvPicPr>
          <p:nvPr/>
        </p:nvPicPr>
        <p:blipFill>
          <a:blip r:embed="rId6"/>
          <a:stretch>
            <a:fillRect/>
          </a:stretch>
        </p:blipFill>
        <p:spPr>
          <a:xfrm>
            <a:off x="4597512" y="2621499"/>
            <a:ext cx="16" cy="17"/>
          </a:xfrm>
          <a:prstGeom prst="rect">
            <a:avLst/>
          </a:prstGeom>
        </p:spPr>
      </p:pic>
      <p:pic>
        <p:nvPicPr>
          <p:cNvPr id="25" name="Imagen 24">
            <a:extLst>
              <a:ext uri="{FF2B5EF4-FFF2-40B4-BE49-F238E27FC236}">
                <a16:creationId xmlns:a16="http://schemas.microsoft.com/office/drawing/2014/main" id="{8583583E-2FDF-27F8-9A1A-49638BCF204E}"/>
              </a:ext>
            </a:extLst>
          </p:cNvPr>
          <p:cNvPicPr>
            <a:picLocks noChangeAspect="1"/>
          </p:cNvPicPr>
          <p:nvPr/>
        </p:nvPicPr>
        <p:blipFill>
          <a:blip r:embed="rId3"/>
          <a:stretch>
            <a:fillRect/>
          </a:stretch>
        </p:blipFill>
        <p:spPr>
          <a:xfrm>
            <a:off x="4596481" y="2190231"/>
            <a:ext cx="2078" cy="752"/>
          </a:xfrm>
          <a:prstGeom prst="rect">
            <a:avLst/>
          </a:prstGeom>
        </p:spPr>
      </p:pic>
      <p:pic>
        <p:nvPicPr>
          <p:cNvPr id="32" name="Imagen 31">
            <a:extLst>
              <a:ext uri="{FF2B5EF4-FFF2-40B4-BE49-F238E27FC236}">
                <a16:creationId xmlns:a16="http://schemas.microsoft.com/office/drawing/2014/main" id="{12D241A3-432C-AE2B-FBFF-1EC08F234137}"/>
              </a:ext>
            </a:extLst>
          </p:cNvPr>
          <p:cNvPicPr>
            <a:picLocks noChangeAspect="1"/>
          </p:cNvPicPr>
          <p:nvPr/>
        </p:nvPicPr>
        <p:blipFill>
          <a:blip r:embed="rId4"/>
          <a:stretch>
            <a:fillRect/>
          </a:stretch>
        </p:blipFill>
        <p:spPr>
          <a:xfrm>
            <a:off x="4597516" y="2190606"/>
            <a:ext cx="7" cy="2"/>
          </a:xfrm>
          <a:prstGeom prst="rect">
            <a:avLst/>
          </a:prstGeom>
        </p:spPr>
      </p:pic>
      <p:pic>
        <p:nvPicPr>
          <p:cNvPr id="33" name="Imagen 32">
            <a:extLst>
              <a:ext uri="{FF2B5EF4-FFF2-40B4-BE49-F238E27FC236}">
                <a16:creationId xmlns:a16="http://schemas.microsoft.com/office/drawing/2014/main" id="{E087C247-AF34-04A7-0E3F-34476B22B005}"/>
              </a:ext>
            </a:extLst>
          </p:cNvPr>
          <p:cNvPicPr>
            <a:picLocks noChangeAspect="1"/>
          </p:cNvPicPr>
          <p:nvPr/>
        </p:nvPicPr>
        <p:blipFill>
          <a:blip r:embed="rId5"/>
          <a:stretch>
            <a:fillRect/>
          </a:stretch>
        </p:blipFill>
        <p:spPr>
          <a:xfrm>
            <a:off x="4597502" y="2190604"/>
            <a:ext cx="36" cy="5"/>
          </a:xfrm>
          <a:prstGeom prst="rect">
            <a:avLst/>
          </a:prstGeom>
        </p:spPr>
      </p:pic>
      <p:pic>
        <p:nvPicPr>
          <p:cNvPr id="34" name="Imagen 33">
            <a:extLst>
              <a:ext uri="{FF2B5EF4-FFF2-40B4-BE49-F238E27FC236}">
                <a16:creationId xmlns:a16="http://schemas.microsoft.com/office/drawing/2014/main" id="{BEBF4D48-EEB5-D446-4152-11F3A5D09740}"/>
              </a:ext>
            </a:extLst>
          </p:cNvPr>
          <p:cNvPicPr>
            <a:picLocks noChangeAspect="1"/>
          </p:cNvPicPr>
          <p:nvPr/>
        </p:nvPicPr>
        <p:blipFill>
          <a:blip r:embed="rId6"/>
          <a:stretch>
            <a:fillRect/>
          </a:stretch>
        </p:blipFill>
        <p:spPr>
          <a:xfrm>
            <a:off x="4597512" y="2190598"/>
            <a:ext cx="16" cy="17"/>
          </a:xfrm>
          <a:prstGeom prst="rect">
            <a:avLst/>
          </a:prstGeom>
        </p:spPr>
      </p:pic>
      <p:pic>
        <p:nvPicPr>
          <p:cNvPr id="30" name="Imagen 29">
            <a:extLst>
              <a:ext uri="{FF2B5EF4-FFF2-40B4-BE49-F238E27FC236}">
                <a16:creationId xmlns:a16="http://schemas.microsoft.com/office/drawing/2014/main" id="{507770EE-5B83-7DBD-41E4-3765C57A0696}"/>
              </a:ext>
            </a:extLst>
          </p:cNvPr>
          <p:cNvPicPr>
            <a:picLocks noChangeAspect="1"/>
          </p:cNvPicPr>
          <p:nvPr/>
        </p:nvPicPr>
        <p:blipFill>
          <a:blip r:embed="rId3"/>
          <a:stretch>
            <a:fillRect/>
          </a:stretch>
        </p:blipFill>
        <p:spPr>
          <a:xfrm>
            <a:off x="5216066" y="2535671"/>
            <a:ext cx="2078" cy="752"/>
          </a:xfrm>
          <a:prstGeom prst="rect">
            <a:avLst/>
          </a:prstGeom>
        </p:spPr>
      </p:pic>
      <p:pic>
        <p:nvPicPr>
          <p:cNvPr id="31" name="Imagen 30">
            <a:extLst>
              <a:ext uri="{FF2B5EF4-FFF2-40B4-BE49-F238E27FC236}">
                <a16:creationId xmlns:a16="http://schemas.microsoft.com/office/drawing/2014/main" id="{5AED370C-DD0E-06E4-02AF-12F9208305D4}"/>
              </a:ext>
            </a:extLst>
          </p:cNvPr>
          <p:cNvPicPr>
            <a:picLocks noChangeAspect="1"/>
          </p:cNvPicPr>
          <p:nvPr/>
        </p:nvPicPr>
        <p:blipFill>
          <a:blip r:embed="rId4"/>
          <a:stretch>
            <a:fillRect/>
          </a:stretch>
        </p:blipFill>
        <p:spPr>
          <a:xfrm>
            <a:off x="5217101" y="2536046"/>
            <a:ext cx="7" cy="2"/>
          </a:xfrm>
          <a:prstGeom prst="rect">
            <a:avLst/>
          </a:prstGeom>
        </p:spPr>
      </p:pic>
      <p:pic>
        <p:nvPicPr>
          <p:cNvPr id="37" name="Imagen 36">
            <a:extLst>
              <a:ext uri="{FF2B5EF4-FFF2-40B4-BE49-F238E27FC236}">
                <a16:creationId xmlns:a16="http://schemas.microsoft.com/office/drawing/2014/main" id="{AE9FC415-A2A5-DA90-7C90-9FFE02B8A217}"/>
              </a:ext>
            </a:extLst>
          </p:cNvPr>
          <p:cNvPicPr>
            <a:picLocks noChangeAspect="1"/>
          </p:cNvPicPr>
          <p:nvPr/>
        </p:nvPicPr>
        <p:blipFill>
          <a:blip r:embed="rId5"/>
          <a:stretch>
            <a:fillRect/>
          </a:stretch>
        </p:blipFill>
        <p:spPr>
          <a:xfrm>
            <a:off x="5217087" y="2536044"/>
            <a:ext cx="36" cy="5"/>
          </a:xfrm>
          <a:prstGeom prst="rect">
            <a:avLst/>
          </a:prstGeom>
        </p:spPr>
      </p:pic>
      <p:pic>
        <p:nvPicPr>
          <p:cNvPr id="38" name="Imagen 37">
            <a:extLst>
              <a:ext uri="{FF2B5EF4-FFF2-40B4-BE49-F238E27FC236}">
                <a16:creationId xmlns:a16="http://schemas.microsoft.com/office/drawing/2014/main" id="{08ABB518-328B-559D-3094-3111C7A7F93C}"/>
              </a:ext>
            </a:extLst>
          </p:cNvPr>
          <p:cNvPicPr>
            <a:picLocks noChangeAspect="1"/>
          </p:cNvPicPr>
          <p:nvPr/>
        </p:nvPicPr>
        <p:blipFill>
          <a:blip r:embed="rId6"/>
          <a:stretch>
            <a:fillRect/>
          </a:stretch>
        </p:blipFill>
        <p:spPr>
          <a:xfrm>
            <a:off x="5217097" y="2536038"/>
            <a:ext cx="16" cy="17"/>
          </a:xfrm>
          <a:prstGeom prst="rect">
            <a:avLst/>
          </a:prstGeom>
        </p:spPr>
      </p:pic>
      <p:pic>
        <p:nvPicPr>
          <p:cNvPr id="35" name="Imagen 34">
            <a:extLst>
              <a:ext uri="{FF2B5EF4-FFF2-40B4-BE49-F238E27FC236}">
                <a16:creationId xmlns:a16="http://schemas.microsoft.com/office/drawing/2014/main" id="{70676FF8-C4A3-05E6-7D1D-8337CC29E12F}"/>
              </a:ext>
            </a:extLst>
          </p:cNvPr>
          <p:cNvPicPr>
            <a:picLocks noChangeAspect="1"/>
          </p:cNvPicPr>
          <p:nvPr/>
        </p:nvPicPr>
        <p:blipFill>
          <a:blip r:embed="rId3"/>
          <a:stretch>
            <a:fillRect/>
          </a:stretch>
        </p:blipFill>
        <p:spPr>
          <a:xfrm>
            <a:off x="5959249" y="2600345"/>
            <a:ext cx="45719" cy="752"/>
          </a:xfrm>
          <a:prstGeom prst="rect">
            <a:avLst/>
          </a:prstGeom>
        </p:spPr>
      </p:pic>
      <p:pic>
        <p:nvPicPr>
          <p:cNvPr id="36" name="Imagen 35">
            <a:extLst>
              <a:ext uri="{FF2B5EF4-FFF2-40B4-BE49-F238E27FC236}">
                <a16:creationId xmlns:a16="http://schemas.microsoft.com/office/drawing/2014/main" id="{5525D995-7030-4280-B090-E5D0FBA1D97C}"/>
              </a:ext>
            </a:extLst>
          </p:cNvPr>
          <p:cNvPicPr>
            <a:picLocks noChangeAspect="1"/>
          </p:cNvPicPr>
          <p:nvPr/>
        </p:nvPicPr>
        <p:blipFill>
          <a:blip r:embed="rId4"/>
          <a:stretch>
            <a:fillRect/>
          </a:stretch>
        </p:blipFill>
        <p:spPr>
          <a:xfrm>
            <a:off x="5960285" y="2600720"/>
            <a:ext cx="45719" cy="2"/>
          </a:xfrm>
          <a:prstGeom prst="rect">
            <a:avLst/>
          </a:prstGeom>
        </p:spPr>
      </p:pic>
      <p:pic>
        <p:nvPicPr>
          <p:cNvPr id="41" name="Imagen 40">
            <a:extLst>
              <a:ext uri="{FF2B5EF4-FFF2-40B4-BE49-F238E27FC236}">
                <a16:creationId xmlns:a16="http://schemas.microsoft.com/office/drawing/2014/main" id="{7EF2B0F7-F3D8-EEDD-4EDE-985B1D1140E5}"/>
              </a:ext>
            </a:extLst>
          </p:cNvPr>
          <p:cNvPicPr>
            <a:picLocks noChangeAspect="1"/>
          </p:cNvPicPr>
          <p:nvPr/>
        </p:nvPicPr>
        <p:blipFill>
          <a:blip r:embed="rId5"/>
          <a:stretch>
            <a:fillRect/>
          </a:stretch>
        </p:blipFill>
        <p:spPr>
          <a:xfrm>
            <a:off x="5960270" y="2600718"/>
            <a:ext cx="45719" cy="5"/>
          </a:xfrm>
          <a:prstGeom prst="rect">
            <a:avLst/>
          </a:prstGeom>
        </p:spPr>
      </p:pic>
      <p:pic>
        <p:nvPicPr>
          <p:cNvPr id="42" name="Imagen 41">
            <a:extLst>
              <a:ext uri="{FF2B5EF4-FFF2-40B4-BE49-F238E27FC236}">
                <a16:creationId xmlns:a16="http://schemas.microsoft.com/office/drawing/2014/main" id="{DB4256C4-13EE-02BE-4A83-DA417ECD3193}"/>
              </a:ext>
            </a:extLst>
          </p:cNvPr>
          <p:cNvPicPr>
            <a:picLocks noChangeAspect="1"/>
          </p:cNvPicPr>
          <p:nvPr/>
        </p:nvPicPr>
        <p:blipFill>
          <a:blip r:embed="rId6"/>
          <a:stretch>
            <a:fillRect/>
          </a:stretch>
        </p:blipFill>
        <p:spPr>
          <a:xfrm>
            <a:off x="5960280" y="2600712"/>
            <a:ext cx="45719" cy="17"/>
          </a:xfrm>
          <a:prstGeom prst="rect">
            <a:avLst/>
          </a:prstGeom>
        </p:spPr>
      </p:pic>
      <p:pic>
        <p:nvPicPr>
          <p:cNvPr id="39" name="Imagen 38">
            <a:extLst>
              <a:ext uri="{FF2B5EF4-FFF2-40B4-BE49-F238E27FC236}">
                <a16:creationId xmlns:a16="http://schemas.microsoft.com/office/drawing/2014/main" id="{90F84361-AA48-1112-1240-1FFA419C6989}"/>
              </a:ext>
            </a:extLst>
          </p:cNvPr>
          <p:cNvPicPr>
            <a:picLocks noChangeAspect="1"/>
          </p:cNvPicPr>
          <p:nvPr/>
        </p:nvPicPr>
        <p:blipFill>
          <a:blip r:embed="rId3"/>
          <a:stretch>
            <a:fillRect/>
          </a:stretch>
        </p:blipFill>
        <p:spPr>
          <a:xfrm>
            <a:off x="6094961" y="3428624"/>
            <a:ext cx="2078" cy="752"/>
          </a:xfrm>
          <a:prstGeom prst="rect">
            <a:avLst/>
          </a:prstGeom>
        </p:spPr>
      </p:pic>
      <p:pic>
        <p:nvPicPr>
          <p:cNvPr id="40" name="Imagen 39">
            <a:extLst>
              <a:ext uri="{FF2B5EF4-FFF2-40B4-BE49-F238E27FC236}">
                <a16:creationId xmlns:a16="http://schemas.microsoft.com/office/drawing/2014/main" id="{ABF8F187-3ADC-6ABF-7E7D-858A8B6173C9}"/>
              </a:ext>
            </a:extLst>
          </p:cNvPr>
          <p:cNvPicPr>
            <a:picLocks noChangeAspect="1"/>
          </p:cNvPicPr>
          <p:nvPr/>
        </p:nvPicPr>
        <p:blipFill>
          <a:blip r:embed="rId4"/>
          <a:stretch>
            <a:fillRect/>
          </a:stretch>
        </p:blipFill>
        <p:spPr>
          <a:xfrm>
            <a:off x="6095996" y="3428999"/>
            <a:ext cx="7" cy="2"/>
          </a:xfrm>
          <a:prstGeom prst="rect">
            <a:avLst/>
          </a:prstGeom>
        </p:spPr>
      </p:pic>
      <p:pic>
        <p:nvPicPr>
          <p:cNvPr id="44" name="Imagen 43">
            <a:extLst>
              <a:ext uri="{FF2B5EF4-FFF2-40B4-BE49-F238E27FC236}">
                <a16:creationId xmlns:a16="http://schemas.microsoft.com/office/drawing/2014/main" id="{CF7D8F27-0D71-03F2-155B-38BF8C566465}"/>
              </a:ext>
            </a:extLst>
          </p:cNvPr>
          <p:cNvPicPr>
            <a:picLocks noChangeAspect="1"/>
          </p:cNvPicPr>
          <p:nvPr/>
        </p:nvPicPr>
        <p:blipFill>
          <a:blip r:embed="rId5"/>
          <a:stretch>
            <a:fillRect/>
          </a:stretch>
        </p:blipFill>
        <p:spPr>
          <a:xfrm>
            <a:off x="6095982" y="3428997"/>
            <a:ext cx="36" cy="5"/>
          </a:xfrm>
          <a:prstGeom prst="rect">
            <a:avLst/>
          </a:prstGeom>
        </p:spPr>
      </p:pic>
      <p:pic>
        <p:nvPicPr>
          <p:cNvPr id="45" name="Imagen 44">
            <a:extLst>
              <a:ext uri="{FF2B5EF4-FFF2-40B4-BE49-F238E27FC236}">
                <a16:creationId xmlns:a16="http://schemas.microsoft.com/office/drawing/2014/main" id="{B131AA7B-0C38-9D72-48AC-EE7F7AD9414B}"/>
              </a:ext>
            </a:extLst>
          </p:cNvPr>
          <p:cNvPicPr>
            <a:picLocks noChangeAspect="1"/>
          </p:cNvPicPr>
          <p:nvPr/>
        </p:nvPicPr>
        <p:blipFill>
          <a:blip r:embed="rId6"/>
          <a:stretch>
            <a:fillRect/>
          </a:stretch>
        </p:blipFill>
        <p:spPr>
          <a:xfrm>
            <a:off x="6095992" y="3428991"/>
            <a:ext cx="16" cy="17"/>
          </a:xfrm>
          <a:prstGeom prst="rect">
            <a:avLst/>
          </a:prstGeom>
        </p:spPr>
      </p:pic>
      <p:sp>
        <p:nvSpPr>
          <p:cNvPr id="46" name="CuadroTexto 45">
            <a:extLst>
              <a:ext uri="{FF2B5EF4-FFF2-40B4-BE49-F238E27FC236}">
                <a16:creationId xmlns:a16="http://schemas.microsoft.com/office/drawing/2014/main" id="{F2A4BCDF-C94A-CE1E-DBA2-1F9E5BB6E7D7}"/>
              </a:ext>
            </a:extLst>
          </p:cNvPr>
          <p:cNvSpPr txBox="1"/>
          <p:nvPr/>
        </p:nvSpPr>
        <p:spPr>
          <a:xfrm>
            <a:off x="373378" y="668232"/>
            <a:ext cx="8206742" cy="2862322"/>
          </a:xfrm>
          <a:prstGeom prst="rect">
            <a:avLst/>
          </a:prstGeom>
          <a:noFill/>
        </p:spPr>
        <p:txBody>
          <a:bodyPr wrap="square">
            <a:spAutoFit/>
          </a:bodyPr>
          <a:lstStyle/>
          <a:p>
            <a:pPr algn="just"/>
            <a:r>
              <a:rPr lang="es-ES" sz="2000" dirty="0" err="1">
                <a:latin typeface="+mj-lt"/>
              </a:rPr>
              <a:t>The</a:t>
            </a:r>
            <a:r>
              <a:rPr lang="es-ES" sz="2000" dirty="0">
                <a:latin typeface="+mj-lt"/>
              </a:rPr>
              <a:t> </a:t>
            </a:r>
            <a:r>
              <a:rPr lang="es-ES" sz="2000" dirty="0" err="1">
                <a:latin typeface="+mj-lt"/>
              </a:rPr>
              <a:t>forget</a:t>
            </a:r>
            <a:r>
              <a:rPr lang="es-ES" sz="2000" dirty="0">
                <a:latin typeface="+mj-lt"/>
              </a:rPr>
              <a:t> gate, </a:t>
            </a:r>
            <a:r>
              <a:rPr lang="es-ES" sz="2000" b="1" i="1" dirty="0">
                <a:latin typeface="+mj-lt"/>
              </a:rPr>
              <a:t>ft</a:t>
            </a:r>
            <a:r>
              <a:rPr lang="es-ES" sz="2000" dirty="0">
                <a:latin typeface="+mj-lt"/>
              </a:rPr>
              <a:t>, </a:t>
            </a:r>
            <a:r>
              <a:rPr lang="es-ES" sz="2000" dirty="0" err="1">
                <a:latin typeface="+mj-lt"/>
              </a:rPr>
              <a:t>is</a:t>
            </a:r>
            <a:r>
              <a:rPr lang="es-ES" sz="2000" dirty="0">
                <a:latin typeface="+mj-lt"/>
              </a:rPr>
              <a:t> </a:t>
            </a:r>
            <a:r>
              <a:rPr lang="es-ES" sz="2000" dirty="0" err="1">
                <a:latin typeface="+mj-lt"/>
              </a:rPr>
              <a:t>responsible</a:t>
            </a:r>
            <a:r>
              <a:rPr lang="es-ES" sz="2000" dirty="0">
                <a:latin typeface="+mj-lt"/>
              </a:rPr>
              <a:t> </a:t>
            </a:r>
            <a:r>
              <a:rPr lang="es-ES" sz="2000" dirty="0" err="1">
                <a:latin typeface="+mj-lt"/>
              </a:rPr>
              <a:t>for</a:t>
            </a:r>
            <a:r>
              <a:rPr lang="es-ES" sz="2000" dirty="0">
                <a:latin typeface="+mj-lt"/>
              </a:rPr>
              <a:t> </a:t>
            </a:r>
            <a:r>
              <a:rPr lang="es-ES" sz="2000" dirty="0" err="1">
                <a:latin typeface="+mj-lt"/>
              </a:rPr>
              <a:t>deciding</a:t>
            </a:r>
            <a:r>
              <a:rPr lang="es-ES" sz="2000" dirty="0">
                <a:latin typeface="+mj-lt"/>
              </a:rPr>
              <a:t> </a:t>
            </a:r>
            <a:r>
              <a:rPr lang="es-ES" sz="2000" dirty="0" err="1">
                <a:latin typeface="+mj-lt"/>
              </a:rPr>
              <a:t>what</a:t>
            </a:r>
            <a:r>
              <a:rPr lang="es-ES" sz="2000" dirty="0">
                <a:latin typeface="+mj-lt"/>
              </a:rPr>
              <a:t> </a:t>
            </a:r>
            <a:r>
              <a:rPr lang="es-ES" sz="2000" dirty="0" err="1">
                <a:latin typeface="+mj-lt"/>
              </a:rPr>
              <a:t>information</a:t>
            </a:r>
            <a:r>
              <a:rPr lang="es-ES" sz="2000" dirty="0">
                <a:latin typeface="+mj-lt"/>
              </a:rPr>
              <a:t> </a:t>
            </a:r>
            <a:r>
              <a:rPr lang="es-ES" sz="2000" dirty="0" err="1">
                <a:latin typeface="+mj-lt"/>
              </a:rPr>
              <a:t>should</a:t>
            </a:r>
            <a:r>
              <a:rPr lang="es-ES" sz="2000" dirty="0">
                <a:latin typeface="+mj-lt"/>
              </a:rPr>
              <a:t> be removed </a:t>
            </a:r>
            <a:r>
              <a:rPr lang="es-ES" sz="2000" dirty="0" err="1">
                <a:latin typeface="+mj-lt"/>
              </a:rPr>
              <a:t>from</a:t>
            </a:r>
            <a:r>
              <a:rPr lang="es-ES" sz="2000" dirty="0">
                <a:latin typeface="+mj-lt"/>
              </a:rPr>
              <a:t> </a:t>
            </a:r>
            <a:r>
              <a:rPr lang="es-ES" sz="2000" dirty="0" err="1">
                <a:latin typeface="+mj-lt"/>
              </a:rPr>
              <a:t>the</a:t>
            </a:r>
            <a:r>
              <a:rPr lang="es-ES" sz="2000" dirty="0">
                <a:latin typeface="+mj-lt"/>
              </a:rPr>
              <a:t> </a:t>
            </a:r>
            <a:r>
              <a:rPr lang="es-ES" sz="2000" dirty="0" err="1">
                <a:latin typeface="+mj-lt"/>
              </a:rPr>
              <a:t>cell</a:t>
            </a:r>
            <a:r>
              <a:rPr lang="es-ES" sz="2000" dirty="0">
                <a:latin typeface="+mj-lt"/>
              </a:rPr>
              <a:t> </a:t>
            </a:r>
            <a:r>
              <a:rPr lang="es-ES" sz="2000" dirty="0" err="1">
                <a:latin typeface="+mj-lt"/>
              </a:rPr>
              <a:t>state</a:t>
            </a:r>
            <a:r>
              <a:rPr lang="es-ES" sz="2000" dirty="0">
                <a:latin typeface="+mj-lt"/>
              </a:rPr>
              <a:t> (</a:t>
            </a:r>
            <a:r>
              <a:rPr lang="es-ES" sz="2000" dirty="0" err="1">
                <a:latin typeface="+mj-lt"/>
              </a:rPr>
              <a:t>memory</a:t>
            </a:r>
            <a:r>
              <a:rPr lang="es-ES" sz="2000" dirty="0">
                <a:latin typeface="+mj-lt"/>
              </a:rPr>
              <a:t>). </a:t>
            </a:r>
            <a:r>
              <a:rPr lang="es-ES" sz="2000" dirty="0" err="1">
                <a:latin typeface="+mj-lt"/>
              </a:rPr>
              <a:t>Consider</a:t>
            </a:r>
            <a:r>
              <a:rPr lang="es-ES" sz="2000" dirty="0">
                <a:latin typeface="+mj-lt"/>
              </a:rPr>
              <a:t> </a:t>
            </a:r>
            <a:r>
              <a:rPr lang="es-ES" sz="2000" dirty="0" err="1">
                <a:latin typeface="+mj-lt"/>
              </a:rPr>
              <a:t>the</a:t>
            </a:r>
            <a:r>
              <a:rPr lang="es-ES" sz="2000" dirty="0">
                <a:latin typeface="+mj-lt"/>
              </a:rPr>
              <a:t> </a:t>
            </a:r>
            <a:r>
              <a:rPr lang="es-ES" sz="2000" dirty="0" err="1">
                <a:latin typeface="+mj-lt"/>
              </a:rPr>
              <a:t>following</a:t>
            </a:r>
            <a:r>
              <a:rPr lang="es-ES" sz="2000" dirty="0">
                <a:latin typeface="+mj-lt"/>
              </a:rPr>
              <a:t> </a:t>
            </a:r>
            <a:r>
              <a:rPr lang="es-ES" sz="2000" dirty="0" err="1">
                <a:latin typeface="+mj-lt"/>
              </a:rPr>
              <a:t>sentence</a:t>
            </a:r>
            <a:r>
              <a:rPr lang="es-ES" sz="2000" dirty="0">
                <a:latin typeface="+mj-lt"/>
              </a:rPr>
              <a:t>:</a:t>
            </a:r>
          </a:p>
          <a:p>
            <a:pPr algn="just"/>
            <a:endParaRPr lang="es-ES" sz="2000" dirty="0">
              <a:latin typeface="+mj-lt"/>
            </a:endParaRPr>
          </a:p>
          <a:p>
            <a:pPr algn="just"/>
            <a:r>
              <a:rPr lang="es-ES" sz="2000" dirty="0">
                <a:latin typeface="+mj-lt"/>
              </a:rPr>
              <a:t>Harry </a:t>
            </a:r>
            <a:r>
              <a:rPr lang="es-ES" sz="2000" dirty="0" err="1">
                <a:latin typeface="+mj-lt"/>
              </a:rPr>
              <a:t>is</a:t>
            </a:r>
            <a:r>
              <a:rPr lang="es-ES" sz="2000" dirty="0">
                <a:latin typeface="+mj-lt"/>
              </a:rPr>
              <a:t> a </a:t>
            </a:r>
            <a:r>
              <a:rPr lang="es-ES" sz="2000" dirty="0" err="1">
                <a:latin typeface="+mj-lt"/>
              </a:rPr>
              <a:t>good</a:t>
            </a:r>
            <a:r>
              <a:rPr lang="es-ES" sz="2000" dirty="0">
                <a:latin typeface="+mj-lt"/>
              </a:rPr>
              <a:t> </a:t>
            </a:r>
            <a:r>
              <a:rPr lang="es-ES" sz="2000" dirty="0" err="1">
                <a:latin typeface="+mj-lt"/>
              </a:rPr>
              <a:t>singer</a:t>
            </a:r>
            <a:r>
              <a:rPr lang="es-ES" sz="2000" dirty="0">
                <a:latin typeface="+mj-lt"/>
              </a:rPr>
              <a:t>. He </a:t>
            </a:r>
            <a:r>
              <a:rPr lang="es-ES" sz="2000" dirty="0" err="1">
                <a:latin typeface="+mj-lt"/>
              </a:rPr>
              <a:t>lives</a:t>
            </a:r>
            <a:r>
              <a:rPr lang="es-ES" sz="2000" dirty="0">
                <a:latin typeface="+mj-lt"/>
              </a:rPr>
              <a:t> in New York. Zayn </a:t>
            </a:r>
            <a:r>
              <a:rPr lang="es-ES" sz="2000" dirty="0" err="1">
                <a:latin typeface="+mj-lt"/>
              </a:rPr>
              <a:t>is</a:t>
            </a:r>
            <a:r>
              <a:rPr lang="es-ES" sz="2000" dirty="0">
                <a:latin typeface="+mj-lt"/>
              </a:rPr>
              <a:t> </a:t>
            </a:r>
            <a:r>
              <a:rPr lang="es-ES" sz="2000" dirty="0" err="1">
                <a:latin typeface="+mj-lt"/>
              </a:rPr>
              <a:t>also</a:t>
            </a:r>
            <a:r>
              <a:rPr lang="es-ES" sz="2000" dirty="0">
                <a:latin typeface="+mj-lt"/>
              </a:rPr>
              <a:t> a Good _______.</a:t>
            </a:r>
          </a:p>
          <a:p>
            <a:pPr algn="just"/>
            <a:endParaRPr lang="es-ES" sz="2000" dirty="0">
              <a:latin typeface="+mj-lt"/>
            </a:endParaRPr>
          </a:p>
          <a:p>
            <a:pPr algn="just"/>
            <a:r>
              <a:rPr lang="es-ES" sz="2000" dirty="0">
                <a:latin typeface="+mj-lt"/>
              </a:rPr>
              <a:t>As </a:t>
            </a:r>
            <a:r>
              <a:rPr lang="es-ES" sz="2000" dirty="0" err="1">
                <a:latin typeface="+mj-lt"/>
              </a:rPr>
              <a:t>soon</a:t>
            </a:r>
            <a:r>
              <a:rPr lang="es-ES" sz="2000" dirty="0">
                <a:latin typeface="+mj-lt"/>
              </a:rPr>
              <a:t> as </a:t>
            </a:r>
            <a:r>
              <a:rPr lang="es-ES" sz="2000" dirty="0" err="1">
                <a:latin typeface="+mj-lt"/>
              </a:rPr>
              <a:t>we</a:t>
            </a:r>
            <a:r>
              <a:rPr lang="es-ES" sz="2000" dirty="0">
                <a:latin typeface="+mj-lt"/>
              </a:rPr>
              <a:t> </a:t>
            </a:r>
            <a:r>
              <a:rPr lang="es-ES" sz="2000" dirty="0" err="1">
                <a:latin typeface="+mj-lt"/>
              </a:rPr>
              <a:t>start</a:t>
            </a:r>
            <a:r>
              <a:rPr lang="es-ES" sz="2000" dirty="0">
                <a:latin typeface="+mj-lt"/>
              </a:rPr>
              <a:t> </a:t>
            </a:r>
            <a:r>
              <a:rPr lang="es-ES" sz="2000" dirty="0" err="1">
                <a:latin typeface="+mj-lt"/>
              </a:rPr>
              <a:t>talking</a:t>
            </a:r>
            <a:r>
              <a:rPr lang="es-ES" sz="2000" dirty="0">
                <a:latin typeface="+mj-lt"/>
              </a:rPr>
              <a:t> </a:t>
            </a:r>
            <a:r>
              <a:rPr lang="es-ES" sz="2000" dirty="0" err="1">
                <a:latin typeface="+mj-lt"/>
              </a:rPr>
              <a:t>about</a:t>
            </a:r>
            <a:r>
              <a:rPr lang="es-ES" sz="2000" dirty="0">
                <a:latin typeface="+mj-lt"/>
              </a:rPr>
              <a:t> Zayn, </a:t>
            </a:r>
            <a:r>
              <a:rPr lang="es-ES" sz="2000" dirty="0" err="1">
                <a:latin typeface="+mj-lt"/>
              </a:rPr>
              <a:t>the</a:t>
            </a:r>
            <a:r>
              <a:rPr lang="es-ES" sz="2000" dirty="0">
                <a:latin typeface="+mj-lt"/>
              </a:rPr>
              <a:t> </a:t>
            </a:r>
            <a:r>
              <a:rPr lang="es-ES" sz="2000" dirty="0" err="1">
                <a:latin typeface="+mj-lt"/>
              </a:rPr>
              <a:t>network</a:t>
            </a:r>
            <a:r>
              <a:rPr lang="es-ES" sz="2000" dirty="0">
                <a:latin typeface="+mj-lt"/>
              </a:rPr>
              <a:t> </a:t>
            </a:r>
            <a:r>
              <a:rPr lang="es-ES" sz="2000" dirty="0" err="1">
                <a:latin typeface="+mj-lt"/>
              </a:rPr>
              <a:t>will</a:t>
            </a:r>
            <a:r>
              <a:rPr lang="es-ES" sz="2000" dirty="0">
                <a:latin typeface="+mj-lt"/>
              </a:rPr>
              <a:t> </a:t>
            </a:r>
            <a:r>
              <a:rPr lang="es-ES" sz="2000" dirty="0" err="1">
                <a:latin typeface="+mj-lt"/>
              </a:rPr>
              <a:t>understand</a:t>
            </a:r>
            <a:r>
              <a:rPr lang="es-ES" sz="2000" dirty="0">
                <a:latin typeface="+mj-lt"/>
              </a:rPr>
              <a:t> </a:t>
            </a:r>
            <a:r>
              <a:rPr lang="es-ES" sz="2000" dirty="0" err="1">
                <a:latin typeface="+mj-lt"/>
              </a:rPr>
              <a:t>that</a:t>
            </a:r>
            <a:r>
              <a:rPr lang="es-ES" sz="2000" dirty="0">
                <a:latin typeface="+mj-lt"/>
              </a:rPr>
              <a:t> </a:t>
            </a:r>
            <a:r>
              <a:rPr lang="es-ES" sz="2000" dirty="0" err="1">
                <a:latin typeface="+mj-lt"/>
              </a:rPr>
              <a:t>the</a:t>
            </a:r>
            <a:r>
              <a:rPr lang="es-ES" sz="2000" dirty="0">
                <a:latin typeface="+mj-lt"/>
              </a:rPr>
              <a:t> </a:t>
            </a:r>
            <a:r>
              <a:rPr lang="es-ES" sz="2000" dirty="0" err="1">
                <a:latin typeface="+mj-lt"/>
              </a:rPr>
              <a:t>subject</a:t>
            </a:r>
            <a:r>
              <a:rPr lang="es-ES" sz="2000" dirty="0">
                <a:latin typeface="+mj-lt"/>
              </a:rPr>
              <a:t> has </a:t>
            </a:r>
            <a:r>
              <a:rPr lang="es-ES" sz="2000" dirty="0" err="1">
                <a:latin typeface="+mj-lt"/>
              </a:rPr>
              <a:t>been</a:t>
            </a:r>
            <a:r>
              <a:rPr lang="es-ES" sz="2000" dirty="0">
                <a:latin typeface="+mj-lt"/>
              </a:rPr>
              <a:t> </a:t>
            </a:r>
            <a:r>
              <a:rPr lang="es-ES" sz="2000" dirty="0" err="1">
                <a:latin typeface="+mj-lt"/>
              </a:rPr>
              <a:t>changed</a:t>
            </a:r>
            <a:r>
              <a:rPr lang="es-ES" sz="2000" dirty="0">
                <a:latin typeface="+mj-lt"/>
              </a:rPr>
              <a:t> </a:t>
            </a:r>
            <a:r>
              <a:rPr lang="es-ES" sz="2000" dirty="0" err="1">
                <a:latin typeface="+mj-lt"/>
              </a:rPr>
              <a:t>from</a:t>
            </a:r>
            <a:r>
              <a:rPr lang="es-ES" sz="2000" dirty="0">
                <a:latin typeface="+mj-lt"/>
              </a:rPr>
              <a:t> Harry </a:t>
            </a:r>
            <a:r>
              <a:rPr lang="es-ES" sz="2000" dirty="0" err="1">
                <a:latin typeface="+mj-lt"/>
              </a:rPr>
              <a:t>to</a:t>
            </a:r>
            <a:r>
              <a:rPr lang="es-ES" sz="2000" dirty="0">
                <a:latin typeface="+mj-lt"/>
              </a:rPr>
              <a:t> Zayn, and </a:t>
            </a:r>
            <a:r>
              <a:rPr lang="es-ES" sz="2000" dirty="0" err="1">
                <a:latin typeface="+mj-lt"/>
              </a:rPr>
              <a:t>the</a:t>
            </a:r>
            <a:r>
              <a:rPr lang="es-ES" sz="2000" dirty="0">
                <a:latin typeface="+mj-lt"/>
              </a:rPr>
              <a:t> </a:t>
            </a:r>
            <a:r>
              <a:rPr lang="es-ES" sz="2000" dirty="0" err="1">
                <a:latin typeface="+mj-lt"/>
              </a:rPr>
              <a:t>information</a:t>
            </a:r>
            <a:r>
              <a:rPr lang="es-ES" sz="2000" dirty="0">
                <a:latin typeface="+mj-lt"/>
              </a:rPr>
              <a:t> </a:t>
            </a:r>
            <a:r>
              <a:rPr lang="es-ES" sz="2000" dirty="0" err="1">
                <a:latin typeface="+mj-lt"/>
              </a:rPr>
              <a:t>about</a:t>
            </a:r>
            <a:r>
              <a:rPr lang="es-ES" sz="2000" dirty="0">
                <a:latin typeface="+mj-lt"/>
              </a:rPr>
              <a:t> Harry </a:t>
            </a:r>
            <a:r>
              <a:rPr lang="es-ES" sz="2000" dirty="0" err="1">
                <a:latin typeface="+mj-lt"/>
              </a:rPr>
              <a:t>is</a:t>
            </a:r>
            <a:r>
              <a:rPr lang="es-ES" sz="2000" dirty="0">
                <a:latin typeface="+mj-lt"/>
              </a:rPr>
              <a:t> no </a:t>
            </a:r>
            <a:r>
              <a:rPr lang="es-ES" sz="2000" dirty="0" err="1">
                <a:latin typeface="+mj-lt"/>
              </a:rPr>
              <a:t>longer</a:t>
            </a:r>
            <a:r>
              <a:rPr lang="es-ES" sz="2000" dirty="0">
                <a:latin typeface="+mj-lt"/>
              </a:rPr>
              <a:t> </a:t>
            </a:r>
            <a:r>
              <a:rPr lang="es-ES" sz="2000" dirty="0" err="1">
                <a:latin typeface="+mj-lt"/>
              </a:rPr>
              <a:t>required</a:t>
            </a:r>
            <a:r>
              <a:rPr lang="es-ES" sz="2000" dirty="0">
                <a:latin typeface="+mj-lt"/>
              </a:rPr>
              <a:t>. </a:t>
            </a:r>
            <a:r>
              <a:rPr lang="es-ES" sz="2000" dirty="0" err="1">
                <a:latin typeface="+mj-lt"/>
              </a:rPr>
              <a:t>Now</a:t>
            </a:r>
            <a:r>
              <a:rPr lang="es-ES" sz="2000" dirty="0">
                <a:latin typeface="+mj-lt"/>
              </a:rPr>
              <a:t>, </a:t>
            </a:r>
            <a:r>
              <a:rPr lang="es-ES" sz="2000" dirty="0" err="1">
                <a:latin typeface="+mj-lt"/>
              </a:rPr>
              <a:t>the</a:t>
            </a:r>
            <a:r>
              <a:rPr lang="es-ES" sz="2000" dirty="0">
                <a:latin typeface="+mj-lt"/>
              </a:rPr>
              <a:t> </a:t>
            </a:r>
            <a:r>
              <a:rPr lang="es-ES" sz="2000" dirty="0" err="1">
                <a:latin typeface="+mj-lt"/>
              </a:rPr>
              <a:t>forget</a:t>
            </a:r>
            <a:r>
              <a:rPr lang="es-ES" sz="2000" dirty="0">
                <a:latin typeface="+mj-lt"/>
              </a:rPr>
              <a:t> gate </a:t>
            </a:r>
            <a:r>
              <a:rPr lang="es-ES" sz="2000" dirty="0" err="1">
                <a:latin typeface="+mj-lt"/>
              </a:rPr>
              <a:t>will</a:t>
            </a:r>
            <a:r>
              <a:rPr lang="es-ES" sz="2000" dirty="0">
                <a:latin typeface="+mj-lt"/>
              </a:rPr>
              <a:t> </a:t>
            </a:r>
            <a:r>
              <a:rPr lang="es-ES" sz="2000" dirty="0" err="1">
                <a:latin typeface="+mj-lt"/>
              </a:rPr>
              <a:t>remove</a:t>
            </a:r>
            <a:r>
              <a:rPr lang="es-ES" sz="2000" dirty="0">
                <a:latin typeface="+mj-lt"/>
              </a:rPr>
              <a:t>/</a:t>
            </a:r>
            <a:r>
              <a:rPr lang="es-ES" sz="2000" dirty="0" err="1">
                <a:latin typeface="+mj-lt"/>
              </a:rPr>
              <a:t>forget</a:t>
            </a:r>
            <a:r>
              <a:rPr lang="es-ES" sz="2000" dirty="0">
                <a:latin typeface="+mj-lt"/>
              </a:rPr>
              <a:t> </a:t>
            </a:r>
            <a:r>
              <a:rPr lang="es-ES" sz="2000" dirty="0" err="1">
                <a:latin typeface="+mj-lt"/>
              </a:rPr>
              <a:t>information</a:t>
            </a:r>
            <a:r>
              <a:rPr lang="es-ES" sz="2000" dirty="0">
                <a:latin typeface="+mj-lt"/>
              </a:rPr>
              <a:t> </a:t>
            </a:r>
            <a:r>
              <a:rPr lang="es-ES" sz="2000" dirty="0" err="1">
                <a:latin typeface="+mj-lt"/>
              </a:rPr>
              <a:t>about</a:t>
            </a:r>
            <a:r>
              <a:rPr lang="es-ES" sz="2000" dirty="0">
                <a:latin typeface="+mj-lt"/>
              </a:rPr>
              <a:t> Harry </a:t>
            </a:r>
            <a:r>
              <a:rPr lang="es-ES" sz="2000" dirty="0" err="1">
                <a:latin typeface="+mj-lt"/>
              </a:rPr>
              <a:t>from</a:t>
            </a:r>
            <a:r>
              <a:rPr lang="es-ES" sz="2000" dirty="0">
                <a:latin typeface="+mj-lt"/>
              </a:rPr>
              <a:t> </a:t>
            </a:r>
            <a:r>
              <a:rPr lang="es-ES" sz="2000" dirty="0" err="1">
                <a:latin typeface="+mj-lt"/>
              </a:rPr>
              <a:t>the</a:t>
            </a:r>
            <a:r>
              <a:rPr lang="es-ES" sz="2000" dirty="0">
                <a:latin typeface="+mj-lt"/>
              </a:rPr>
              <a:t> </a:t>
            </a:r>
            <a:r>
              <a:rPr lang="es-ES" sz="2000" dirty="0" err="1">
                <a:latin typeface="+mj-lt"/>
              </a:rPr>
              <a:t>cell</a:t>
            </a:r>
            <a:r>
              <a:rPr lang="es-ES" sz="2000" dirty="0">
                <a:latin typeface="+mj-lt"/>
              </a:rPr>
              <a:t> </a:t>
            </a:r>
            <a:r>
              <a:rPr lang="es-ES" sz="2000" dirty="0" err="1">
                <a:latin typeface="+mj-lt"/>
              </a:rPr>
              <a:t>state</a:t>
            </a:r>
            <a:r>
              <a:rPr lang="es-ES" sz="2000" dirty="0">
                <a:latin typeface="+mj-lt"/>
              </a:rPr>
              <a:t>.</a:t>
            </a:r>
          </a:p>
        </p:txBody>
      </p:sp>
      <p:pic>
        <p:nvPicPr>
          <p:cNvPr id="47" name="Imagen 46">
            <a:extLst>
              <a:ext uri="{FF2B5EF4-FFF2-40B4-BE49-F238E27FC236}">
                <a16:creationId xmlns:a16="http://schemas.microsoft.com/office/drawing/2014/main" id="{555F4229-9AA0-EF52-EEC6-2C04609A24E2}"/>
              </a:ext>
            </a:extLst>
          </p:cNvPr>
          <p:cNvPicPr>
            <a:picLocks noChangeAspect="1"/>
          </p:cNvPicPr>
          <p:nvPr/>
        </p:nvPicPr>
        <p:blipFill>
          <a:blip r:embed="rId7"/>
          <a:stretch>
            <a:fillRect/>
          </a:stretch>
        </p:blipFill>
        <p:spPr>
          <a:xfrm>
            <a:off x="6095995" y="3428999"/>
            <a:ext cx="10" cy="1"/>
          </a:xfrm>
          <a:prstGeom prst="rect">
            <a:avLst/>
          </a:prstGeom>
        </p:spPr>
      </p:pic>
      <p:pic>
        <p:nvPicPr>
          <p:cNvPr id="48" name="Imagen 47">
            <a:extLst>
              <a:ext uri="{FF2B5EF4-FFF2-40B4-BE49-F238E27FC236}">
                <a16:creationId xmlns:a16="http://schemas.microsoft.com/office/drawing/2014/main" id="{BCCBB6B0-91F5-61E6-BB62-EDBF67CD8697}"/>
              </a:ext>
            </a:extLst>
          </p:cNvPr>
          <p:cNvPicPr>
            <a:picLocks noChangeAspect="1"/>
          </p:cNvPicPr>
          <p:nvPr/>
        </p:nvPicPr>
        <p:blipFill>
          <a:blip r:embed="rId8"/>
          <a:stretch>
            <a:fillRect/>
          </a:stretch>
        </p:blipFill>
        <p:spPr>
          <a:xfrm>
            <a:off x="3090318" y="3893176"/>
            <a:ext cx="2914650" cy="314325"/>
          </a:xfrm>
          <a:prstGeom prst="rect">
            <a:avLst/>
          </a:prstGeom>
        </p:spPr>
      </p:pic>
    </p:spTree>
    <p:extLst>
      <p:ext uri="{BB962C8B-B14F-4D97-AF65-F5344CB8AC3E}">
        <p14:creationId xmlns:p14="http://schemas.microsoft.com/office/powerpoint/2010/main" val="4692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16CA3-CF80-2D30-3C39-F55931BBCF46}"/>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BD3602CF-4160-3BAF-524B-CE53B5FE430A}"/>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10D3B06-C0E3-778F-A78B-15C9BA094C5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B9DD7C06-5538-90A1-7FD8-8F8EC8138645}"/>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600573F4-33C2-9969-44B8-0288021F2FAC}"/>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Input gate</a:t>
            </a:r>
          </a:p>
        </p:txBody>
      </p:sp>
      <p:pic>
        <p:nvPicPr>
          <p:cNvPr id="27" name="Imagen 26">
            <a:extLst>
              <a:ext uri="{FF2B5EF4-FFF2-40B4-BE49-F238E27FC236}">
                <a16:creationId xmlns:a16="http://schemas.microsoft.com/office/drawing/2014/main" id="{04D4E2D2-FF27-A2F8-219D-AA3368AF94E6}"/>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6476A58E-47A4-2A63-A99B-1ED7ADB02E98}"/>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DCAB9EFB-4403-59E4-DFD2-A2EBE7378234}"/>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12D9FC30-B178-7FFC-60BA-83713FD975E1}"/>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110E7CFA-1DC4-EA74-2216-E87C85EBBBA2}"/>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B88E1624-4400-B30B-8FDC-D4A119FB1669}"/>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6CB92738-C53F-2403-2E0C-715B6B4368D8}"/>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F555D237-195B-79F1-685A-1BE8D291A658}"/>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F055F6AC-9462-C373-F837-1263C61BA4DF}"/>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B458B156-C693-CA6B-C9CD-C36F2AD19F48}"/>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206AC64C-167B-BB5C-F864-65A598166CD5}"/>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B5C4B7F8-B2BE-265E-54B7-B51A63FB9026}"/>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22FE492E-725E-A6EC-AB54-E8BB7167CE4E}"/>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28BB7951-5ABC-CCF8-FFE3-B04FAE95FFF9}"/>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69345E17-9877-F588-ECC1-CA666E69F2E2}"/>
              </a:ext>
            </a:extLst>
          </p:cNvPr>
          <p:cNvPicPr>
            <a:picLocks noChangeAspect="1"/>
          </p:cNvPicPr>
          <p:nvPr/>
        </p:nvPicPr>
        <p:blipFill>
          <a:blip r:embed="rId6"/>
          <a:stretch>
            <a:fillRect/>
          </a:stretch>
        </p:blipFill>
        <p:spPr>
          <a:xfrm>
            <a:off x="6027412" y="2761885"/>
            <a:ext cx="16" cy="17"/>
          </a:xfrm>
          <a:prstGeom prst="rect">
            <a:avLst/>
          </a:prstGeom>
        </p:spPr>
      </p:pic>
      <p:pic>
        <p:nvPicPr>
          <p:cNvPr id="19" name="Imagen 18">
            <a:extLst>
              <a:ext uri="{FF2B5EF4-FFF2-40B4-BE49-F238E27FC236}">
                <a16:creationId xmlns:a16="http://schemas.microsoft.com/office/drawing/2014/main" id="{0B9B0EFF-392E-7537-1B1C-C0A95F840A7E}"/>
              </a:ext>
            </a:extLst>
          </p:cNvPr>
          <p:cNvPicPr>
            <a:picLocks noChangeAspect="1"/>
          </p:cNvPicPr>
          <p:nvPr/>
        </p:nvPicPr>
        <p:blipFill>
          <a:blip r:embed="rId3"/>
          <a:stretch>
            <a:fillRect/>
          </a:stretch>
        </p:blipFill>
        <p:spPr>
          <a:xfrm>
            <a:off x="6036902" y="2622325"/>
            <a:ext cx="47017" cy="752"/>
          </a:xfrm>
          <a:prstGeom prst="rect">
            <a:avLst/>
          </a:prstGeom>
        </p:spPr>
      </p:pic>
      <p:pic>
        <p:nvPicPr>
          <p:cNvPr id="21" name="Imagen 20">
            <a:extLst>
              <a:ext uri="{FF2B5EF4-FFF2-40B4-BE49-F238E27FC236}">
                <a16:creationId xmlns:a16="http://schemas.microsoft.com/office/drawing/2014/main" id="{4E91B664-BDA8-F8A0-7F78-9380FDE2AD4D}"/>
              </a:ext>
            </a:extLst>
          </p:cNvPr>
          <p:cNvPicPr>
            <a:picLocks noChangeAspect="1"/>
          </p:cNvPicPr>
          <p:nvPr/>
        </p:nvPicPr>
        <p:blipFill>
          <a:blip r:embed="rId4"/>
          <a:stretch>
            <a:fillRect/>
          </a:stretch>
        </p:blipFill>
        <p:spPr>
          <a:xfrm>
            <a:off x="6037938" y="2622700"/>
            <a:ext cx="47017" cy="2"/>
          </a:xfrm>
          <a:prstGeom prst="rect">
            <a:avLst/>
          </a:prstGeom>
        </p:spPr>
      </p:pic>
      <p:pic>
        <p:nvPicPr>
          <p:cNvPr id="22" name="Imagen 21">
            <a:extLst>
              <a:ext uri="{FF2B5EF4-FFF2-40B4-BE49-F238E27FC236}">
                <a16:creationId xmlns:a16="http://schemas.microsoft.com/office/drawing/2014/main" id="{A3A29FC7-51A3-9CB0-BA9C-27AF9D2B3E71}"/>
              </a:ext>
            </a:extLst>
          </p:cNvPr>
          <p:cNvPicPr>
            <a:picLocks noChangeAspect="1"/>
          </p:cNvPicPr>
          <p:nvPr/>
        </p:nvPicPr>
        <p:blipFill>
          <a:blip r:embed="rId5"/>
          <a:stretch>
            <a:fillRect/>
          </a:stretch>
        </p:blipFill>
        <p:spPr>
          <a:xfrm>
            <a:off x="6037923" y="2622698"/>
            <a:ext cx="47017" cy="5"/>
          </a:xfrm>
          <a:prstGeom prst="rect">
            <a:avLst/>
          </a:prstGeom>
        </p:spPr>
      </p:pic>
      <p:pic>
        <p:nvPicPr>
          <p:cNvPr id="23" name="Imagen 22">
            <a:extLst>
              <a:ext uri="{FF2B5EF4-FFF2-40B4-BE49-F238E27FC236}">
                <a16:creationId xmlns:a16="http://schemas.microsoft.com/office/drawing/2014/main" id="{887E8121-D239-FF25-C09B-20D72D42548F}"/>
              </a:ext>
            </a:extLst>
          </p:cNvPr>
          <p:cNvPicPr>
            <a:picLocks noChangeAspect="1"/>
          </p:cNvPicPr>
          <p:nvPr/>
        </p:nvPicPr>
        <p:blipFill>
          <a:blip r:embed="rId6"/>
          <a:stretch>
            <a:fillRect/>
          </a:stretch>
        </p:blipFill>
        <p:spPr>
          <a:xfrm>
            <a:off x="6037933" y="2622692"/>
            <a:ext cx="47017" cy="17"/>
          </a:xfrm>
          <a:prstGeom prst="rect">
            <a:avLst/>
          </a:prstGeom>
        </p:spPr>
      </p:pic>
      <p:pic>
        <p:nvPicPr>
          <p:cNvPr id="18" name="Imagen 17">
            <a:extLst>
              <a:ext uri="{FF2B5EF4-FFF2-40B4-BE49-F238E27FC236}">
                <a16:creationId xmlns:a16="http://schemas.microsoft.com/office/drawing/2014/main" id="{73289C0B-F015-0C5A-706E-423DFF563DE5}"/>
              </a:ext>
            </a:extLst>
          </p:cNvPr>
          <p:cNvPicPr>
            <a:picLocks noChangeAspect="1"/>
          </p:cNvPicPr>
          <p:nvPr/>
        </p:nvPicPr>
        <p:blipFill>
          <a:blip r:embed="rId3"/>
          <a:stretch>
            <a:fillRect/>
          </a:stretch>
        </p:blipFill>
        <p:spPr>
          <a:xfrm>
            <a:off x="4596481" y="2621132"/>
            <a:ext cx="2078" cy="752"/>
          </a:xfrm>
          <a:prstGeom prst="rect">
            <a:avLst/>
          </a:prstGeom>
        </p:spPr>
      </p:pic>
      <p:pic>
        <p:nvPicPr>
          <p:cNvPr id="26" name="Imagen 25">
            <a:extLst>
              <a:ext uri="{FF2B5EF4-FFF2-40B4-BE49-F238E27FC236}">
                <a16:creationId xmlns:a16="http://schemas.microsoft.com/office/drawing/2014/main" id="{5A12E45D-F0F4-BA9C-DAF7-3933E0C7300A}"/>
              </a:ext>
            </a:extLst>
          </p:cNvPr>
          <p:cNvPicPr>
            <a:picLocks noChangeAspect="1"/>
          </p:cNvPicPr>
          <p:nvPr/>
        </p:nvPicPr>
        <p:blipFill>
          <a:blip r:embed="rId4"/>
          <a:stretch>
            <a:fillRect/>
          </a:stretch>
        </p:blipFill>
        <p:spPr>
          <a:xfrm>
            <a:off x="4597516" y="2621507"/>
            <a:ext cx="7" cy="2"/>
          </a:xfrm>
          <a:prstGeom prst="rect">
            <a:avLst/>
          </a:prstGeom>
        </p:spPr>
      </p:pic>
      <p:pic>
        <p:nvPicPr>
          <p:cNvPr id="28" name="Imagen 27">
            <a:extLst>
              <a:ext uri="{FF2B5EF4-FFF2-40B4-BE49-F238E27FC236}">
                <a16:creationId xmlns:a16="http://schemas.microsoft.com/office/drawing/2014/main" id="{B2CC3EB4-6184-FDCD-B14E-BDE52ABC0D13}"/>
              </a:ext>
            </a:extLst>
          </p:cNvPr>
          <p:cNvPicPr>
            <a:picLocks noChangeAspect="1"/>
          </p:cNvPicPr>
          <p:nvPr/>
        </p:nvPicPr>
        <p:blipFill>
          <a:blip r:embed="rId5"/>
          <a:stretch>
            <a:fillRect/>
          </a:stretch>
        </p:blipFill>
        <p:spPr>
          <a:xfrm>
            <a:off x="4597502" y="2621505"/>
            <a:ext cx="36" cy="5"/>
          </a:xfrm>
          <a:prstGeom prst="rect">
            <a:avLst/>
          </a:prstGeom>
        </p:spPr>
      </p:pic>
      <p:pic>
        <p:nvPicPr>
          <p:cNvPr id="29" name="Imagen 28">
            <a:extLst>
              <a:ext uri="{FF2B5EF4-FFF2-40B4-BE49-F238E27FC236}">
                <a16:creationId xmlns:a16="http://schemas.microsoft.com/office/drawing/2014/main" id="{539F0C85-96F8-A5EC-0C14-679154D16081}"/>
              </a:ext>
            </a:extLst>
          </p:cNvPr>
          <p:cNvPicPr>
            <a:picLocks noChangeAspect="1"/>
          </p:cNvPicPr>
          <p:nvPr/>
        </p:nvPicPr>
        <p:blipFill>
          <a:blip r:embed="rId6"/>
          <a:stretch>
            <a:fillRect/>
          </a:stretch>
        </p:blipFill>
        <p:spPr>
          <a:xfrm>
            <a:off x="4597512" y="2621499"/>
            <a:ext cx="16" cy="17"/>
          </a:xfrm>
          <a:prstGeom prst="rect">
            <a:avLst/>
          </a:prstGeom>
        </p:spPr>
      </p:pic>
      <p:pic>
        <p:nvPicPr>
          <p:cNvPr id="25" name="Imagen 24">
            <a:extLst>
              <a:ext uri="{FF2B5EF4-FFF2-40B4-BE49-F238E27FC236}">
                <a16:creationId xmlns:a16="http://schemas.microsoft.com/office/drawing/2014/main" id="{8A7D1DE3-3B56-BD0A-F3DF-30B2A58EF63E}"/>
              </a:ext>
            </a:extLst>
          </p:cNvPr>
          <p:cNvPicPr>
            <a:picLocks noChangeAspect="1"/>
          </p:cNvPicPr>
          <p:nvPr/>
        </p:nvPicPr>
        <p:blipFill>
          <a:blip r:embed="rId3"/>
          <a:stretch>
            <a:fillRect/>
          </a:stretch>
        </p:blipFill>
        <p:spPr>
          <a:xfrm>
            <a:off x="4596481" y="2190231"/>
            <a:ext cx="2078" cy="752"/>
          </a:xfrm>
          <a:prstGeom prst="rect">
            <a:avLst/>
          </a:prstGeom>
        </p:spPr>
      </p:pic>
      <p:pic>
        <p:nvPicPr>
          <p:cNvPr id="32" name="Imagen 31">
            <a:extLst>
              <a:ext uri="{FF2B5EF4-FFF2-40B4-BE49-F238E27FC236}">
                <a16:creationId xmlns:a16="http://schemas.microsoft.com/office/drawing/2014/main" id="{2EFA8E9E-7B29-1060-3EA4-4EA5841E84C7}"/>
              </a:ext>
            </a:extLst>
          </p:cNvPr>
          <p:cNvPicPr>
            <a:picLocks noChangeAspect="1"/>
          </p:cNvPicPr>
          <p:nvPr/>
        </p:nvPicPr>
        <p:blipFill>
          <a:blip r:embed="rId4"/>
          <a:stretch>
            <a:fillRect/>
          </a:stretch>
        </p:blipFill>
        <p:spPr>
          <a:xfrm>
            <a:off x="4597516" y="2190606"/>
            <a:ext cx="7" cy="2"/>
          </a:xfrm>
          <a:prstGeom prst="rect">
            <a:avLst/>
          </a:prstGeom>
        </p:spPr>
      </p:pic>
      <p:pic>
        <p:nvPicPr>
          <p:cNvPr id="33" name="Imagen 32">
            <a:extLst>
              <a:ext uri="{FF2B5EF4-FFF2-40B4-BE49-F238E27FC236}">
                <a16:creationId xmlns:a16="http://schemas.microsoft.com/office/drawing/2014/main" id="{D5DD6A4F-027A-AABA-5F89-A783D827958F}"/>
              </a:ext>
            </a:extLst>
          </p:cNvPr>
          <p:cNvPicPr>
            <a:picLocks noChangeAspect="1"/>
          </p:cNvPicPr>
          <p:nvPr/>
        </p:nvPicPr>
        <p:blipFill>
          <a:blip r:embed="rId5"/>
          <a:stretch>
            <a:fillRect/>
          </a:stretch>
        </p:blipFill>
        <p:spPr>
          <a:xfrm>
            <a:off x="4597502" y="2190604"/>
            <a:ext cx="36" cy="5"/>
          </a:xfrm>
          <a:prstGeom prst="rect">
            <a:avLst/>
          </a:prstGeom>
        </p:spPr>
      </p:pic>
      <p:pic>
        <p:nvPicPr>
          <p:cNvPr id="34" name="Imagen 33">
            <a:extLst>
              <a:ext uri="{FF2B5EF4-FFF2-40B4-BE49-F238E27FC236}">
                <a16:creationId xmlns:a16="http://schemas.microsoft.com/office/drawing/2014/main" id="{71FC5F14-7715-953F-946C-D315FD799308}"/>
              </a:ext>
            </a:extLst>
          </p:cNvPr>
          <p:cNvPicPr>
            <a:picLocks noChangeAspect="1"/>
          </p:cNvPicPr>
          <p:nvPr/>
        </p:nvPicPr>
        <p:blipFill>
          <a:blip r:embed="rId6"/>
          <a:stretch>
            <a:fillRect/>
          </a:stretch>
        </p:blipFill>
        <p:spPr>
          <a:xfrm>
            <a:off x="4597512" y="2190598"/>
            <a:ext cx="16" cy="17"/>
          </a:xfrm>
          <a:prstGeom prst="rect">
            <a:avLst/>
          </a:prstGeom>
        </p:spPr>
      </p:pic>
      <p:pic>
        <p:nvPicPr>
          <p:cNvPr id="30" name="Imagen 29">
            <a:extLst>
              <a:ext uri="{FF2B5EF4-FFF2-40B4-BE49-F238E27FC236}">
                <a16:creationId xmlns:a16="http://schemas.microsoft.com/office/drawing/2014/main" id="{FC076097-C68F-F27C-47B2-DF917B507C84}"/>
              </a:ext>
            </a:extLst>
          </p:cNvPr>
          <p:cNvPicPr>
            <a:picLocks noChangeAspect="1"/>
          </p:cNvPicPr>
          <p:nvPr/>
        </p:nvPicPr>
        <p:blipFill>
          <a:blip r:embed="rId3"/>
          <a:stretch>
            <a:fillRect/>
          </a:stretch>
        </p:blipFill>
        <p:spPr>
          <a:xfrm>
            <a:off x="5216066" y="2535671"/>
            <a:ext cx="2078" cy="752"/>
          </a:xfrm>
          <a:prstGeom prst="rect">
            <a:avLst/>
          </a:prstGeom>
        </p:spPr>
      </p:pic>
      <p:pic>
        <p:nvPicPr>
          <p:cNvPr id="31" name="Imagen 30">
            <a:extLst>
              <a:ext uri="{FF2B5EF4-FFF2-40B4-BE49-F238E27FC236}">
                <a16:creationId xmlns:a16="http://schemas.microsoft.com/office/drawing/2014/main" id="{8BCB2ED1-F8F6-4B29-8BD9-A499805C8C3C}"/>
              </a:ext>
            </a:extLst>
          </p:cNvPr>
          <p:cNvPicPr>
            <a:picLocks noChangeAspect="1"/>
          </p:cNvPicPr>
          <p:nvPr/>
        </p:nvPicPr>
        <p:blipFill>
          <a:blip r:embed="rId4"/>
          <a:stretch>
            <a:fillRect/>
          </a:stretch>
        </p:blipFill>
        <p:spPr>
          <a:xfrm>
            <a:off x="5217101" y="2536046"/>
            <a:ext cx="7" cy="2"/>
          </a:xfrm>
          <a:prstGeom prst="rect">
            <a:avLst/>
          </a:prstGeom>
        </p:spPr>
      </p:pic>
      <p:pic>
        <p:nvPicPr>
          <p:cNvPr id="37" name="Imagen 36">
            <a:extLst>
              <a:ext uri="{FF2B5EF4-FFF2-40B4-BE49-F238E27FC236}">
                <a16:creationId xmlns:a16="http://schemas.microsoft.com/office/drawing/2014/main" id="{5F92BB39-939E-BE6B-31F1-93682CF140FB}"/>
              </a:ext>
            </a:extLst>
          </p:cNvPr>
          <p:cNvPicPr>
            <a:picLocks noChangeAspect="1"/>
          </p:cNvPicPr>
          <p:nvPr/>
        </p:nvPicPr>
        <p:blipFill>
          <a:blip r:embed="rId5"/>
          <a:stretch>
            <a:fillRect/>
          </a:stretch>
        </p:blipFill>
        <p:spPr>
          <a:xfrm>
            <a:off x="5217087" y="2536044"/>
            <a:ext cx="36" cy="5"/>
          </a:xfrm>
          <a:prstGeom prst="rect">
            <a:avLst/>
          </a:prstGeom>
        </p:spPr>
      </p:pic>
      <p:pic>
        <p:nvPicPr>
          <p:cNvPr id="38" name="Imagen 37">
            <a:extLst>
              <a:ext uri="{FF2B5EF4-FFF2-40B4-BE49-F238E27FC236}">
                <a16:creationId xmlns:a16="http://schemas.microsoft.com/office/drawing/2014/main" id="{EC4F2F8E-88C4-F67A-CF4B-17CC3C02D567}"/>
              </a:ext>
            </a:extLst>
          </p:cNvPr>
          <p:cNvPicPr>
            <a:picLocks noChangeAspect="1"/>
          </p:cNvPicPr>
          <p:nvPr/>
        </p:nvPicPr>
        <p:blipFill>
          <a:blip r:embed="rId6"/>
          <a:stretch>
            <a:fillRect/>
          </a:stretch>
        </p:blipFill>
        <p:spPr>
          <a:xfrm>
            <a:off x="5217097" y="2536038"/>
            <a:ext cx="16" cy="17"/>
          </a:xfrm>
          <a:prstGeom prst="rect">
            <a:avLst/>
          </a:prstGeom>
        </p:spPr>
      </p:pic>
      <p:pic>
        <p:nvPicPr>
          <p:cNvPr id="35" name="Imagen 34">
            <a:extLst>
              <a:ext uri="{FF2B5EF4-FFF2-40B4-BE49-F238E27FC236}">
                <a16:creationId xmlns:a16="http://schemas.microsoft.com/office/drawing/2014/main" id="{95FC5F90-2B05-E862-1365-923C3E93D35F}"/>
              </a:ext>
            </a:extLst>
          </p:cNvPr>
          <p:cNvPicPr>
            <a:picLocks noChangeAspect="1"/>
          </p:cNvPicPr>
          <p:nvPr/>
        </p:nvPicPr>
        <p:blipFill>
          <a:blip r:embed="rId3"/>
          <a:stretch>
            <a:fillRect/>
          </a:stretch>
        </p:blipFill>
        <p:spPr>
          <a:xfrm>
            <a:off x="5959249" y="2600345"/>
            <a:ext cx="45719" cy="752"/>
          </a:xfrm>
          <a:prstGeom prst="rect">
            <a:avLst/>
          </a:prstGeom>
        </p:spPr>
      </p:pic>
      <p:pic>
        <p:nvPicPr>
          <p:cNvPr id="36" name="Imagen 35">
            <a:extLst>
              <a:ext uri="{FF2B5EF4-FFF2-40B4-BE49-F238E27FC236}">
                <a16:creationId xmlns:a16="http://schemas.microsoft.com/office/drawing/2014/main" id="{10E6B1D2-E82F-0C20-358D-C47B4772858C}"/>
              </a:ext>
            </a:extLst>
          </p:cNvPr>
          <p:cNvPicPr>
            <a:picLocks noChangeAspect="1"/>
          </p:cNvPicPr>
          <p:nvPr/>
        </p:nvPicPr>
        <p:blipFill>
          <a:blip r:embed="rId4"/>
          <a:stretch>
            <a:fillRect/>
          </a:stretch>
        </p:blipFill>
        <p:spPr>
          <a:xfrm>
            <a:off x="5960285" y="2600720"/>
            <a:ext cx="45719" cy="2"/>
          </a:xfrm>
          <a:prstGeom prst="rect">
            <a:avLst/>
          </a:prstGeom>
        </p:spPr>
      </p:pic>
      <p:pic>
        <p:nvPicPr>
          <p:cNvPr id="41" name="Imagen 40">
            <a:extLst>
              <a:ext uri="{FF2B5EF4-FFF2-40B4-BE49-F238E27FC236}">
                <a16:creationId xmlns:a16="http://schemas.microsoft.com/office/drawing/2014/main" id="{84EFE6AF-0491-01EB-3470-2EFA248C253A}"/>
              </a:ext>
            </a:extLst>
          </p:cNvPr>
          <p:cNvPicPr>
            <a:picLocks noChangeAspect="1"/>
          </p:cNvPicPr>
          <p:nvPr/>
        </p:nvPicPr>
        <p:blipFill>
          <a:blip r:embed="rId5"/>
          <a:stretch>
            <a:fillRect/>
          </a:stretch>
        </p:blipFill>
        <p:spPr>
          <a:xfrm>
            <a:off x="5960270" y="2600718"/>
            <a:ext cx="45719" cy="5"/>
          </a:xfrm>
          <a:prstGeom prst="rect">
            <a:avLst/>
          </a:prstGeom>
        </p:spPr>
      </p:pic>
      <p:pic>
        <p:nvPicPr>
          <p:cNvPr id="42" name="Imagen 41">
            <a:extLst>
              <a:ext uri="{FF2B5EF4-FFF2-40B4-BE49-F238E27FC236}">
                <a16:creationId xmlns:a16="http://schemas.microsoft.com/office/drawing/2014/main" id="{9053EC58-5E53-6BD8-CC53-FE8ACDC4D6B2}"/>
              </a:ext>
            </a:extLst>
          </p:cNvPr>
          <p:cNvPicPr>
            <a:picLocks noChangeAspect="1"/>
          </p:cNvPicPr>
          <p:nvPr/>
        </p:nvPicPr>
        <p:blipFill>
          <a:blip r:embed="rId6"/>
          <a:stretch>
            <a:fillRect/>
          </a:stretch>
        </p:blipFill>
        <p:spPr>
          <a:xfrm>
            <a:off x="5960280" y="2600712"/>
            <a:ext cx="45719" cy="17"/>
          </a:xfrm>
          <a:prstGeom prst="rect">
            <a:avLst/>
          </a:prstGeom>
        </p:spPr>
      </p:pic>
      <p:pic>
        <p:nvPicPr>
          <p:cNvPr id="39" name="Imagen 38">
            <a:extLst>
              <a:ext uri="{FF2B5EF4-FFF2-40B4-BE49-F238E27FC236}">
                <a16:creationId xmlns:a16="http://schemas.microsoft.com/office/drawing/2014/main" id="{3B446D94-6DD8-523F-771A-23697B688EEC}"/>
              </a:ext>
            </a:extLst>
          </p:cNvPr>
          <p:cNvPicPr>
            <a:picLocks noChangeAspect="1"/>
          </p:cNvPicPr>
          <p:nvPr/>
        </p:nvPicPr>
        <p:blipFill>
          <a:blip r:embed="rId3"/>
          <a:stretch>
            <a:fillRect/>
          </a:stretch>
        </p:blipFill>
        <p:spPr>
          <a:xfrm>
            <a:off x="6094961" y="3428624"/>
            <a:ext cx="2078" cy="752"/>
          </a:xfrm>
          <a:prstGeom prst="rect">
            <a:avLst/>
          </a:prstGeom>
        </p:spPr>
      </p:pic>
      <p:pic>
        <p:nvPicPr>
          <p:cNvPr id="40" name="Imagen 39">
            <a:extLst>
              <a:ext uri="{FF2B5EF4-FFF2-40B4-BE49-F238E27FC236}">
                <a16:creationId xmlns:a16="http://schemas.microsoft.com/office/drawing/2014/main" id="{382642F6-F2FF-9EBE-6CAE-438A3DB32DE7}"/>
              </a:ext>
            </a:extLst>
          </p:cNvPr>
          <p:cNvPicPr>
            <a:picLocks noChangeAspect="1"/>
          </p:cNvPicPr>
          <p:nvPr/>
        </p:nvPicPr>
        <p:blipFill>
          <a:blip r:embed="rId4"/>
          <a:stretch>
            <a:fillRect/>
          </a:stretch>
        </p:blipFill>
        <p:spPr>
          <a:xfrm>
            <a:off x="6095996" y="3428999"/>
            <a:ext cx="7" cy="2"/>
          </a:xfrm>
          <a:prstGeom prst="rect">
            <a:avLst/>
          </a:prstGeom>
        </p:spPr>
      </p:pic>
      <p:pic>
        <p:nvPicPr>
          <p:cNvPr id="44" name="Imagen 43">
            <a:extLst>
              <a:ext uri="{FF2B5EF4-FFF2-40B4-BE49-F238E27FC236}">
                <a16:creationId xmlns:a16="http://schemas.microsoft.com/office/drawing/2014/main" id="{56132F9E-D6C5-CAA7-CF95-A47AA7F24401}"/>
              </a:ext>
            </a:extLst>
          </p:cNvPr>
          <p:cNvPicPr>
            <a:picLocks noChangeAspect="1"/>
          </p:cNvPicPr>
          <p:nvPr/>
        </p:nvPicPr>
        <p:blipFill>
          <a:blip r:embed="rId5"/>
          <a:stretch>
            <a:fillRect/>
          </a:stretch>
        </p:blipFill>
        <p:spPr>
          <a:xfrm>
            <a:off x="6095982" y="3428997"/>
            <a:ext cx="36" cy="5"/>
          </a:xfrm>
          <a:prstGeom prst="rect">
            <a:avLst/>
          </a:prstGeom>
        </p:spPr>
      </p:pic>
      <p:pic>
        <p:nvPicPr>
          <p:cNvPr id="45" name="Imagen 44">
            <a:extLst>
              <a:ext uri="{FF2B5EF4-FFF2-40B4-BE49-F238E27FC236}">
                <a16:creationId xmlns:a16="http://schemas.microsoft.com/office/drawing/2014/main" id="{EF2664ED-2652-48CA-DDCA-C20D413DB2C6}"/>
              </a:ext>
            </a:extLst>
          </p:cNvPr>
          <p:cNvPicPr>
            <a:picLocks noChangeAspect="1"/>
          </p:cNvPicPr>
          <p:nvPr/>
        </p:nvPicPr>
        <p:blipFill>
          <a:blip r:embed="rId6"/>
          <a:stretch>
            <a:fillRect/>
          </a:stretch>
        </p:blipFill>
        <p:spPr>
          <a:xfrm>
            <a:off x="6095992" y="3428991"/>
            <a:ext cx="16" cy="17"/>
          </a:xfrm>
          <a:prstGeom prst="rect">
            <a:avLst/>
          </a:prstGeom>
        </p:spPr>
      </p:pic>
      <p:pic>
        <p:nvPicPr>
          <p:cNvPr id="47" name="Imagen 46">
            <a:extLst>
              <a:ext uri="{FF2B5EF4-FFF2-40B4-BE49-F238E27FC236}">
                <a16:creationId xmlns:a16="http://schemas.microsoft.com/office/drawing/2014/main" id="{9012F9FA-A9F3-84A2-6D6C-92C6A49B59E6}"/>
              </a:ext>
            </a:extLst>
          </p:cNvPr>
          <p:cNvPicPr>
            <a:picLocks noChangeAspect="1"/>
          </p:cNvPicPr>
          <p:nvPr/>
        </p:nvPicPr>
        <p:blipFill>
          <a:blip r:embed="rId7"/>
          <a:stretch>
            <a:fillRect/>
          </a:stretch>
        </p:blipFill>
        <p:spPr>
          <a:xfrm>
            <a:off x="6095995" y="3428999"/>
            <a:ext cx="10" cy="1"/>
          </a:xfrm>
          <a:prstGeom prst="rect">
            <a:avLst/>
          </a:prstGeom>
        </p:spPr>
      </p:pic>
      <p:pic>
        <p:nvPicPr>
          <p:cNvPr id="43" name="Imagen 42">
            <a:extLst>
              <a:ext uri="{FF2B5EF4-FFF2-40B4-BE49-F238E27FC236}">
                <a16:creationId xmlns:a16="http://schemas.microsoft.com/office/drawing/2014/main" id="{ED57E59D-9D60-67F6-94A3-0BF1F34FEFEB}"/>
              </a:ext>
            </a:extLst>
          </p:cNvPr>
          <p:cNvPicPr>
            <a:picLocks noChangeAspect="1"/>
          </p:cNvPicPr>
          <p:nvPr/>
        </p:nvPicPr>
        <p:blipFill>
          <a:blip r:embed="rId3"/>
          <a:stretch>
            <a:fillRect/>
          </a:stretch>
        </p:blipFill>
        <p:spPr>
          <a:xfrm>
            <a:off x="6012162" y="2498984"/>
            <a:ext cx="2078" cy="752"/>
          </a:xfrm>
          <a:prstGeom prst="rect">
            <a:avLst/>
          </a:prstGeom>
        </p:spPr>
      </p:pic>
      <p:pic>
        <p:nvPicPr>
          <p:cNvPr id="49" name="Imagen 48">
            <a:extLst>
              <a:ext uri="{FF2B5EF4-FFF2-40B4-BE49-F238E27FC236}">
                <a16:creationId xmlns:a16="http://schemas.microsoft.com/office/drawing/2014/main" id="{32B3CCB7-AC61-2AE1-3187-F62B4F81753D}"/>
              </a:ext>
            </a:extLst>
          </p:cNvPr>
          <p:cNvPicPr>
            <a:picLocks noChangeAspect="1"/>
          </p:cNvPicPr>
          <p:nvPr/>
        </p:nvPicPr>
        <p:blipFill>
          <a:blip r:embed="rId4"/>
          <a:stretch>
            <a:fillRect/>
          </a:stretch>
        </p:blipFill>
        <p:spPr>
          <a:xfrm>
            <a:off x="6013197" y="2499359"/>
            <a:ext cx="7" cy="2"/>
          </a:xfrm>
          <a:prstGeom prst="rect">
            <a:avLst/>
          </a:prstGeom>
        </p:spPr>
      </p:pic>
      <p:pic>
        <p:nvPicPr>
          <p:cNvPr id="50" name="Imagen 49">
            <a:extLst>
              <a:ext uri="{FF2B5EF4-FFF2-40B4-BE49-F238E27FC236}">
                <a16:creationId xmlns:a16="http://schemas.microsoft.com/office/drawing/2014/main" id="{2AF774D0-2C15-73BE-1CBD-45E929795B31}"/>
              </a:ext>
            </a:extLst>
          </p:cNvPr>
          <p:cNvPicPr>
            <a:picLocks noChangeAspect="1"/>
          </p:cNvPicPr>
          <p:nvPr/>
        </p:nvPicPr>
        <p:blipFill>
          <a:blip r:embed="rId5"/>
          <a:stretch>
            <a:fillRect/>
          </a:stretch>
        </p:blipFill>
        <p:spPr>
          <a:xfrm>
            <a:off x="6013183" y="2499357"/>
            <a:ext cx="36" cy="5"/>
          </a:xfrm>
          <a:prstGeom prst="rect">
            <a:avLst/>
          </a:prstGeom>
        </p:spPr>
      </p:pic>
      <p:pic>
        <p:nvPicPr>
          <p:cNvPr id="51" name="Imagen 50">
            <a:extLst>
              <a:ext uri="{FF2B5EF4-FFF2-40B4-BE49-F238E27FC236}">
                <a16:creationId xmlns:a16="http://schemas.microsoft.com/office/drawing/2014/main" id="{D22A8283-9686-4083-6A56-D9BFC2E1FEC5}"/>
              </a:ext>
            </a:extLst>
          </p:cNvPr>
          <p:cNvPicPr>
            <a:picLocks noChangeAspect="1"/>
          </p:cNvPicPr>
          <p:nvPr/>
        </p:nvPicPr>
        <p:blipFill>
          <a:blip r:embed="rId6"/>
          <a:stretch>
            <a:fillRect/>
          </a:stretch>
        </p:blipFill>
        <p:spPr>
          <a:xfrm>
            <a:off x="6013193" y="2499351"/>
            <a:ext cx="16" cy="17"/>
          </a:xfrm>
          <a:prstGeom prst="rect">
            <a:avLst/>
          </a:prstGeom>
        </p:spPr>
      </p:pic>
      <p:sp>
        <p:nvSpPr>
          <p:cNvPr id="52" name="CuadroTexto 51">
            <a:extLst>
              <a:ext uri="{FF2B5EF4-FFF2-40B4-BE49-F238E27FC236}">
                <a16:creationId xmlns:a16="http://schemas.microsoft.com/office/drawing/2014/main" id="{4074604B-055F-BAC8-977A-B524FA358844}"/>
              </a:ext>
            </a:extLst>
          </p:cNvPr>
          <p:cNvSpPr txBox="1"/>
          <p:nvPr/>
        </p:nvSpPr>
        <p:spPr>
          <a:xfrm>
            <a:off x="452231" y="740614"/>
            <a:ext cx="8288500" cy="2862322"/>
          </a:xfrm>
          <a:prstGeom prst="rect">
            <a:avLst/>
          </a:prstGeom>
          <a:noFill/>
        </p:spPr>
        <p:txBody>
          <a:bodyPr wrap="square">
            <a:spAutoFit/>
          </a:bodyPr>
          <a:lstStyle/>
          <a:p>
            <a:pPr algn="just"/>
            <a:r>
              <a:rPr lang="en-US" sz="2000" dirty="0">
                <a:latin typeface="+mj-lt"/>
              </a:rPr>
              <a:t>The input gate is responsible for deciding what information should be stored in the cell state. Let's consider the same example:</a:t>
            </a:r>
          </a:p>
          <a:p>
            <a:pPr algn="just"/>
            <a:endParaRPr lang="en-US" sz="2000" dirty="0">
              <a:latin typeface="+mj-lt"/>
            </a:endParaRPr>
          </a:p>
          <a:p>
            <a:pPr algn="just"/>
            <a:r>
              <a:rPr lang="en-US" sz="2000" dirty="0">
                <a:latin typeface="+mj-lt"/>
              </a:rPr>
              <a:t>Harry is a good singer. He lives in New York. Zayn is also a good singer.</a:t>
            </a:r>
          </a:p>
          <a:p>
            <a:pPr algn="just"/>
            <a:endParaRPr lang="en-US" sz="2000" dirty="0">
              <a:latin typeface="+mj-lt"/>
            </a:endParaRPr>
          </a:p>
          <a:p>
            <a:pPr algn="just"/>
            <a:r>
              <a:rPr lang="en-US" sz="2000" dirty="0">
                <a:latin typeface="+mj-lt"/>
              </a:rPr>
              <a:t>After the forget gate removes information from the cell state, the input gate decides what information it has to keep in the memory. Here, since the information about Harry is removed from the cell state by the forget gate, the input gate decides to update the cell state with information about Zayn.</a:t>
            </a:r>
            <a:endParaRPr lang="es-ES" sz="2000" dirty="0">
              <a:latin typeface="+mj-lt"/>
            </a:endParaRPr>
          </a:p>
        </p:txBody>
      </p:sp>
      <p:pic>
        <p:nvPicPr>
          <p:cNvPr id="53" name="Imagen 52">
            <a:extLst>
              <a:ext uri="{FF2B5EF4-FFF2-40B4-BE49-F238E27FC236}">
                <a16:creationId xmlns:a16="http://schemas.microsoft.com/office/drawing/2014/main" id="{586FA52F-894C-A276-8922-2BA6DCD2EB7C}"/>
              </a:ext>
            </a:extLst>
          </p:cNvPr>
          <p:cNvPicPr>
            <a:picLocks noChangeAspect="1"/>
          </p:cNvPicPr>
          <p:nvPr/>
        </p:nvPicPr>
        <p:blipFill>
          <a:blip r:embed="rId7"/>
          <a:stretch>
            <a:fillRect/>
          </a:stretch>
        </p:blipFill>
        <p:spPr>
          <a:xfrm>
            <a:off x="6013196" y="2499359"/>
            <a:ext cx="10" cy="1"/>
          </a:xfrm>
          <a:prstGeom prst="rect">
            <a:avLst/>
          </a:prstGeom>
        </p:spPr>
      </p:pic>
      <p:pic>
        <p:nvPicPr>
          <p:cNvPr id="54" name="Imagen 53">
            <a:extLst>
              <a:ext uri="{FF2B5EF4-FFF2-40B4-BE49-F238E27FC236}">
                <a16:creationId xmlns:a16="http://schemas.microsoft.com/office/drawing/2014/main" id="{1A8E0A50-5EE2-1691-D2AF-E23D1EBDFFBD}"/>
              </a:ext>
            </a:extLst>
          </p:cNvPr>
          <p:cNvPicPr>
            <a:picLocks noChangeAspect="1"/>
          </p:cNvPicPr>
          <p:nvPr/>
        </p:nvPicPr>
        <p:blipFill>
          <a:blip r:embed="rId8"/>
          <a:stretch>
            <a:fillRect/>
          </a:stretch>
        </p:blipFill>
        <p:spPr>
          <a:xfrm>
            <a:off x="2996737" y="3894634"/>
            <a:ext cx="2867025" cy="333375"/>
          </a:xfrm>
          <a:prstGeom prst="rect">
            <a:avLst/>
          </a:prstGeom>
        </p:spPr>
      </p:pic>
    </p:spTree>
    <p:extLst>
      <p:ext uri="{BB962C8B-B14F-4D97-AF65-F5344CB8AC3E}">
        <p14:creationId xmlns:p14="http://schemas.microsoft.com/office/powerpoint/2010/main" val="408529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C971-7CE6-4485-D515-94486AC6A578}"/>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1B521C1-804A-193C-43C7-C15F94C7FB4E}"/>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95836A11-4932-047A-5093-7F43B30038B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1722650-003A-2D17-09A2-778357104040}"/>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Título 3">
            <a:extLst>
              <a:ext uri="{FF2B5EF4-FFF2-40B4-BE49-F238E27FC236}">
                <a16:creationId xmlns:a16="http://schemas.microsoft.com/office/drawing/2014/main" id="{AFCD1DBB-9010-AD18-D830-9BE14257551B}"/>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Output gate</a:t>
            </a:r>
          </a:p>
        </p:txBody>
      </p:sp>
      <p:pic>
        <p:nvPicPr>
          <p:cNvPr id="27" name="Imagen 26">
            <a:extLst>
              <a:ext uri="{FF2B5EF4-FFF2-40B4-BE49-F238E27FC236}">
                <a16:creationId xmlns:a16="http://schemas.microsoft.com/office/drawing/2014/main" id="{753A45BD-9C6B-FD8A-B63D-9EEE37285E67}"/>
              </a:ext>
            </a:extLst>
          </p:cNvPr>
          <p:cNvPicPr>
            <a:picLocks noChangeAspect="1"/>
          </p:cNvPicPr>
          <p:nvPr/>
        </p:nvPicPr>
        <p:blipFill>
          <a:blip r:embed="rId2"/>
          <a:stretch>
            <a:fillRect/>
          </a:stretch>
        </p:blipFill>
        <p:spPr>
          <a:xfrm>
            <a:off x="5890258" y="740614"/>
            <a:ext cx="3" cy="4524064"/>
          </a:xfrm>
          <a:prstGeom prst="rect">
            <a:avLst/>
          </a:prstGeom>
        </p:spPr>
      </p:pic>
      <p:pic>
        <p:nvPicPr>
          <p:cNvPr id="3" name="Imagen 2">
            <a:extLst>
              <a:ext uri="{FF2B5EF4-FFF2-40B4-BE49-F238E27FC236}">
                <a16:creationId xmlns:a16="http://schemas.microsoft.com/office/drawing/2014/main" id="{8A920BF5-436F-CAB8-63B3-04EBCA199093}"/>
              </a:ext>
            </a:extLst>
          </p:cNvPr>
          <p:cNvPicPr>
            <a:picLocks noChangeAspect="1"/>
          </p:cNvPicPr>
          <p:nvPr/>
        </p:nvPicPr>
        <p:blipFill>
          <a:blip r:embed="rId3"/>
          <a:stretch>
            <a:fillRect/>
          </a:stretch>
        </p:blipFill>
        <p:spPr>
          <a:xfrm>
            <a:off x="6011141" y="2874423"/>
            <a:ext cx="2078" cy="752"/>
          </a:xfrm>
          <a:prstGeom prst="rect">
            <a:avLst/>
          </a:prstGeom>
        </p:spPr>
      </p:pic>
      <p:pic>
        <p:nvPicPr>
          <p:cNvPr id="16" name="Imagen 15">
            <a:extLst>
              <a:ext uri="{FF2B5EF4-FFF2-40B4-BE49-F238E27FC236}">
                <a16:creationId xmlns:a16="http://schemas.microsoft.com/office/drawing/2014/main" id="{D70D1082-C25A-A7FE-34AF-B705734C46F6}"/>
              </a:ext>
            </a:extLst>
          </p:cNvPr>
          <p:cNvPicPr>
            <a:picLocks noChangeAspect="1"/>
          </p:cNvPicPr>
          <p:nvPr/>
        </p:nvPicPr>
        <p:blipFill>
          <a:blip r:embed="rId4"/>
          <a:stretch>
            <a:fillRect/>
          </a:stretch>
        </p:blipFill>
        <p:spPr>
          <a:xfrm>
            <a:off x="6012176" y="2874798"/>
            <a:ext cx="7" cy="2"/>
          </a:xfrm>
          <a:prstGeom prst="rect">
            <a:avLst/>
          </a:prstGeom>
        </p:spPr>
      </p:pic>
      <p:pic>
        <p:nvPicPr>
          <p:cNvPr id="17" name="Imagen 16">
            <a:extLst>
              <a:ext uri="{FF2B5EF4-FFF2-40B4-BE49-F238E27FC236}">
                <a16:creationId xmlns:a16="http://schemas.microsoft.com/office/drawing/2014/main" id="{C3CD542C-98B4-F8B8-40A5-BA674ED86B80}"/>
              </a:ext>
            </a:extLst>
          </p:cNvPr>
          <p:cNvPicPr>
            <a:picLocks noChangeAspect="1"/>
          </p:cNvPicPr>
          <p:nvPr/>
        </p:nvPicPr>
        <p:blipFill>
          <a:blip r:embed="rId5"/>
          <a:stretch>
            <a:fillRect/>
          </a:stretch>
        </p:blipFill>
        <p:spPr>
          <a:xfrm>
            <a:off x="6012162" y="2874796"/>
            <a:ext cx="36" cy="5"/>
          </a:xfrm>
          <a:prstGeom prst="rect">
            <a:avLst/>
          </a:prstGeom>
        </p:spPr>
      </p:pic>
      <p:pic>
        <p:nvPicPr>
          <p:cNvPr id="2" name="Imagen 1">
            <a:extLst>
              <a:ext uri="{FF2B5EF4-FFF2-40B4-BE49-F238E27FC236}">
                <a16:creationId xmlns:a16="http://schemas.microsoft.com/office/drawing/2014/main" id="{083624BE-26F4-BD77-8DA9-4DD9237A49F9}"/>
              </a:ext>
            </a:extLst>
          </p:cNvPr>
          <p:cNvPicPr>
            <a:picLocks noChangeAspect="1"/>
          </p:cNvPicPr>
          <p:nvPr/>
        </p:nvPicPr>
        <p:blipFill>
          <a:blip r:embed="rId3"/>
          <a:stretch>
            <a:fillRect/>
          </a:stretch>
        </p:blipFill>
        <p:spPr>
          <a:xfrm>
            <a:off x="6094961" y="3428624"/>
            <a:ext cx="2078" cy="752"/>
          </a:xfrm>
          <a:prstGeom prst="rect">
            <a:avLst/>
          </a:prstGeom>
        </p:spPr>
      </p:pic>
      <p:pic>
        <p:nvPicPr>
          <p:cNvPr id="4" name="Imagen 3">
            <a:extLst>
              <a:ext uri="{FF2B5EF4-FFF2-40B4-BE49-F238E27FC236}">
                <a16:creationId xmlns:a16="http://schemas.microsoft.com/office/drawing/2014/main" id="{73B967F8-3AC9-7CE0-173D-423B6B34BA14}"/>
              </a:ext>
            </a:extLst>
          </p:cNvPr>
          <p:cNvPicPr>
            <a:picLocks noChangeAspect="1"/>
          </p:cNvPicPr>
          <p:nvPr/>
        </p:nvPicPr>
        <p:blipFill>
          <a:blip r:embed="rId4"/>
          <a:stretch>
            <a:fillRect/>
          </a:stretch>
        </p:blipFill>
        <p:spPr>
          <a:xfrm>
            <a:off x="6095996" y="3428999"/>
            <a:ext cx="7" cy="2"/>
          </a:xfrm>
          <a:prstGeom prst="rect">
            <a:avLst/>
          </a:prstGeom>
        </p:spPr>
      </p:pic>
      <p:pic>
        <p:nvPicPr>
          <p:cNvPr id="6" name="Imagen 5">
            <a:extLst>
              <a:ext uri="{FF2B5EF4-FFF2-40B4-BE49-F238E27FC236}">
                <a16:creationId xmlns:a16="http://schemas.microsoft.com/office/drawing/2014/main" id="{6307AE8D-D731-9A7D-6396-CAAB15342286}"/>
              </a:ext>
            </a:extLst>
          </p:cNvPr>
          <p:cNvPicPr>
            <a:picLocks noChangeAspect="1"/>
          </p:cNvPicPr>
          <p:nvPr/>
        </p:nvPicPr>
        <p:blipFill>
          <a:blip r:embed="rId5"/>
          <a:stretch>
            <a:fillRect/>
          </a:stretch>
        </p:blipFill>
        <p:spPr>
          <a:xfrm>
            <a:off x="6095982" y="3428997"/>
            <a:ext cx="36" cy="5"/>
          </a:xfrm>
          <a:prstGeom prst="rect">
            <a:avLst/>
          </a:prstGeom>
        </p:spPr>
      </p:pic>
      <p:pic>
        <p:nvPicPr>
          <p:cNvPr id="10" name="Imagen 9">
            <a:extLst>
              <a:ext uri="{FF2B5EF4-FFF2-40B4-BE49-F238E27FC236}">
                <a16:creationId xmlns:a16="http://schemas.microsoft.com/office/drawing/2014/main" id="{28AF3FAB-E8C0-3343-7E4C-F09E45CBCDD5}"/>
              </a:ext>
            </a:extLst>
          </p:cNvPr>
          <p:cNvPicPr>
            <a:picLocks noChangeAspect="1"/>
          </p:cNvPicPr>
          <p:nvPr/>
        </p:nvPicPr>
        <p:blipFill>
          <a:blip r:embed="rId3"/>
          <a:stretch>
            <a:fillRect/>
          </a:stretch>
        </p:blipFill>
        <p:spPr>
          <a:xfrm>
            <a:off x="6171933" y="2520277"/>
            <a:ext cx="2078" cy="752"/>
          </a:xfrm>
          <a:prstGeom prst="rect">
            <a:avLst/>
          </a:prstGeom>
        </p:spPr>
      </p:pic>
      <p:pic>
        <p:nvPicPr>
          <p:cNvPr id="11" name="Imagen 10">
            <a:extLst>
              <a:ext uri="{FF2B5EF4-FFF2-40B4-BE49-F238E27FC236}">
                <a16:creationId xmlns:a16="http://schemas.microsoft.com/office/drawing/2014/main" id="{00969078-BB44-ADC0-998B-0C47E2AEB4A0}"/>
              </a:ext>
            </a:extLst>
          </p:cNvPr>
          <p:cNvPicPr>
            <a:picLocks noChangeAspect="1"/>
          </p:cNvPicPr>
          <p:nvPr/>
        </p:nvPicPr>
        <p:blipFill>
          <a:blip r:embed="rId4"/>
          <a:stretch>
            <a:fillRect/>
          </a:stretch>
        </p:blipFill>
        <p:spPr>
          <a:xfrm>
            <a:off x="6172968" y="2520652"/>
            <a:ext cx="7" cy="2"/>
          </a:xfrm>
          <a:prstGeom prst="rect">
            <a:avLst/>
          </a:prstGeom>
        </p:spPr>
      </p:pic>
      <p:pic>
        <p:nvPicPr>
          <p:cNvPr id="15" name="Imagen 14">
            <a:extLst>
              <a:ext uri="{FF2B5EF4-FFF2-40B4-BE49-F238E27FC236}">
                <a16:creationId xmlns:a16="http://schemas.microsoft.com/office/drawing/2014/main" id="{D89073D7-BD5E-2350-3330-3879738E42D3}"/>
              </a:ext>
            </a:extLst>
          </p:cNvPr>
          <p:cNvPicPr>
            <a:picLocks noChangeAspect="1"/>
          </p:cNvPicPr>
          <p:nvPr/>
        </p:nvPicPr>
        <p:blipFill>
          <a:blip r:embed="rId5"/>
          <a:stretch>
            <a:fillRect/>
          </a:stretch>
        </p:blipFill>
        <p:spPr>
          <a:xfrm>
            <a:off x="6172954" y="2520650"/>
            <a:ext cx="36" cy="5"/>
          </a:xfrm>
          <a:prstGeom prst="rect">
            <a:avLst/>
          </a:prstGeom>
        </p:spPr>
      </p:pic>
      <p:pic>
        <p:nvPicPr>
          <p:cNvPr id="20" name="Imagen 19">
            <a:extLst>
              <a:ext uri="{FF2B5EF4-FFF2-40B4-BE49-F238E27FC236}">
                <a16:creationId xmlns:a16="http://schemas.microsoft.com/office/drawing/2014/main" id="{623B6770-96E7-3864-6709-AC73F71D8106}"/>
              </a:ext>
            </a:extLst>
          </p:cNvPr>
          <p:cNvPicPr>
            <a:picLocks noChangeAspect="1"/>
          </p:cNvPicPr>
          <p:nvPr/>
        </p:nvPicPr>
        <p:blipFill>
          <a:blip r:embed="rId6"/>
          <a:stretch>
            <a:fillRect/>
          </a:stretch>
        </p:blipFill>
        <p:spPr>
          <a:xfrm>
            <a:off x="6172964" y="2520644"/>
            <a:ext cx="16" cy="17"/>
          </a:xfrm>
          <a:prstGeom prst="rect">
            <a:avLst/>
          </a:prstGeom>
        </p:spPr>
      </p:pic>
      <p:pic>
        <p:nvPicPr>
          <p:cNvPr id="7" name="Imagen 6">
            <a:extLst>
              <a:ext uri="{FF2B5EF4-FFF2-40B4-BE49-F238E27FC236}">
                <a16:creationId xmlns:a16="http://schemas.microsoft.com/office/drawing/2014/main" id="{BC7D35BE-AD35-402F-AC1D-3FA080C0D5ED}"/>
              </a:ext>
            </a:extLst>
          </p:cNvPr>
          <p:cNvPicPr>
            <a:picLocks noChangeAspect="1"/>
          </p:cNvPicPr>
          <p:nvPr/>
        </p:nvPicPr>
        <p:blipFill>
          <a:blip r:embed="rId3"/>
          <a:stretch>
            <a:fillRect/>
          </a:stretch>
        </p:blipFill>
        <p:spPr>
          <a:xfrm>
            <a:off x="6026381" y="2761518"/>
            <a:ext cx="2078" cy="752"/>
          </a:xfrm>
          <a:prstGeom prst="rect">
            <a:avLst/>
          </a:prstGeom>
        </p:spPr>
      </p:pic>
      <p:pic>
        <p:nvPicPr>
          <p:cNvPr id="8" name="Imagen 7">
            <a:extLst>
              <a:ext uri="{FF2B5EF4-FFF2-40B4-BE49-F238E27FC236}">
                <a16:creationId xmlns:a16="http://schemas.microsoft.com/office/drawing/2014/main" id="{902FEAFB-838E-88C4-C4F9-94C552C2698F}"/>
              </a:ext>
            </a:extLst>
          </p:cNvPr>
          <p:cNvPicPr>
            <a:picLocks noChangeAspect="1"/>
          </p:cNvPicPr>
          <p:nvPr/>
        </p:nvPicPr>
        <p:blipFill>
          <a:blip r:embed="rId4"/>
          <a:stretch>
            <a:fillRect/>
          </a:stretch>
        </p:blipFill>
        <p:spPr>
          <a:xfrm>
            <a:off x="6027416" y="2761893"/>
            <a:ext cx="7" cy="2"/>
          </a:xfrm>
          <a:prstGeom prst="rect">
            <a:avLst/>
          </a:prstGeom>
        </p:spPr>
      </p:pic>
      <p:pic>
        <p:nvPicPr>
          <p:cNvPr id="9" name="Imagen 8">
            <a:extLst>
              <a:ext uri="{FF2B5EF4-FFF2-40B4-BE49-F238E27FC236}">
                <a16:creationId xmlns:a16="http://schemas.microsoft.com/office/drawing/2014/main" id="{3277474C-AFF4-144F-B187-A824DFF1F762}"/>
              </a:ext>
            </a:extLst>
          </p:cNvPr>
          <p:cNvPicPr>
            <a:picLocks noChangeAspect="1"/>
          </p:cNvPicPr>
          <p:nvPr/>
        </p:nvPicPr>
        <p:blipFill>
          <a:blip r:embed="rId5"/>
          <a:stretch>
            <a:fillRect/>
          </a:stretch>
        </p:blipFill>
        <p:spPr>
          <a:xfrm>
            <a:off x="6027402" y="2761891"/>
            <a:ext cx="36" cy="5"/>
          </a:xfrm>
          <a:prstGeom prst="rect">
            <a:avLst/>
          </a:prstGeom>
        </p:spPr>
      </p:pic>
      <p:pic>
        <p:nvPicPr>
          <p:cNvPr id="24" name="Imagen 23">
            <a:extLst>
              <a:ext uri="{FF2B5EF4-FFF2-40B4-BE49-F238E27FC236}">
                <a16:creationId xmlns:a16="http://schemas.microsoft.com/office/drawing/2014/main" id="{81C8EDDE-32AE-4590-9356-9ABB7C6C5A74}"/>
              </a:ext>
            </a:extLst>
          </p:cNvPr>
          <p:cNvPicPr>
            <a:picLocks noChangeAspect="1"/>
          </p:cNvPicPr>
          <p:nvPr/>
        </p:nvPicPr>
        <p:blipFill>
          <a:blip r:embed="rId6"/>
          <a:stretch>
            <a:fillRect/>
          </a:stretch>
        </p:blipFill>
        <p:spPr>
          <a:xfrm>
            <a:off x="6027412" y="2761885"/>
            <a:ext cx="16" cy="17"/>
          </a:xfrm>
          <a:prstGeom prst="rect">
            <a:avLst/>
          </a:prstGeom>
        </p:spPr>
      </p:pic>
      <p:pic>
        <p:nvPicPr>
          <p:cNvPr id="19" name="Imagen 18">
            <a:extLst>
              <a:ext uri="{FF2B5EF4-FFF2-40B4-BE49-F238E27FC236}">
                <a16:creationId xmlns:a16="http://schemas.microsoft.com/office/drawing/2014/main" id="{7BD06892-4763-549E-7EA3-7FDEA016739F}"/>
              </a:ext>
            </a:extLst>
          </p:cNvPr>
          <p:cNvPicPr>
            <a:picLocks noChangeAspect="1"/>
          </p:cNvPicPr>
          <p:nvPr/>
        </p:nvPicPr>
        <p:blipFill>
          <a:blip r:embed="rId3"/>
          <a:stretch>
            <a:fillRect/>
          </a:stretch>
        </p:blipFill>
        <p:spPr>
          <a:xfrm>
            <a:off x="6036902" y="2622325"/>
            <a:ext cx="47017" cy="752"/>
          </a:xfrm>
          <a:prstGeom prst="rect">
            <a:avLst/>
          </a:prstGeom>
        </p:spPr>
      </p:pic>
      <p:pic>
        <p:nvPicPr>
          <p:cNvPr id="21" name="Imagen 20">
            <a:extLst>
              <a:ext uri="{FF2B5EF4-FFF2-40B4-BE49-F238E27FC236}">
                <a16:creationId xmlns:a16="http://schemas.microsoft.com/office/drawing/2014/main" id="{8568D271-5666-319F-E6AB-0D628C8C1A7C}"/>
              </a:ext>
            </a:extLst>
          </p:cNvPr>
          <p:cNvPicPr>
            <a:picLocks noChangeAspect="1"/>
          </p:cNvPicPr>
          <p:nvPr/>
        </p:nvPicPr>
        <p:blipFill>
          <a:blip r:embed="rId4"/>
          <a:stretch>
            <a:fillRect/>
          </a:stretch>
        </p:blipFill>
        <p:spPr>
          <a:xfrm>
            <a:off x="6037938" y="2622700"/>
            <a:ext cx="47017" cy="2"/>
          </a:xfrm>
          <a:prstGeom prst="rect">
            <a:avLst/>
          </a:prstGeom>
        </p:spPr>
      </p:pic>
      <p:pic>
        <p:nvPicPr>
          <p:cNvPr id="22" name="Imagen 21">
            <a:extLst>
              <a:ext uri="{FF2B5EF4-FFF2-40B4-BE49-F238E27FC236}">
                <a16:creationId xmlns:a16="http://schemas.microsoft.com/office/drawing/2014/main" id="{0511F339-B21F-0A0D-519A-3206DD731E90}"/>
              </a:ext>
            </a:extLst>
          </p:cNvPr>
          <p:cNvPicPr>
            <a:picLocks noChangeAspect="1"/>
          </p:cNvPicPr>
          <p:nvPr/>
        </p:nvPicPr>
        <p:blipFill>
          <a:blip r:embed="rId5"/>
          <a:stretch>
            <a:fillRect/>
          </a:stretch>
        </p:blipFill>
        <p:spPr>
          <a:xfrm>
            <a:off x="6037923" y="2622698"/>
            <a:ext cx="47017" cy="5"/>
          </a:xfrm>
          <a:prstGeom prst="rect">
            <a:avLst/>
          </a:prstGeom>
        </p:spPr>
      </p:pic>
      <p:pic>
        <p:nvPicPr>
          <p:cNvPr id="23" name="Imagen 22">
            <a:extLst>
              <a:ext uri="{FF2B5EF4-FFF2-40B4-BE49-F238E27FC236}">
                <a16:creationId xmlns:a16="http://schemas.microsoft.com/office/drawing/2014/main" id="{138CA130-B52D-093D-5B98-5650B5CA1825}"/>
              </a:ext>
            </a:extLst>
          </p:cNvPr>
          <p:cNvPicPr>
            <a:picLocks noChangeAspect="1"/>
          </p:cNvPicPr>
          <p:nvPr/>
        </p:nvPicPr>
        <p:blipFill>
          <a:blip r:embed="rId6"/>
          <a:stretch>
            <a:fillRect/>
          </a:stretch>
        </p:blipFill>
        <p:spPr>
          <a:xfrm>
            <a:off x="6037933" y="2622692"/>
            <a:ext cx="47017" cy="17"/>
          </a:xfrm>
          <a:prstGeom prst="rect">
            <a:avLst/>
          </a:prstGeom>
        </p:spPr>
      </p:pic>
      <p:pic>
        <p:nvPicPr>
          <p:cNvPr id="18" name="Imagen 17">
            <a:extLst>
              <a:ext uri="{FF2B5EF4-FFF2-40B4-BE49-F238E27FC236}">
                <a16:creationId xmlns:a16="http://schemas.microsoft.com/office/drawing/2014/main" id="{274164DE-DF76-B506-8092-9D713A9B47E2}"/>
              </a:ext>
            </a:extLst>
          </p:cNvPr>
          <p:cNvPicPr>
            <a:picLocks noChangeAspect="1"/>
          </p:cNvPicPr>
          <p:nvPr/>
        </p:nvPicPr>
        <p:blipFill>
          <a:blip r:embed="rId3"/>
          <a:stretch>
            <a:fillRect/>
          </a:stretch>
        </p:blipFill>
        <p:spPr>
          <a:xfrm>
            <a:off x="4596481" y="2621132"/>
            <a:ext cx="2078" cy="752"/>
          </a:xfrm>
          <a:prstGeom prst="rect">
            <a:avLst/>
          </a:prstGeom>
        </p:spPr>
      </p:pic>
      <p:pic>
        <p:nvPicPr>
          <p:cNvPr id="26" name="Imagen 25">
            <a:extLst>
              <a:ext uri="{FF2B5EF4-FFF2-40B4-BE49-F238E27FC236}">
                <a16:creationId xmlns:a16="http://schemas.microsoft.com/office/drawing/2014/main" id="{2F5E5DC1-AF8D-D26B-94FC-2681060E1753}"/>
              </a:ext>
            </a:extLst>
          </p:cNvPr>
          <p:cNvPicPr>
            <a:picLocks noChangeAspect="1"/>
          </p:cNvPicPr>
          <p:nvPr/>
        </p:nvPicPr>
        <p:blipFill>
          <a:blip r:embed="rId4"/>
          <a:stretch>
            <a:fillRect/>
          </a:stretch>
        </p:blipFill>
        <p:spPr>
          <a:xfrm>
            <a:off x="4597516" y="2621507"/>
            <a:ext cx="7" cy="2"/>
          </a:xfrm>
          <a:prstGeom prst="rect">
            <a:avLst/>
          </a:prstGeom>
        </p:spPr>
      </p:pic>
      <p:pic>
        <p:nvPicPr>
          <p:cNvPr id="28" name="Imagen 27">
            <a:extLst>
              <a:ext uri="{FF2B5EF4-FFF2-40B4-BE49-F238E27FC236}">
                <a16:creationId xmlns:a16="http://schemas.microsoft.com/office/drawing/2014/main" id="{E709F3B4-472A-0A09-7D5E-4C34FE7B37E5}"/>
              </a:ext>
            </a:extLst>
          </p:cNvPr>
          <p:cNvPicPr>
            <a:picLocks noChangeAspect="1"/>
          </p:cNvPicPr>
          <p:nvPr/>
        </p:nvPicPr>
        <p:blipFill>
          <a:blip r:embed="rId5"/>
          <a:stretch>
            <a:fillRect/>
          </a:stretch>
        </p:blipFill>
        <p:spPr>
          <a:xfrm>
            <a:off x="4597502" y="2621505"/>
            <a:ext cx="36" cy="5"/>
          </a:xfrm>
          <a:prstGeom prst="rect">
            <a:avLst/>
          </a:prstGeom>
        </p:spPr>
      </p:pic>
      <p:pic>
        <p:nvPicPr>
          <p:cNvPr id="29" name="Imagen 28">
            <a:extLst>
              <a:ext uri="{FF2B5EF4-FFF2-40B4-BE49-F238E27FC236}">
                <a16:creationId xmlns:a16="http://schemas.microsoft.com/office/drawing/2014/main" id="{9CB0DB49-075D-DBCB-DB14-B66F36725337}"/>
              </a:ext>
            </a:extLst>
          </p:cNvPr>
          <p:cNvPicPr>
            <a:picLocks noChangeAspect="1"/>
          </p:cNvPicPr>
          <p:nvPr/>
        </p:nvPicPr>
        <p:blipFill>
          <a:blip r:embed="rId6"/>
          <a:stretch>
            <a:fillRect/>
          </a:stretch>
        </p:blipFill>
        <p:spPr>
          <a:xfrm>
            <a:off x="4597512" y="2621499"/>
            <a:ext cx="16" cy="17"/>
          </a:xfrm>
          <a:prstGeom prst="rect">
            <a:avLst/>
          </a:prstGeom>
        </p:spPr>
      </p:pic>
      <p:pic>
        <p:nvPicPr>
          <p:cNvPr id="25" name="Imagen 24">
            <a:extLst>
              <a:ext uri="{FF2B5EF4-FFF2-40B4-BE49-F238E27FC236}">
                <a16:creationId xmlns:a16="http://schemas.microsoft.com/office/drawing/2014/main" id="{EF21BAF1-6931-D8C5-8CED-9E46E46EAE15}"/>
              </a:ext>
            </a:extLst>
          </p:cNvPr>
          <p:cNvPicPr>
            <a:picLocks noChangeAspect="1"/>
          </p:cNvPicPr>
          <p:nvPr/>
        </p:nvPicPr>
        <p:blipFill>
          <a:blip r:embed="rId3"/>
          <a:stretch>
            <a:fillRect/>
          </a:stretch>
        </p:blipFill>
        <p:spPr>
          <a:xfrm>
            <a:off x="4596481" y="2190231"/>
            <a:ext cx="2078" cy="752"/>
          </a:xfrm>
          <a:prstGeom prst="rect">
            <a:avLst/>
          </a:prstGeom>
        </p:spPr>
      </p:pic>
      <p:pic>
        <p:nvPicPr>
          <p:cNvPr id="32" name="Imagen 31">
            <a:extLst>
              <a:ext uri="{FF2B5EF4-FFF2-40B4-BE49-F238E27FC236}">
                <a16:creationId xmlns:a16="http://schemas.microsoft.com/office/drawing/2014/main" id="{310C760A-A7AA-0666-93D2-F64448174E22}"/>
              </a:ext>
            </a:extLst>
          </p:cNvPr>
          <p:cNvPicPr>
            <a:picLocks noChangeAspect="1"/>
          </p:cNvPicPr>
          <p:nvPr/>
        </p:nvPicPr>
        <p:blipFill>
          <a:blip r:embed="rId4"/>
          <a:stretch>
            <a:fillRect/>
          </a:stretch>
        </p:blipFill>
        <p:spPr>
          <a:xfrm>
            <a:off x="4597516" y="2190606"/>
            <a:ext cx="7" cy="2"/>
          </a:xfrm>
          <a:prstGeom prst="rect">
            <a:avLst/>
          </a:prstGeom>
        </p:spPr>
      </p:pic>
      <p:pic>
        <p:nvPicPr>
          <p:cNvPr id="33" name="Imagen 32">
            <a:extLst>
              <a:ext uri="{FF2B5EF4-FFF2-40B4-BE49-F238E27FC236}">
                <a16:creationId xmlns:a16="http://schemas.microsoft.com/office/drawing/2014/main" id="{E875F1A7-5DA6-8DF4-9D53-4BA2F47CB8B0}"/>
              </a:ext>
            </a:extLst>
          </p:cNvPr>
          <p:cNvPicPr>
            <a:picLocks noChangeAspect="1"/>
          </p:cNvPicPr>
          <p:nvPr/>
        </p:nvPicPr>
        <p:blipFill>
          <a:blip r:embed="rId5"/>
          <a:stretch>
            <a:fillRect/>
          </a:stretch>
        </p:blipFill>
        <p:spPr>
          <a:xfrm>
            <a:off x="4597502" y="2190604"/>
            <a:ext cx="36" cy="5"/>
          </a:xfrm>
          <a:prstGeom prst="rect">
            <a:avLst/>
          </a:prstGeom>
        </p:spPr>
      </p:pic>
      <p:pic>
        <p:nvPicPr>
          <p:cNvPr id="34" name="Imagen 33">
            <a:extLst>
              <a:ext uri="{FF2B5EF4-FFF2-40B4-BE49-F238E27FC236}">
                <a16:creationId xmlns:a16="http://schemas.microsoft.com/office/drawing/2014/main" id="{E00D4269-C807-D29F-A862-A60E1F028439}"/>
              </a:ext>
            </a:extLst>
          </p:cNvPr>
          <p:cNvPicPr>
            <a:picLocks noChangeAspect="1"/>
          </p:cNvPicPr>
          <p:nvPr/>
        </p:nvPicPr>
        <p:blipFill>
          <a:blip r:embed="rId6"/>
          <a:stretch>
            <a:fillRect/>
          </a:stretch>
        </p:blipFill>
        <p:spPr>
          <a:xfrm>
            <a:off x="4597512" y="2190598"/>
            <a:ext cx="16" cy="17"/>
          </a:xfrm>
          <a:prstGeom prst="rect">
            <a:avLst/>
          </a:prstGeom>
        </p:spPr>
      </p:pic>
      <p:pic>
        <p:nvPicPr>
          <p:cNvPr id="30" name="Imagen 29">
            <a:extLst>
              <a:ext uri="{FF2B5EF4-FFF2-40B4-BE49-F238E27FC236}">
                <a16:creationId xmlns:a16="http://schemas.microsoft.com/office/drawing/2014/main" id="{29621664-B9DF-D422-1AC2-6DC2F62DEB05}"/>
              </a:ext>
            </a:extLst>
          </p:cNvPr>
          <p:cNvPicPr>
            <a:picLocks noChangeAspect="1"/>
          </p:cNvPicPr>
          <p:nvPr/>
        </p:nvPicPr>
        <p:blipFill>
          <a:blip r:embed="rId3"/>
          <a:stretch>
            <a:fillRect/>
          </a:stretch>
        </p:blipFill>
        <p:spPr>
          <a:xfrm>
            <a:off x="5216066" y="2535671"/>
            <a:ext cx="2078" cy="752"/>
          </a:xfrm>
          <a:prstGeom prst="rect">
            <a:avLst/>
          </a:prstGeom>
        </p:spPr>
      </p:pic>
      <p:pic>
        <p:nvPicPr>
          <p:cNvPr id="31" name="Imagen 30">
            <a:extLst>
              <a:ext uri="{FF2B5EF4-FFF2-40B4-BE49-F238E27FC236}">
                <a16:creationId xmlns:a16="http://schemas.microsoft.com/office/drawing/2014/main" id="{A4840FF9-C11B-6E7A-2A13-40579F3A2032}"/>
              </a:ext>
            </a:extLst>
          </p:cNvPr>
          <p:cNvPicPr>
            <a:picLocks noChangeAspect="1"/>
          </p:cNvPicPr>
          <p:nvPr/>
        </p:nvPicPr>
        <p:blipFill>
          <a:blip r:embed="rId4"/>
          <a:stretch>
            <a:fillRect/>
          </a:stretch>
        </p:blipFill>
        <p:spPr>
          <a:xfrm>
            <a:off x="5217101" y="2536046"/>
            <a:ext cx="7" cy="2"/>
          </a:xfrm>
          <a:prstGeom prst="rect">
            <a:avLst/>
          </a:prstGeom>
        </p:spPr>
      </p:pic>
      <p:pic>
        <p:nvPicPr>
          <p:cNvPr id="37" name="Imagen 36">
            <a:extLst>
              <a:ext uri="{FF2B5EF4-FFF2-40B4-BE49-F238E27FC236}">
                <a16:creationId xmlns:a16="http://schemas.microsoft.com/office/drawing/2014/main" id="{AC06A76D-0A61-46E2-0D38-C519877BAF46}"/>
              </a:ext>
            </a:extLst>
          </p:cNvPr>
          <p:cNvPicPr>
            <a:picLocks noChangeAspect="1"/>
          </p:cNvPicPr>
          <p:nvPr/>
        </p:nvPicPr>
        <p:blipFill>
          <a:blip r:embed="rId5"/>
          <a:stretch>
            <a:fillRect/>
          </a:stretch>
        </p:blipFill>
        <p:spPr>
          <a:xfrm>
            <a:off x="5217087" y="2536044"/>
            <a:ext cx="36" cy="5"/>
          </a:xfrm>
          <a:prstGeom prst="rect">
            <a:avLst/>
          </a:prstGeom>
        </p:spPr>
      </p:pic>
      <p:pic>
        <p:nvPicPr>
          <p:cNvPr id="38" name="Imagen 37">
            <a:extLst>
              <a:ext uri="{FF2B5EF4-FFF2-40B4-BE49-F238E27FC236}">
                <a16:creationId xmlns:a16="http://schemas.microsoft.com/office/drawing/2014/main" id="{26D95FF2-3851-D476-7428-2AB754D276C5}"/>
              </a:ext>
            </a:extLst>
          </p:cNvPr>
          <p:cNvPicPr>
            <a:picLocks noChangeAspect="1"/>
          </p:cNvPicPr>
          <p:nvPr/>
        </p:nvPicPr>
        <p:blipFill>
          <a:blip r:embed="rId6"/>
          <a:stretch>
            <a:fillRect/>
          </a:stretch>
        </p:blipFill>
        <p:spPr>
          <a:xfrm>
            <a:off x="5217097" y="2536038"/>
            <a:ext cx="16" cy="17"/>
          </a:xfrm>
          <a:prstGeom prst="rect">
            <a:avLst/>
          </a:prstGeom>
        </p:spPr>
      </p:pic>
      <p:pic>
        <p:nvPicPr>
          <p:cNvPr id="35" name="Imagen 34">
            <a:extLst>
              <a:ext uri="{FF2B5EF4-FFF2-40B4-BE49-F238E27FC236}">
                <a16:creationId xmlns:a16="http://schemas.microsoft.com/office/drawing/2014/main" id="{DBC283CE-E4C4-A5E2-77C5-A69CCD50E3C6}"/>
              </a:ext>
            </a:extLst>
          </p:cNvPr>
          <p:cNvPicPr>
            <a:picLocks noChangeAspect="1"/>
          </p:cNvPicPr>
          <p:nvPr/>
        </p:nvPicPr>
        <p:blipFill>
          <a:blip r:embed="rId3"/>
          <a:stretch>
            <a:fillRect/>
          </a:stretch>
        </p:blipFill>
        <p:spPr>
          <a:xfrm>
            <a:off x="5959249" y="2600345"/>
            <a:ext cx="45719" cy="752"/>
          </a:xfrm>
          <a:prstGeom prst="rect">
            <a:avLst/>
          </a:prstGeom>
        </p:spPr>
      </p:pic>
      <p:pic>
        <p:nvPicPr>
          <p:cNvPr id="36" name="Imagen 35">
            <a:extLst>
              <a:ext uri="{FF2B5EF4-FFF2-40B4-BE49-F238E27FC236}">
                <a16:creationId xmlns:a16="http://schemas.microsoft.com/office/drawing/2014/main" id="{F382EBF4-8C63-CA8C-D0B9-F62AFBB2C2EB}"/>
              </a:ext>
            </a:extLst>
          </p:cNvPr>
          <p:cNvPicPr>
            <a:picLocks noChangeAspect="1"/>
          </p:cNvPicPr>
          <p:nvPr/>
        </p:nvPicPr>
        <p:blipFill>
          <a:blip r:embed="rId4"/>
          <a:stretch>
            <a:fillRect/>
          </a:stretch>
        </p:blipFill>
        <p:spPr>
          <a:xfrm>
            <a:off x="5960285" y="2600720"/>
            <a:ext cx="45719" cy="2"/>
          </a:xfrm>
          <a:prstGeom prst="rect">
            <a:avLst/>
          </a:prstGeom>
        </p:spPr>
      </p:pic>
      <p:pic>
        <p:nvPicPr>
          <p:cNvPr id="41" name="Imagen 40">
            <a:extLst>
              <a:ext uri="{FF2B5EF4-FFF2-40B4-BE49-F238E27FC236}">
                <a16:creationId xmlns:a16="http://schemas.microsoft.com/office/drawing/2014/main" id="{F6380772-C8F4-DB32-71EB-A8C43294908D}"/>
              </a:ext>
            </a:extLst>
          </p:cNvPr>
          <p:cNvPicPr>
            <a:picLocks noChangeAspect="1"/>
          </p:cNvPicPr>
          <p:nvPr/>
        </p:nvPicPr>
        <p:blipFill>
          <a:blip r:embed="rId5"/>
          <a:stretch>
            <a:fillRect/>
          </a:stretch>
        </p:blipFill>
        <p:spPr>
          <a:xfrm>
            <a:off x="5960270" y="2600718"/>
            <a:ext cx="45719" cy="5"/>
          </a:xfrm>
          <a:prstGeom prst="rect">
            <a:avLst/>
          </a:prstGeom>
        </p:spPr>
      </p:pic>
      <p:pic>
        <p:nvPicPr>
          <p:cNvPr id="42" name="Imagen 41">
            <a:extLst>
              <a:ext uri="{FF2B5EF4-FFF2-40B4-BE49-F238E27FC236}">
                <a16:creationId xmlns:a16="http://schemas.microsoft.com/office/drawing/2014/main" id="{DF6A32A7-8BDD-40EE-345A-6D7489CE7B80}"/>
              </a:ext>
            </a:extLst>
          </p:cNvPr>
          <p:cNvPicPr>
            <a:picLocks noChangeAspect="1"/>
          </p:cNvPicPr>
          <p:nvPr/>
        </p:nvPicPr>
        <p:blipFill>
          <a:blip r:embed="rId6"/>
          <a:stretch>
            <a:fillRect/>
          </a:stretch>
        </p:blipFill>
        <p:spPr>
          <a:xfrm>
            <a:off x="5960280" y="2600712"/>
            <a:ext cx="45719" cy="17"/>
          </a:xfrm>
          <a:prstGeom prst="rect">
            <a:avLst/>
          </a:prstGeom>
        </p:spPr>
      </p:pic>
      <p:pic>
        <p:nvPicPr>
          <p:cNvPr id="39" name="Imagen 38">
            <a:extLst>
              <a:ext uri="{FF2B5EF4-FFF2-40B4-BE49-F238E27FC236}">
                <a16:creationId xmlns:a16="http://schemas.microsoft.com/office/drawing/2014/main" id="{D3DCCCF0-6D8D-0122-07D5-BA174C3DFFDA}"/>
              </a:ext>
            </a:extLst>
          </p:cNvPr>
          <p:cNvPicPr>
            <a:picLocks noChangeAspect="1"/>
          </p:cNvPicPr>
          <p:nvPr/>
        </p:nvPicPr>
        <p:blipFill>
          <a:blip r:embed="rId3"/>
          <a:stretch>
            <a:fillRect/>
          </a:stretch>
        </p:blipFill>
        <p:spPr>
          <a:xfrm>
            <a:off x="6094961" y="3428624"/>
            <a:ext cx="2078" cy="752"/>
          </a:xfrm>
          <a:prstGeom prst="rect">
            <a:avLst/>
          </a:prstGeom>
        </p:spPr>
      </p:pic>
      <p:pic>
        <p:nvPicPr>
          <p:cNvPr id="40" name="Imagen 39">
            <a:extLst>
              <a:ext uri="{FF2B5EF4-FFF2-40B4-BE49-F238E27FC236}">
                <a16:creationId xmlns:a16="http://schemas.microsoft.com/office/drawing/2014/main" id="{4799280A-07E7-D339-D93B-44864E2970D9}"/>
              </a:ext>
            </a:extLst>
          </p:cNvPr>
          <p:cNvPicPr>
            <a:picLocks noChangeAspect="1"/>
          </p:cNvPicPr>
          <p:nvPr/>
        </p:nvPicPr>
        <p:blipFill>
          <a:blip r:embed="rId4"/>
          <a:stretch>
            <a:fillRect/>
          </a:stretch>
        </p:blipFill>
        <p:spPr>
          <a:xfrm>
            <a:off x="6095996" y="3428999"/>
            <a:ext cx="7" cy="2"/>
          </a:xfrm>
          <a:prstGeom prst="rect">
            <a:avLst/>
          </a:prstGeom>
        </p:spPr>
      </p:pic>
      <p:pic>
        <p:nvPicPr>
          <p:cNvPr id="44" name="Imagen 43">
            <a:extLst>
              <a:ext uri="{FF2B5EF4-FFF2-40B4-BE49-F238E27FC236}">
                <a16:creationId xmlns:a16="http://schemas.microsoft.com/office/drawing/2014/main" id="{CF0FDCD3-EF77-21AA-CF9E-EC5DA89F80B5}"/>
              </a:ext>
            </a:extLst>
          </p:cNvPr>
          <p:cNvPicPr>
            <a:picLocks noChangeAspect="1"/>
          </p:cNvPicPr>
          <p:nvPr/>
        </p:nvPicPr>
        <p:blipFill>
          <a:blip r:embed="rId5"/>
          <a:stretch>
            <a:fillRect/>
          </a:stretch>
        </p:blipFill>
        <p:spPr>
          <a:xfrm>
            <a:off x="6095982" y="3428997"/>
            <a:ext cx="36" cy="5"/>
          </a:xfrm>
          <a:prstGeom prst="rect">
            <a:avLst/>
          </a:prstGeom>
        </p:spPr>
      </p:pic>
      <p:pic>
        <p:nvPicPr>
          <p:cNvPr id="45" name="Imagen 44">
            <a:extLst>
              <a:ext uri="{FF2B5EF4-FFF2-40B4-BE49-F238E27FC236}">
                <a16:creationId xmlns:a16="http://schemas.microsoft.com/office/drawing/2014/main" id="{328A0236-E01F-104B-73D0-901FC39D1A75}"/>
              </a:ext>
            </a:extLst>
          </p:cNvPr>
          <p:cNvPicPr>
            <a:picLocks noChangeAspect="1"/>
          </p:cNvPicPr>
          <p:nvPr/>
        </p:nvPicPr>
        <p:blipFill>
          <a:blip r:embed="rId6"/>
          <a:stretch>
            <a:fillRect/>
          </a:stretch>
        </p:blipFill>
        <p:spPr>
          <a:xfrm>
            <a:off x="6095992" y="3428991"/>
            <a:ext cx="16" cy="17"/>
          </a:xfrm>
          <a:prstGeom prst="rect">
            <a:avLst/>
          </a:prstGeom>
        </p:spPr>
      </p:pic>
      <p:pic>
        <p:nvPicPr>
          <p:cNvPr id="47" name="Imagen 46">
            <a:extLst>
              <a:ext uri="{FF2B5EF4-FFF2-40B4-BE49-F238E27FC236}">
                <a16:creationId xmlns:a16="http://schemas.microsoft.com/office/drawing/2014/main" id="{1F7EB3D6-50D6-B062-A330-2F4570161D50}"/>
              </a:ext>
            </a:extLst>
          </p:cNvPr>
          <p:cNvPicPr>
            <a:picLocks noChangeAspect="1"/>
          </p:cNvPicPr>
          <p:nvPr/>
        </p:nvPicPr>
        <p:blipFill>
          <a:blip r:embed="rId7"/>
          <a:stretch>
            <a:fillRect/>
          </a:stretch>
        </p:blipFill>
        <p:spPr>
          <a:xfrm>
            <a:off x="6095995" y="3428999"/>
            <a:ext cx="10" cy="1"/>
          </a:xfrm>
          <a:prstGeom prst="rect">
            <a:avLst/>
          </a:prstGeom>
        </p:spPr>
      </p:pic>
      <p:pic>
        <p:nvPicPr>
          <p:cNvPr id="43" name="Imagen 42">
            <a:extLst>
              <a:ext uri="{FF2B5EF4-FFF2-40B4-BE49-F238E27FC236}">
                <a16:creationId xmlns:a16="http://schemas.microsoft.com/office/drawing/2014/main" id="{C03F8D41-D722-9AD2-0229-36F69545D407}"/>
              </a:ext>
            </a:extLst>
          </p:cNvPr>
          <p:cNvPicPr>
            <a:picLocks noChangeAspect="1"/>
          </p:cNvPicPr>
          <p:nvPr/>
        </p:nvPicPr>
        <p:blipFill>
          <a:blip r:embed="rId3"/>
          <a:stretch>
            <a:fillRect/>
          </a:stretch>
        </p:blipFill>
        <p:spPr>
          <a:xfrm>
            <a:off x="6012162" y="2498984"/>
            <a:ext cx="2078" cy="752"/>
          </a:xfrm>
          <a:prstGeom prst="rect">
            <a:avLst/>
          </a:prstGeom>
        </p:spPr>
      </p:pic>
      <p:pic>
        <p:nvPicPr>
          <p:cNvPr id="49" name="Imagen 48">
            <a:extLst>
              <a:ext uri="{FF2B5EF4-FFF2-40B4-BE49-F238E27FC236}">
                <a16:creationId xmlns:a16="http://schemas.microsoft.com/office/drawing/2014/main" id="{41162383-D8D8-7832-0470-A69DB5FCDF31}"/>
              </a:ext>
            </a:extLst>
          </p:cNvPr>
          <p:cNvPicPr>
            <a:picLocks noChangeAspect="1"/>
          </p:cNvPicPr>
          <p:nvPr/>
        </p:nvPicPr>
        <p:blipFill>
          <a:blip r:embed="rId4"/>
          <a:stretch>
            <a:fillRect/>
          </a:stretch>
        </p:blipFill>
        <p:spPr>
          <a:xfrm>
            <a:off x="6013197" y="2499359"/>
            <a:ext cx="7" cy="2"/>
          </a:xfrm>
          <a:prstGeom prst="rect">
            <a:avLst/>
          </a:prstGeom>
        </p:spPr>
      </p:pic>
      <p:pic>
        <p:nvPicPr>
          <p:cNvPr id="50" name="Imagen 49">
            <a:extLst>
              <a:ext uri="{FF2B5EF4-FFF2-40B4-BE49-F238E27FC236}">
                <a16:creationId xmlns:a16="http://schemas.microsoft.com/office/drawing/2014/main" id="{71A523CF-348C-051B-C88B-E0CADD91E78C}"/>
              </a:ext>
            </a:extLst>
          </p:cNvPr>
          <p:cNvPicPr>
            <a:picLocks noChangeAspect="1"/>
          </p:cNvPicPr>
          <p:nvPr/>
        </p:nvPicPr>
        <p:blipFill>
          <a:blip r:embed="rId5"/>
          <a:stretch>
            <a:fillRect/>
          </a:stretch>
        </p:blipFill>
        <p:spPr>
          <a:xfrm>
            <a:off x="6013183" y="2499357"/>
            <a:ext cx="36" cy="5"/>
          </a:xfrm>
          <a:prstGeom prst="rect">
            <a:avLst/>
          </a:prstGeom>
        </p:spPr>
      </p:pic>
      <p:pic>
        <p:nvPicPr>
          <p:cNvPr id="51" name="Imagen 50">
            <a:extLst>
              <a:ext uri="{FF2B5EF4-FFF2-40B4-BE49-F238E27FC236}">
                <a16:creationId xmlns:a16="http://schemas.microsoft.com/office/drawing/2014/main" id="{A8E1E532-9D43-C49E-E88A-C44686463399}"/>
              </a:ext>
            </a:extLst>
          </p:cNvPr>
          <p:cNvPicPr>
            <a:picLocks noChangeAspect="1"/>
          </p:cNvPicPr>
          <p:nvPr/>
        </p:nvPicPr>
        <p:blipFill>
          <a:blip r:embed="rId6"/>
          <a:stretch>
            <a:fillRect/>
          </a:stretch>
        </p:blipFill>
        <p:spPr>
          <a:xfrm>
            <a:off x="6013193" y="2499351"/>
            <a:ext cx="16" cy="17"/>
          </a:xfrm>
          <a:prstGeom prst="rect">
            <a:avLst/>
          </a:prstGeom>
        </p:spPr>
      </p:pic>
      <p:pic>
        <p:nvPicPr>
          <p:cNvPr id="53" name="Imagen 52">
            <a:extLst>
              <a:ext uri="{FF2B5EF4-FFF2-40B4-BE49-F238E27FC236}">
                <a16:creationId xmlns:a16="http://schemas.microsoft.com/office/drawing/2014/main" id="{B951B9D6-DD35-5C13-0EAB-1D3269EFA423}"/>
              </a:ext>
            </a:extLst>
          </p:cNvPr>
          <p:cNvPicPr>
            <a:picLocks noChangeAspect="1"/>
          </p:cNvPicPr>
          <p:nvPr/>
        </p:nvPicPr>
        <p:blipFill>
          <a:blip r:embed="rId7"/>
          <a:stretch>
            <a:fillRect/>
          </a:stretch>
        </p:blipFill>
        <p:spPr>
          <a:xfrm>
            <a:off x="6013196" y="2499359"/>
            <a:ext cx="10" cy="1"/>
          </a:xfrm>
          <a:prstGeom prst="rect">
            <a:avLst/>
          </a:prstGeom>
        </p:spPr>
      </p:pic>
      <p:pic>
        <p:nvPicPr>
          <p:cNvPr id="46" name="Imagen 45">
            <a:extLst>
              <a:ext uri="{FF2B5EF4-FFF2-40B4-BE49-F238E27FC236}">
                <a16:creationId xmlns:a16="http://schemas.microsoft.com/office/drawing/2014/main" id="{EC10CAB2-E5E5-028F-6AE4-425BFEEB1409}"/>
              </a:ext>
            </a:extLst>
          </p:cNvPr>
          <p:cNvPicPr>
            <a:picLocks noChangeAspect="1"/>
          </p:cNvPicPr>
          <p:nvPr/>
        </p:nvPicPr>
        <p:blipFill>
          <a:blip r:embed="rId3"/>
          <a:stretch>
            <a:fillRect/>
          </a:stretch>
        </p:blipFill>
        <p:spPr>
          <a:xfrm>
            <a:off x="5828261" y="2511749"/>
            <a:ext cx="2078" cy="752"/>
          </a:xfrm>
          <a:prstGeom prst="rect">
            <a:avLst/>
          </a:prstGeom>
        </p:spPr>
      </p:pic>
      <p:pic>
        <p:nvPicPr>
          <p:cNvPr id="48" name="Imagen 47">
            <a:extLst>
              <a:ext uri="{FF2B5EF4-FFF2-40B4-BE49-F238E27FC236}">
                <a16:creationId xmlns:a16="http://schemas.microsoft.com/office/drawing/2014/main" id="{08B2B8F2-DA43-20A5-83D8-46F22E3CDCC8}"/>
              </a:ext>
            </a:extLst>
          </p:cNvPr>
          <p:cNvPicPr>
            <a:picLocks noChangeAspect="1"/>
          </p:cNvPicPr>
          <p:nvPr/>
        </p:nvPicPr>
        <p:blipFill>
          <a:blip r:embed="rId4"/>
          <a:stretch>
            <a:fillRect/>
          </a:stretch>
        </p:blipFill>
        <p:spPr>
          <a:xfrm>
            <a:off x="5829296" y="2512124"/>
            <a:ext cx="7" cy="2"/>
          </a:xfrm>
          <a:prstGeom prst="rect">
            <a:avLst/>
          </a:prstGeom>
        </p:spPr>
      </p:pic>
      <p:pic>
        <p:nvPicPr>
          <p:cNvPr id="55" name="Imagen 54">
            <a:extLst>
              <a:ext uri="{FF2B5EF4-FFF2-40B4-BE49-F238E27FC236}">
                <a16:creationId xmlns:a16="http://schemas.microsoft.com/office/drawing/2014/main" id="{6DD1EB24-1603-EEE7-2567-500DDE6294A2}"/>
              </a:ext>
            </a:extLst>
          </p:cNvPr>
          <p:cNvPicPr>
            <a:picLocks noChangeAspect="1"/>
          </p:cNvPicPr>
          <p:nvPr/>
        </p:nvPicPr>
        <p:blipFill>
          <a:blip r:embed="rId5"/>
          <a:stretch>
            <a:fillRect/>
          </a:stretch>
        </p:blipFill>
        <p:spPr>
          <a:xfrm>
            <a:off x="5829282" y="2512122"/>
            <a:ext cx="36" cy="5"/>
          </a:xfrm>
          <a:prstGeom prst="rect">
            <a:avLst/>
          </a:prstGeom>
        </p:spPr>
      </p:pic>
      <p:pic>
        <p:nvPicPr>
          <p:cNvPr id="56" name="Imagen 55">
            <a:extLst>
              <a:ext uri="{FF2B5EF4-FFF2-40B4-BE49-F238E27FC236}">
                <a16:creationId xmlns:a16="http://schemas.microsoft.com/office/drawing/2014/main" id="{1A291B13-1D08-A318-7EAD-584627E46858}"/>
              </a:ext>
            </a:extLst>
          </p:cNvPr>
          <p:cNvPicPr>
            <a:picLocks noChangeAspect="1"/>
          </p:cNvPicPr>
          <p:nvPr/>
        </p:nvPicPr>
        <p:blipFill>
          <a:blip r:embed="rId6"/>
          <a:stretch>
            <a:fillRect/>
          </a:stretch>
        </p:blipFill>
        <p:spPr>
          <a:xfrm>
            <a:off x="5829292" y="2512116"/>
            <a:ext cx="16" cy="17"/>
          </a:xfrm>
          <a:prstGeom prst="rect">
            <a:avLst/>
          </a:prstGeom>
        </p:spPr>
      </p:pic>
      <p:sp>
        <p:nvSpPr>
          <p:cNvPr id="57" name="CuadroTexto 56">
            <a:extLst>
              <a:ext uri="{FF2B5EF4-FFF2-40B4-BE49-F238E27FC236}">
                <a16:creationId xmlns:a16="http://schemas.microsoft.com/office/drawing/2014/main" id="{801AA2F8-5F77-BB86-E278-6F0E9397AAA0}"/>
              </a:ext>
            </a:extLst>
          </p:cNvPr>
          <p:cNvSpPr txBox="1"/>
          <p:nvPr/>
        </p:nvSpPr>
        <p:spPr>
          <a:xfrm>
            <a:off x="311381" y="612265"/>
            <a:ext cx="8512579" cy="4093428"/>
          </a:xfrm>
          <a:prstGeom prst="rect">
            <a:avLst/>
          </a:prstGeom>
          <a:noFill/>
        </p:spPr>
        <p:txBody>
          <a:bodyPr wrap="square">
            <a:spAutoFit/>
          </a:bodyPr>
          <a:lstStyle/>
          <a:p>
            <a:pPr algn="just"/>
            <a:r>
              <a:rPr lang="en-US" sz="2000" dirty="0">
                <a:latin typeface="+mj-lt"/>
              </a:rPr>
              <a:t>We will have a lot of information in the cell state (memory). The output gate is responsible for deciding what information should be taken from the cell state to give as an output.</a:t>
            </a:r>
          </a:p>
          <a:p>
            <a:pPr algn="just"/>
            <a:r>
              <a:rPr lang="en-US" sz="2000" dirty="0">
                <a:latin typeface="+mj-lt"/>
              </a:rPr>
              <a:t>Consider the following sentence:</a:t>
            </a:r>
          </a:p>
          <a:p>
            <a:pPr algn="just"/>
            <a:endParaRPr lang="en-US" sz="2000" dirty="0">
              <a:latin typeface="+mj-lt"/>
            </a:endParaRPr>
          </a:p>
          <a:p>
            <a:pPr algn="just"/>
            <a:r>
              <a:rPr lang="en-US" sz="2000" dirty="0">
                <a:latin typeface="+mj-lt"/>
              </a:rPr>
              <a:t>Zayn's debut album was a huge success. Congrats ____.</a:t>
            </a:r>
          </a:p>
          <a:p>
            <a:pPr algn="just"/>
            <a:endParaRPr lang="en-US" sz="2000" dirty="0">
              <a:latin typeface="+mj-lt"/>
            </a:endParaRPr>
          </a:p>
          <a:p>
            <a:pPr algn="just"/>
            <a:r>
              <a:rPr lang="en-US" sz="2000" dirty="0">
                <a:latin typeface="+mj-lt"/>
              </a:rPr>
              <a:t>The output gate will look up all the information in the cell state and select the correct</a:t>
            </a:r>
          </a:p>
          <a:p>
            <a:pPr algn="just"/>
            <a:r>
              <a:rPr lang="en-US" sz="2000" dirty="0">
                <a:latin typeface="+mj-lt"/>
              </a:rPr>
              <a:t>information to fill the blank. Here, congrats is an adjective that is used to describe a noun. So, the output gate will predict Zayn (noun) to fill the blank. Similar to other gates, it is also controlled by a sigmoid function. The output gate at time step is expressed as follows:</a:t>
            </a:r>
            <a:endParaRPr lang="es-ES" sz="2000" dirty="0">
              <a:latin typeface="+mj-lt"/>
            </a:endParaRPr>
          </a:p>
        </p:txBody>
      </p:sp>
      <p:pic>
        <p:nvPicPr>
          <p:cNvPr id="58" name="Imagen 57">
            <a:extLst>
              <a:ext uri="{FF2B5EF4-FFF2-40B4-BE49-F238E27FC236}">
                <a16:creationId xmlns:a16="http://schemas.microsoft.com/office/drawing/2014/main" id="{25CF9C26-D08A-B0AC-1F6A-BA1CF36AB1DE}"/>
              </a:ext>
            </a:extLst>
          </p:cNvPr>
          <p:cNvPicPr>
            <a:picLocks noChangeAspect="1"/>
          </p:cNvPicPr>
          <p:nvPr/>
        </p:nvPicPr>
        <p:blipFill>
          <a:blip r:embed="rId7"/>
          <a:stretch>
            <a:fillRect/>
          </a:stretch>
        </p:blipFill>
        <p:spPr>
          <a:xfrm>
            <a:off x="5829295" y="2512124"/>
            <a:ext cx="10" cy="1"/>
          </a:xfrm>
          <a:prstGeom prst="rect">
            <a:avLst/>
          </a:prstGeom>
        </p:spPr>
      </p:pic>
      <p:pic>
        <p:nvPicPr>
          <p:cNvPr id="59" name="Imagen 58">
            <a:extLst>
              <a:ext uri="{FF2B5EF4-FFF2-40B4-BE49-F238E27FC236}">
                <a16:creationId xmlns:a16="http://schemas.microsoft.com/office/drawing/2014/main" id="{5B2132BA-071F-1B18-EBDA-29C836975744}"/>
              </a:ext>
            </a:extLst>
          </p:cNvPr>
          <p:cNvPicPr>
            <a:picLocks noChangeAspect="1"/>
          </p:cNvPicPr>
          <p:nvPr/>
        </p:nvPicPr>
        <p:blipFill>
          <a:blip r:embed="rId8"/>
          <a:stretch>
            <a:fillRect/>
          </a:stretch>
        </p:blipFill>
        <p:spPr>
          <a:xfrm>
            <a:off x="3867063" y="4520264"/>
            <a:ext cx="3190875" cy="400050"/>
          </a:xfrm>
          <a:prstGeom prst="rect">
            <a:avLst/>
          </a:prstGeom>
        </p:spPr>
      </p:pic>
    </p:spTree>
    <p:extLst>
      <p:ext uri="{BB962C8B-B14F-4D97-AF65-F5344CB8AC3E}">
        <p14:creationId xmlns:p14="http://schemas.microsoft.com/office/powerpoint/2010/main" val="222119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21369-5658-C653-8BDD-C0D9A3FE285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45548C3-B17E-92F5-C173-3D88CE119985}"/>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C43DFA5-240E-A8BF-1500-4231DADC7045}"/>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4FEF14A-7129-FFAA-621F-5B2948367644}"/>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2AC52D0-8753-75D3-450A-34BFFC74F28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ítulo 3">
            <a:extLst>
              <a:ext uri="{FF2B5EF4-FFF2-40B4-BE49-F238E27FC236}">
                <a16:creationId xmlns:a16="http://schemas.microsoft.com/office/drawing/2014/main" id="{0B803CE5-7C69-EFFA-856D-625DC1BC0B57}"/>
              </a:ext>
            </a:extLst>
          </p:cNvPr>
          <p:cNvSpPr txBox="1">
            <a:spLocks/>
          </p:cNvSpPr>
          <p:nvPr/>
        </p:nvSpPr>
        <p:spPr>
          <a:xfrm>
            <a:off x="2582267" y="1999386"/>
            <a:ext cx="4557368" cy="57236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6000" b="1" dirty="0" err="1">
                <a:solidFill>
                  <a:srgbClr val="002060"/>
                </a:solidFill>
                <a:latin typeface="Raleway" pitchFamily="2" charset="0"/>
                <a:ea typeface="+mn-ea"/>
                <a:cs typeface="+mn-cs"/>
              </a:rPr>
              <a:t>Questions</a:t>
            </a:r>
            <a:r>
              <a:rPr lang="es-MX" sz="6000" b="1" dirty="0">
                <a:solidFill>
                  <a:srgbClr val="002060"/>
                </a:solidFill>
                <a:latin typeface="Raleway" pitchFamily="2" charset="0"/>
                <a:ea typeface="+mn-ea"/>
                <a:cs typeface="+mn-cs"/>
              </a:rPr>
              <a:t>?</a:t>
            </a:r>
          </a:p>
        </p:txBody>
      </p:sp>
    </p:spTree>
    <p:extLst>
      <p:ext uri="{BB962C8B-B14F-4D97-AF65-F5344CB8AC3E}">
        <p14:creationId xmlns:p14="http://schemas.microsoft.com/office/powerpoint/2010/main" val="112383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DA02990A985E1429346E7EDB47F092B" ma:contentTypeVersion="7" ma:contentTypeDescription="Crear nuevo documento." ma:contentTypeScope="" ma:versionID="637f3bd5eb3e3d405c73f5c92250049f">
  <xsd:schema xmlns:xsd="http://www.w3.org/2001/XMLSchema" xmlns:xs="http://www.w3.org/2001/XMLSchema" xmlns:p="http://schemas.microsoft.com/office/2006/metadata/properties" xmlns:ns2="50d70ff0-be44-4442-a31e-b1ac4229c49f" targetNamespace="http://schemas.microsoft.com/office/2006/metadata/properties" ma:root="true" ma:fieldsID="9ea56dff4003a76d09cf44a27e9b5a6a" ns2:_="">
    <xsd:import namespace="50d70ff0-be44-4442-a31e-b1ac4229c4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d70ff0-be44-4442-a31e-b1ac4229c4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AF1EDD-4092-4B3E-A600-3B9E9878E554}"/>
</file>

<file path=customXml/itemProps2.xml><?xml version="1.0" encoding="utf-8"?>
<ds:datastoreItem xmlns:ds="http://schemas.openxmlformats.org/officeDocument/2006/customXml" ds:itemID="{02D72823-DCE9-4E32-8B2E-6DD8638B7C07}">
  <ds:schemaRefs>
    <ds:schemaRef ds:uri="a6c25035-f145-4372-9916-f499d6890560"/>
    <ds:schemaRef ds:uri="http://purl.org/dc/terms/"/>
    <ds:schemaRef ds:uri="http://schemas.openxmlformats.org/package/2006/metadata/core-properties"/>
    <ds:schemaRef ds:uri="b5381dfd-d193-4d3b-a4f1-0a044556b78f"/>
    <ds:schemaRef ds:uri="http://schemas.microsoft.com/office/infopath/2007/PartnerControls"/>
    <ds:schemaRef ds:uri="http://www.w3.org/XML/1998/namespace"/>
    <ds:schemaRef ds:uri="http://purl.org/dc/elements/1.1/"/>
    <ds:schemaRef ds:uri="http://schemas.microsoft.com/office/2006/metadata/properties"/>
    <ds:schemaRef ds:uri="http://schemas.microsoft.com/office/2006/documentManagement/types"/>
    <ds:schemaRef ds:uri="http://purl.org/dc/dcmitype/"/>
  </ds:schemaRefs>
</ds:datastoreItem>
</file>

<file path=customXml/itemProps3.xml><?xml version="1.0" encoding="utf-8"?>
<ds:datastoreItem xmlns:ds="http://schemas.openxmlformats.org/officeDocument/2006/customXml" ds:itemID="{C16EF2C5-5613-4617-8988-F77B7E3A337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31062</TotalTime>
  <Words>2449</Words>
  <Application>Microsoft Office PowerPoint</Application>
  <PresentationFormat>Presentación en pantalla (16:9)</PresentationFormat>
  <Paragraphs>142</Paragraphs>
  <Slides>36</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36</vt:i4>
      </vt:variant>
    </vt:vector>
  </HeadingPairs>
  <TitlesOfParts>
    <vt:vector size="43" baseType="lpstr">
      <vt:lpstr>Arial</vt:lpstr>
      <vt:lpstr>Calibri</vt:lpstr>
      <vt:lpstr>Calibri Light</vt:lpstr>
      <vt:lpstr>Cambria Math</vt:lpstr>
      <vt:lpstr>Raleway</vt:lpstr>
      <vt:lpstr>Segoe UI Light</vt:lpstr>
      <vt:lpstr>Office Theme</vt:lpstr>
      <vt:lpstr>Presentación de PowerPoint</vt:lpstr>
      <vt:lpstr>Definition</vt:lpstr>
      <vt:lpstr>RNN</vt:lpstr>
      <vt:lpstr>RNN</vt:lpstr>
      <vt:lpstr>Feedforward Vs RNN</vt:lpstr>
      <vt:lpstr>RNN</vt:lpstr>
      <vt:lpstr>Forward Propagation using RNN</vt:lpstr>
      <vt:lpstr>Forward Propagation using RNN</vt:lpstr>
      <vt:lpstr>Forward Propagation using RNN</vt:lpstr>
      <vt:lpstr>RNN Example (Many-to-one)</vt:lpstr>
      <vt:lpstr>Back Propagation using RNN</vt:lpstr>
      <vt:lpstr>Back Propagation using RNN</vt:lpstr>
      <vt:lpstr>Back Propagation using RNN</vt:lpstr>
      <vt:lpstr>Back Propagation using RNN</vt:lpstr>
      <vt:lpstr>Back Propagation using RNN</vt:lpstr>
      <vt:lpstr>Back Propagation using RNN</vt:lpstr>
      <vt:lpstr>Back Propagation using RNN</vt:lpstr>
      <vt:lpstr>Back Propagation using RNN</vt:lpstr>
      <vt:lpstr>Back Propagation using RNN</vt:lpstr>
      <vt:lpstr>Back Propagation using RNN</vt:lpstr>
      <vt:lpstr>Back Propagation using RNN</vt:lpstr>
      <vt:lpstr>Back Propagation using RNN</vt:lpstr>
      <vt:lpstr>Different RNN Architectures </vt:lpstr>
      <vt:lpstr>Presentación de PowerPoint</vt:lpstr>
      <vt:lpstr>Presentación de PowerPoint</vt:lpstr>
      <vt:lpstr>Presentación de PowerPoint</vt:lpstr>
      <vt:lpstr>Long-short-term-memory (LSTM) </vt:lpstr>
      <vt:lpstr>Long-short-term-memory (LSTM) </vt:lpstr>
      <vt:lpstr>Long-short-term-memory (LSTM) </vt:lpstr>
      <vt:lpstr>Long-short-term-memory (LSTM) </vt:lpstr>
      <vt:lpstr>Long-short-term-memory (LSTM) </vt:lpstr>
      <vt:lpstr>Long-short-term-memory (LSTM) </vt:lpstr>
      <vt:lpstr>Forget gate</vt:lpstr>
      <vt:lpstr>Input gate</vt:lpstr>
      <vt:lpstr>Output gate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JESUS ROCHA SALAZAR</cp:lastModifiedBy>
  <cp:revision>516</cp:revision>
  <dcterms:created xsi:type="dcterms:W3CDTF">2019-09-10T01:48:06Z</dcterms:created>
  <dcterms:modified xsi:type="dcterms:W3CDTF">2026-02-21T01:04:02Z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0x0101002DA02990A985E1429346E7EDB47F092B</vt:lpwstr>
  </property>
  <property fmtid="{D5CDD505-2E9C-101B-9397-08002B2CF9AE}" pid="3" name="MSIP_Label_d291669d-c62a-41f9-9790-e463798003d8_Enabled">
    <vt:lpwstr>true</vt:lpwstr>
  </property>
  <property fmtid="{D5CDD505-2E9C-101B-9397-08002B2CF9AE}" pid="4" name="MSIP_Label_d291669d-c62a-41f9-9790-e463798003d8_SetDate">
    <vt:lpwstr>2024-08-12T22:53:21Z</vt:lpwstr>
  </property>
  <property fmtid="{D5CDD505-2E9C-101B-9397-08002B2CF9AE}" pid="5" name="MSIP_Label_d291669d-c62a-41f9-9790-e463798003d8_Method">
    <vt:lpwstr>Privileged</vt:lpwstr>
  </property>
  <property fmtid="{D5CDD505-2E9C-101B-9397-08002B2CF9AE}" pid="6" name="MSIP_Label_d291669d-c62a-41f9-9790-e463798003d8_Name">
    <vt:lpwstr>Public</vt:lpwstr>
  </property>
  <property fmtid="{D5CDD505-2E9C-101B-9397-08002B2CF9AE}" pid="7" name="MSIP_Label_d291669d-c62a-41f9-9790-e463798003d8_SiteId">
    <vt:lpwstr>1771ae17-e764-4e0f-a476-d4184d79a5d9</vt:lpwstr>
  </property>
  <property fmtid="{D5CDD505-2E9C-101B-9397-08002B2CF9AE}" pid="8" name="MSIP_Label_d291669d-c62a-41f9-9790-e463798003d8_ActionId">
    <vt:lpwstr>6b4c8926-5387-47eb-bfad-601cc03d0f99</vt:lpwstr>
  </property>
  <property fmtid="{D5CDD505-2E9C-101B-9397-08002B2CF9AE}" pid="9" name="MSIP_Label_d291669d-c62a-41f9-9790-e463798003d8_ContentBits">
    <vt:lpwstr>0</vt:lpwstr>
  </property>
</Properties>
</file>